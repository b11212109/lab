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7"/>
  </p:notesMasterIdLst>
  <p:sldIdLst>
    <p:sldId id="256" r:id="rId3"/>
    <p:sldId id="1611" r:id="rId4"/>
    <p:sldId id="1687" r:id="rId5"/>
    <p:sldId id="1685" r:id="rId6"/>
    <p:sldId id="1689" r:id="rId7"/>
    <p:sldId id="1690" r:id="rId8"/>
    <p:sldId id="1699" r:id="rId9"/>
    <p:sldId id="1693" r:id="rId10"/>
    <p:sldId id="1698" r:id="rId11"/>
    <p:sldId id="1694" r:id="rId12"/>
    <p:sldId id="1695" r:id="rId13"/>
    <p:sldId id="1696" r:id="rId14"/>
    <p:sldId id="1697" r:id="rId15"/>
    <p:sldId id="1700" r:id="rId16"/>
    <p:sldId id="1701" r:id="rId17"/>
    <p:sldId id="1702" r:id="rId18"/>
    <p:sldId id="1703" r:id="rId19"/>
    <p:sldId id="1704" r:id="rId20"/>
    <p:sldId id="1706" r:id="rId21"/>
    <p:sldId id="1705" r:id="rId22"/>
    <p:sldId id="1707" r:id="rId23"/>
    <p:sldId id="1708" r:id="rId24"/>
    <p:sldId id="1709" r:id="rId25"/>
    <p:sldId id="493" r:id="rId26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1611"/>
            <p14:sldId id="1687"/>
            <p14:sldId id="1685"/>
            <p14:sldId id="1689"/>
            <p14:sldId id="1690"/>
            <p14:sldId id="1699"/>
            <p14:sldId id="1693"/>
            <p14:sldId id="1698"/>
            <p14:sldId id="1694"/>
            <p14:sldId id="1695"/>
            <p14:sldId id="1696"/>
            <p14:sldId id="1697"/>
            <p14:sldId id="1700"/>
            <p14:sldId id="1701"/>
            <p14:sldId id="1702"/>
            <p14:sldId id="1703"/>
            <p14:sldId id="1704"/>
            <p14:sldId id="1706"/>
            <p14:sldId id="1705"/>
            <p14:sldId id="1707"/>
            <p14:sldId id="1708"/>
            <p14:sldId id="1709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11"/>
    <a:srgbClr val="FE0086"/>
    <a:srgbClr val="0003D7"/>
    <a:srgbClr val="FB0275"/>
    <a:srgbClr val="03FF0A"/>
    <a:srgbClr val="0003FE"/>
    <a:srgbClr val="FC0085"/>
    <a:srgbClr val="ADAC06"/>
    <a:srgbClr val="07FC05"/>
    <a:srgbClr val="000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5" autoAdjust="0"/>
    <p:restoredTop sz="84845" autoAdjust="0"/>
  </p:normalViewPr>
  <p:slideViewPr>
    <p:cSldViewPr snapToGrid="0">
      <p:cViewPr varScale="1">
        <p:scale>
          <a:sx n="138" d="100"/>
          <a:sy n="138" d="100"/>
        </p:scale>
        <p:origin x="2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峰值電壓電流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電流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工作表1!$A$1:$A$1000</c:f>
              <c:numCache>
                <c:formatCode>General</c:formatCode>
                <c:ptCount val="1000"/>
                <c:pt idx="0">
                  <c:v>2155</c:v>
                </c:pt>
                <c:pt idx="1">
                  <c:v>2175</c:v>
                </c:pt>
                <c:pt idx="2">
                  <c:v>2175</c:v>
                </c:pt>
                <c:pt idx="3">
                  <c:v>2199</c:v>
                </c:pt>
                <c:pt idx="4">
                  <c:v>2195</c:v>
                </c:pt>
                <c:pt idx="5">
                  <c:v>2195</c:v>
                </c:pt>
                <c:pt idx="6">
                  <c:v>2165</c:v>
                </c:pt>
                <c:pt idx="7">
                  <c:v>2129</c:v>
                </c:pt>
                <c:pt idx="8">
                  <c:v>2075</c:v>
                </c:pt>
                <c:pt idx="9">
                  <c:v>2075</c:v>
                </c:pt>
                <c:pt idx="10">
                  <c:v>1989</c:v>
                </c:pt>
                <c:pt idx="11">
                  <c:v>1904</c:v>
                </c:pt>
                <c:pt idx="12">
                  <c:v>1817</c:v>
                </c:pt>
                <c:pt idx="13">
                  <c:v>1817</c:v>
                </c:pt>
                <c:pt idx="14">
                  <c:v>1694</c:v>
                </c:pt>
                <c:pt idx="15">
                  <c:v>1591</c:v>
                </c:pt>
                <c:pt idx="16">
                  <c:v>1489</c:v>
                </c:pt>
                <c:pt idx="17">
                  <c:v>1489</c:v>
                </c:pt>
                <c:pt idx="18">
                  <c:v>1369</c:v>
                </c:pt>
                <c:pt idx="19">
                  <c:v>1275</c:v>
                </c:pt>
                <c:pt idx="20">
                  <c:v>1162</c:v>
                </c:pt>
                <c:pt idx="21">
                  <c:v>1037</c:v>
                </c:pt>
                <c:pt idx="22">
                  <c:v>1037</c:v>
                </c:pt>
                <c:pt idx="23">
                  <c:v>966</c:v>
                </c:pt>
                <c:pt idx="24">
                  <c:v>922</c:v>
                </c:pt>
                <c:pt idx="25">
                  <c:v>873</c:v>
                </c:pt>
                <c:pt idx="26">
                  <c:v>873</c:v>
                </c:pt>
                <c:pt idx="27">
                  <c:v>833</c:v>
                </c:pt>
                <c:pt idx="28">
                  <c:v>822</c:v>
                </c:pt>
                <c:pt idx="29">
                  <c:v>826</c:v>
                </c:pt>
                <c:pt idx="30">
                  <c:v>826</c:v>
                </c:pt>
                <c:pt idx="31">
                  <c:v>843</c:v>
                </c:pt>
                <c:pt idx="32">
                  <c:v>881</c:v>
                </c:pt>
                <c:pt idx="33">
                  <c:v>944</c:v>
                </c:pt>
                <c:pt idx="34">
                  <c:v>944</c:v>
                </c:pt>
                <c:pt idx="35">
                  <c:v>1004</c:v>
                </c:pt>
                <c:pt idx="36">
                  <c:v>1089</c:v>
                </c:pt>
                <c:pt idx="37">
                  <c:v>1195</c:v>
                </c:pt>
                <c:pt idx="38">
                  <c:v>1195</c:v>
                </c:pt>
                <c:pt idx="39">
                  <c:v>1275</c:v>
                </c:pt>
                <c:pt idx="40">
                  <c:v>1412</c:v>
                </c:pt>
                <c:pt idx="41">
                  <c:v>1524</c:v>
                </c:pt>
                <c:pt idx="42">
                  <c:v>1524</c:v>
                </c:pt>
                <c:pt idx="43">
                  <c:v>1617</c:v>
                </c:pt>
                <c:pt idx="44">
                  <c:v>1751</c:v>
                </c:pt>
                <c:pt idx="45">
                  <c:v>1841</c:v>
                </c:pt>
                <c:pt idx="46">
                  <c:v>1841</c:v>
                </c:pt>
                <c:pt idx="47">
                  <c:v>1934</c:v>
                </c:pt>
                <c:pt idx="48">
                  <c:v>2015</c:v>
                </c:pt>
                <c:pt idx="49">
                  <c:v>2090</c:v>
                </c:pt>
                <c:pt idx="50">
                  <c:v>2090</c:v>
                </c:pt>
                <c:pt idx="51">
                  <c:v>2157</c:v>
                </c:pt>
                <c:pt idx="52">
                  <c:v>2174</c:v>
                </c:pt>
                <c:pt idx="53">
                  <c:v>2174</c:v>
                </c:pt>
                <c:pt idx="54">
                  <c:v>2193</c:v>
                </c:pt>
                <c:pt idx="55">
                  <c:v>2191</c:v>
                </c:pt>
                <c:pt idx="56">
                  <c:v>2159</c:v>
                </c:pt>
                <c:pt idx="57">
                  <c:v>2159</c:v>
                </c:pt>
                <c:pt idx="58">
                  <c:v>2122</c:v>
                </c:pt>
                <c:pt idx="59">
                  <c:v>2068</c:v>
                </c:pt>
                <c:pt idx="60">
                  <c:v>1981</c:v>
                </c:pt>
                <c:pt idx="61">
                  <c:v>1981</c:v>
                </c:pt>
                <c:pt idx="62">
                  <c:v>1893</c:v>
                </c:pt>
                <c:pt idx="63">
                  <c:v>1811</c:v>
                </c:pt>
                <c:pt idx="64">
                  <c:v>1689</c:v>
                </c:pt>
                <c:pt idx="65">
                  <c:v>1689</c:v>
                </c:pt>
                <c:pt idx="66">
                  <c:v>1585</c:v>
                </c:pt>
                <c:pt idx="67">
                  <c:v>1468</c:v>
                </c:pt>
                <c:pt idx="68">
                  <c:v>1343</c:v>
                </c:pt>
                <c:pt idx="69">
                  <c:v>1343</c:v>
                </c:pt>
                <c:pt idx="70">
                  <c:v>1126</c:v>
                </c:pt>
                <c:pt idx="71">
                  <c:v>1126</c:v>
                </c:pt>
                <c:pt idx="72">
                  <c:v>1058</c:v>
                </c:pt>
                <c:pt idx="73">
                  <c:v>951</c:v>
                </c:pt>
                <c:pt idx="74">
                  <c:v>882</c:v>
                </c:pt>
                <c:pt idx="75">
                  <c:v>882</c:v>
                </c:pt>
                <c:pt idx="76">
                  <c:v>858</c:v>
                </c:pt>
                <c:pt idx="77">
                  <c:v>818</c:v>
                </c:pt>
                <c:pt idx="78">
                  <c:v>794</c:v>
                </c:pt>
                <c:pt idx="79">
                  <c:v>794</c:v>
                </c:pt>
                <c:pt idx="80">
                  <c:v>815</c:v>
                </c:pt>
                <c:pt idx="81">
                  <c:v>836</c:v>
                </c:pt>
                <c:pt idx="82">
                  <c:v>836</c:v>
                </c:pt>
                <c:pt idx="83">
                  <c:v>875</c:v>
                </c:pt>
                <c:pt idx="84">
                  <c:v>957</c:v>
                </c:pt>
                <c:pt idx="85">
                  <c:v>1026</c:v>
                </c:pt>
                <c:pt idx="86">
                  <c:v>1026</c:v>
                </c:pt>
                <c:pt idx="87">
                  <c:v>1101</c:v>
                </c:pt>
                <c:pt idx="88">
                  <c:v>1225</c:v>
                </c:pt>
                <c:pt idx="89">
                  <c:v>1319</c:v>
                </c:pt>
                <c:pt idx="90">
                  <c:v>1319</c:v>
                </c:pt>
                <c:pt idx="91">
                  <c:v>1429</c:v>
                </c:pt>
                <c:pt idx="92">
                  <c:v>1542</c:v>
                </c:pt>
                <c:pt idx="93">
                  <c:v>1656</c:v>
                </c:pt>
                <c:pt idx="94">
                  <c:v>1656</c:v>
                </c:pt>
                <c:pt idx="95">
                  <c:v>1786</c:v>
                </c:pt>
                <c:pt idx="96">
                  <c:v>1878</c:v>
                </c:pt>
                <c:pt idx="97">
                  <c:v>1993</c:v>
                </c:pt>
                <c:pt idx="98">
                  <c:v>1993</c:v>
                </c:pt>
                <c:pt idx="99">
                  <c:v>2061</c:v>
                </c:pt>
                <c:pt idx="100">
                  <c:v>2111</c:v>
                </c:pt>
                <c:pt idx="101">
                  <c:v>2174</c:v>
                </c:pt>
                <c:pt idx="102">
                  <c:v>2174</c:v>
                </c:pt>
                <c:pt idx="103">
                  <c:v>2195</c:v>
                </c:pt>
                <c:pt idx="104">
                  <c:v>2197</c:v>
                </c:pt>
                <c:pt idx="105">
                  <c:v>2192</c:v>
                </c:pt>
                <c:pt idx="106">
                  <c:v>2192</c:v>
                </c:pt>
                <c:pt idx="107">
                  <c:v>2161</c:v>
                </c:pt>
                <c:pt idx="108">
                  <c:v>2113</c:v>
                </c:pt>
                <c:pt idx="109">
                  <c:v>2055</c:v>
                </c:pt>
                <c:pt idx="110">
                  <c:v>2055</c:v>
                </c:pt>
                <c:pt idx="111">
                  <c:v>1967</c:v>
                </c:pt>
                <c:pt idx="112">
                  <c:v>1872</c:v>
                </c:pt>
                <c:pt idx="113">
                  <c:v>1782</c:v>
                </c:pt>
                <c:pt idx="114">
                  <c:v>1782</c:v>
                </c:pt>
                <c:pt idx="115">
                  <c:v>1656</c:v>
                </c:pt>
                <c:pt idx="116">
                  <c:v>1552</c:v>
                </c:pt>
                <c:pt idx="117">
                  <c:v>1436</c:v>
                </c:pt>
                <c:pt idx="118">
                  <c:v>1436</c:v>
                </c:pt>
                <c:pt idx="119">
                  <c:v>1309</c:v>
                </c:pt>
                <c:pt idx="120">
                  <c:v>1218</c:v>
                </c:pt>
                <c:pt idx="121">
                  <c:v>1104</c:v>
                </c:pt>
                <c:pt idx="122">
                  <c:v>1020</c:v>
                </c:pt>
                <c:pt idx="123">
                  <c:v>1020</c:v>
                </c:pt>
                <c:pt idx="124">
                  <c:v>946</c:v>
                </c:pt>
                <c:pt idx="125">
                  <c:v>860</c:v>
                </c:pt>
                <c:pt idx="126">
                  <c:v>830</c:v>
                </c:pt>
                <c:pt idx="127">
                  <c:v>830</c:v>
                </c:pt>
                <c:pt idx="128">
                  <c:v>806</c:v>
                </c:pt>
                <c:pt idx="129">
                  <c:v>796</c:v>
                </c:pt>
                <c:pt idx="130">
                  <c:v>811</c:v>
                </c:pt>
                <c:pt idx="131">
                  <c:v>811</c:v>
                </c:pt>
                <c:pt idx="132">
                  <c:v>849</c:v>
                </c:pt>
                <c:pt idx="133">
                  <c:v>894</c:v>
                </c:pt>
                <c:pt idx="134">
                  <c:v>966</c:v>
                </c:pt>
                <c:pt idx="135">
                  <c:v>966</c:v>
                </c:pt>
                <c:pt idx="136">
                  <c:v>1040</c:v>
                </c:pt>
                <c:pt idx="137">
                  <c:v>1134</c:v>
                </c:pt>
                <c:pt idx="138">
                  <c:v>1247</c:v>
                </c:pt>
                <c:pt idx="139">
                  <c:v>1247</c:v>
                </c:pt>
                <c:pt idx="140">
                  <c:v>1343</c:v>
                </c:pt>
                <c:pt idx="141">
                  <c:v>1475</c:v>
                </c:pt>
                <c:pt idx="142">
                  <c:v>1582</c:v>
                </c:pt>
                <c:pt idx="143">
                  <c:v>1582</c:v>
                </c:pt>
                <c:pt idx="144">
                  <c:v>1690</c:v>
                </c:pt>
                <c:pt idx="145">
                  <c:v>1816</c:v>
                </c:pt>
                <c:pt idx="146">
                  <c:v>1816</c:v>
                </c:pt>
                <c:pt idx="147">
                  <c:v>1889</c:v>
                </c:pt>
                <c:pt idx="148">
                  <c:v>1989</c:v>
                </c:pt>
                <c:pt idx="149">
                  <c:v>2074</c:v>
                </c:pt>
                <c:pt idx="150">
                  <c:v>2074</c:v>
                </c:pt>
                <c:pt idx="151">
                  <c:v>2114</c:v>
                </c:pt>
                <c:pt idx="152">
                  <c:v>2165</c:v>
                </c:pt>
                <c:pt idx="153">
                  <c:v>2189</c:v>
                </c:pt>
                <c:pt idx="154">
                  <c:v>2189</c:v>
                </c:pt>
                <c:pt idx="155">
                  <c:v>2191</c:v>
                </c:pt>
                <c:pt idx="156">
                  <c:v>2172</c:v>
                </c:pt>
                <c:pt idx="157">
                  <c:v>2137</c:v>
                </c:pt>
                <c:pt idx="158">
                  <c:v>2137</c:v>
                </c:pt>
                <c:pt idx="159">
                  <c:v>2086</c:v>
                </c:pt>
                <c:pt idx="160">
                  <c:v>2022</c:v>
                </c:pt>
                <c:pt idx="161">
                  <c:v>1941</c:v>
                </c:pt>
                <c:pt idx="162">
                  <c:v>1941</c:v>
                </c:pt>
                <c:pt idx="163">
                  <c:v>1849</c:v>
                </c:pt>
                <c:pt idx="164">
                  <c:v>1746</c:v>
                </c:pt>
                <c:pt idx="165">
                  <c:v>1631</c:v>
                </c:pt>
                <c:pt idx="166">
                  <c:v>1631</c:v>
                </c:pt>
                <c:pt idx="167">
                  <c:v>1535</c:v>
                </c:pt>
                <c:pt idx="168">
                  <c:v>1415</c:v>
                </c:pt>
                <c:pt idx="169">
                  <c:v>1296</c:v>
                </c:pt>
                <c:pt idx="170">
                  <c:v>1296</c:v>
                </c:pt>
                <c:pt idx="171">
                  <c:v>1197</c:v>
                </c:pt>
                <c:pt idx="172">
                  <c:v>1088</c:v>
                </c:pt>
                <c:pt idx="173">
                  <c:v>1003</c:v>
                </c:pt>
                <c:pt idx="174">
                  <c:v>954</c:v>
                </c:pt>
                <c:pt idx="175">
                  <c:v>954</c:v>
                </c:pt>
                <c:pt idx="176">
                  <c:v>871</c:v>
                </c:pt>
                <c:pt idx="177">
                  <c:v>844</c:v>
                </c:pt>
                <c:pt idx="178">
                  <c:v>826</c:v>
                </c:pt>
                <c:pt idx="179">
                  <c:v>826</c:v>
                </c:pt>
                <c:pt idx="180">
                  <c:v>807</c:v>
                </c:pt>
                <c:pt idx="181">
                  <c:v>825</c:v>
                </c:pt>
                <c:pt idx="182">
                  <c:v>858</c:v>
                </c:pt>
                <c:pt idx="183">
                  <c:v>858</c:v>
                </c:pt>
                <c:pt idx="184">
                  <c:v>900</c:v>
                </c:pt>
                <c:pt idx="185">
                  <c:v>980</c:v>
                </c:pt>
                <c:pt idx="186">
                  <c:v>1060</c:v>
                </c:pt>
                <c:pt idx="187">
                  <c:v>1060</c:v>
                </c:pt>
                <c:pt idx="188">
                  <c:v>1142</c:v>
                </c:pt>
                <c:pt idx="189">
                  <c:v>1264</c:v>
                </c:pt>
                <c:pt idx="190">
                  <c:v>1362</c:v>
                </c:pt>
                <c:pt idx="191">
                  <c:v>1362</c:v>
                </c:pt>
                <c:pt idx="192">
                  <c:v>1481</c:v>
                </c:pt>
                <c:pt idx="193">
                  <c:v>1590</c:v>
                </c:pt>
                <c:pt idx="194">
                  <c:v>1590</c:v>
                </c:pt>
                <c:pt idx="195">
                  <c:v>1707</c:v>
                </c:pt>
                <c:pt idx="196">
                  <c:v>1829</c:v>
                </c:pt>
                <c:pt idx="197">
                  <c:v>2287</c:v>
                </c:pt>
                <c:pt idx="198">
                  <c:v>2287</c:v>
                </c:pt>
                <c:pt idx="199">
                  <c:v>2017</c:v>
                </c:pt>
                <c:pt idx="200">
                  <c:v>2109</c:v>
                </c:pt>
                <c:pt idx="201">
                  <c:v>2135</c:v>
                </c:pt>
                <c:pt idx="202">
                  <c:v>2135</c:v>
                </c:pt>
                <c:pt idx="203">
                  <c:v>2187</c:v>
                </c:pt>
                <c:pt idx="204">
                  <c:v>2204</c:v>
                </c:pt>
                <c:pt idx="205">
                  <c:v>2193</c:v>
                </c:pt>
                <c:pt idx="206">
                  <c:v>2193</c:v>
                </c:pt>
                <c:pt idx="207">
                  <c:v>2179</c:v>
                </c:pt>
                <c:pt idx="208">
                  <c:v>2143</c:v>
                </c:pt>
                <c:pt idx="209">
                  <c:v>2081</c:v>
                </c:pt>
                <c:pt idx="210">
                  <c:v>2081</c:v>
                </c:pt>
                <c:pt idx="211">
                  <c:v>2017</c:v>
                </c:pt>
                <c:pt idx="212">
                  <c:v>1928</c:v>
                </c:pt>
                <c:pt idx="213">
                  <c:v>1828</c:v>
                </c:pt>
                <c:pt idx="214">
                  <c:v>1828</c:v>
                </c:pt>
                <c:pt idx="215">
                  <c:v>1721</c:v>
                </c:pt>
                <c:pt idx="216">
                  <c:v>1601</c:v>
                </c:pt>
                <c:pt idx="217">
                  <c:v>1499</c:v>
                </c:pt>
                <c:pt idx="218">
                  <c:v>1499</c:v>
                </c:pt>
                <c:pt idx="219">
                  <c:v>1383</c:v>
                </c:pt>
                <c:pt idx="220">
                  <c:v>1267</c:v>
                </c:pt>
                <c:pt idx="221">
                  <c:v>1180</c:v>
                </c:pt>
                <c:pt idx="222">
                  <c:v>1055</c:v>
                </c:pt>
                <c:pt idx="223">
                  <c:v>1055</c:v>
                </c:pt>
                <c:pt idx="224">
                  <c:v>977</c:v>
                </c:pt>
                <c:pt idx="225">
                  <c:v>924</c:v>
                </c:pt>
                <c:pt idx="226">
                  <c:v>861</c:v>
                </c:pt>
                <c:pt idx="227">
                  <c:v>861</c:v>
                </c:pt>
                <c:pt idx="228">
                  <c:v>821</c:v>
                </c:pt>
                <c:pt idx="229">
                  <c:v>811</c:v>
                </c:pt>
                <c:pt idx="230">
                  <c:v>811</c:v>
                </c:pt>
                <c:pt idx="231">
                  <c:v>811</c:v>
                </c:pt>
                <c:pt idx="232">
                  <c:v>826</c:v>
                </c:pt>
                <c:pt idx="233">
                  <c:v>871</c:v>
                </c:pt>
                <c:pt idx="234">
                  <c:v>925</c:v>
                </c:pt>
                <c:pt idx="235">
                  <c:v>925</c:v>
                </c:pt>
                <c:pt idx="236">
                  <c:v>1002</c:v>
                </c:pt>
                <c:pt idx="237">
                  <c:v>1078</c:v>
                </c:pt>
                <c:pt idx="238">
                  <c:v>1180</c:v>
                </c:pt>
                <c:pt idx="239">
                  <c:v>1180</c:v>
                </c:pt>
                <c:pt idx="240">
                  <c:v>1289</c:v>
                </c:pt>
                <c:pt idx="241">
                  <c:v>1381</c:v>
                </c:pt>
                <c:pt idx="242">
                  <c:v>1522</c:v>
                </c:pt>
                <c:pt idx="243">
                  <c:v>1522</c:v>
                </c:pt>
                <c:pt idx="244">
                  <c:v>1640</c:v>
                </c:pt>
                <c:pt idx="245">
                  <c:v>1735</c:v>
                </c:pt>
                <c:pt idx="246">
                  <c:v>1862</c:v>
                </c:pt>
                <c:pt idx="247">
                  <c:v>1862</c:v>
                </c:pt>
                <c:pt idx="248">
                  <c:v>1941</c:v>
                </c:pt>
                <c:pt idx="249">
                  <c:v>2020</c:v>
                </c:pt>
                <c:pt idx="250">
                  <c:v>2096</c:v>
                </c:pt>
                <c:pt idx="251">
                  <c:v>2096</c:v>
                </c:pt>
                <c:pt idx="252">
                  <c:v>2154</c:v>
                </c:pt>
                <c:pt idx="253">
                  <c:v>2188</c:v>
                </c:pt>
                <c:pt idx="254">
                  <c:v>2194</c:v>
                </c:pt>
                <c:pt idx="255">
                  <c:v>2194</c:v>
                </c:pt>
                <c:pt idx="256">
                  <c:v>2186</c:v>
                </c:pt>
                <c:pt idx="257">
                  <c:v>2161</c:v>
                </c:pt>
                <c:pt idx="258">
                  <c:v>2116</c:v>
                </c:pt>
                <c:pt idx="259">
                  <c:v>2116</c:v>
                </c:pt>
                <c:pt idx="260">
                  <c:v>2053</c:v>
                </c:pt>
                <c:pt idx="261">
                  <c:v>1978</c:v>
                </c:pt>
                <c:pt idx="262">
                  <c:v>1978</c:v>
                </c:pt>
                <c:pt idx="263">
                  <c:v>1885</c:v>
                </c:pt>
                <c:pt idx="264">
                  <c:v>1788</c:v>
                </c:pt>
                <c:pt idx="265">
                  <c:v>1690</c:v>
                </c:pt>
                <c:pt idx="266">
                  <c:v>1690</c:v>
                </c:pt>
                <c:pt idx="267">
                  <c:v>1561</c:v>
                </c:pt>
                <c:pt idx="268">
                  <c:v>1460</c:v>
                </c:pt>
                <c:pt idx="269">
                  <c:v>1345</c:v>
                </c:pt>
                <c:pt idx="270">
                  <c:v>1345</c:v>
                </c:pt>
                <c:pt idx="271">
                  <c:v>1144</c:v>
                </c:pt>
                <c:pt idx="272">
                  <c:v>1144</c:v>
                </c:pt>
                <c:pt idx="273">
                  <c:v>1063</c:v>
                </c:pt>
                <c:pt idx="274">
                  <c:v>955</c:v>
                </c:pt>
                <c:pt idx="275">
                  <c:v>898</c:v>
                </c:pt>
                <c:pt idx="276">
                  <c:v>898</c:v>
                </c:pt>
                <c:pt idx="277">
                  <c:v>873</c:v>
                </c:pt>
                <c:pt idx="278">
                  <c:v>835</c:v>
                </c:pt>
                <c:pt idx="279">
                  <c:v>819</c:v>
                </c:pt>
                <c:pt idx="280">
                  <c:v>819</c:v>
                </c:pt>
                <c:pt idx="281">
                  <c:v>831</c:v>
                </c:pt>
                <c:pt idx="282">
                  <c:v>862</c:v>
                </c:pt>
                <c:pt idx="283">
                  <c:v>903</c:v>
                </c:pt>
                <c:pt idx="284">
                  <c:v>903</c:v>
                </c:pt>
                <c:pt idx="285">
                  <c:v>957</c:v>
                </c:pt>
                <c:pt idx="286">
                  <c:v>1044</c:v>
                </c:pt>
                <c:pt idx="287">
                  <c:v>1044</c:v>
                </c:pt>
                <c:pt idx="288">
                  <c:v>1119</c:v>
                </c:pt>
                <c:pt idx="289">
                  <c:v>1213</c:v>
                </c:pt>
                <c:pt idx="290">
                  <c:v>1338</c:v>
                </c:pt>
                <c:pt idx="291">
                  <c:v>1338</c:v>
                </c:pt>
                <c:pt idx="292">
                  <c:v>1424</c:v>
                </c:pt>
                <c:pt idx="293">
                  <c:v>1541</c:v>
                </c:pt>
                <c:pt idx="294">
                  <c:v>1650</c:v>
                </c:pt>
                <c:pt idx="295">
                  <c:v>1650</c:v>
                </c:pt>
                <c:pt idx="296">
                  <c:v>1759</c:v>
                </c:pt>
                <c:pt idx="297">
                  <c:v>1877</c:v>
                </c:pt>
                <c:pt idx="298">
                  <c:v>1953</c:v>
                </c:pt>
                <c:pt idx="299">
                  <c:v>1953</c:v>
                </c:pt>
                <c:pt idx="300">
                  <c:v>2036</c:v>
                </c:pt>
                <c:pt idx="301">
                  <c:v>2110</c:v>
                </c:pt>
                <c:pt idx="302">
                  <c:v>2143</c:v>
                </c:pt>
                <c:pt idx="303">
                  <c:v>2143</c:v>
                </c:pt>
                <c:pt idx="304">
                  <c:v>2176</c:v>
                </c:pt>
                <c:pt idx="305">
                  <c:v>2182</c:v>
                </c:pt>
                <c:pt idx="306">
                  <c:v>2176</c:v>
                </c:pt>
                <c:pt idx="307">
                  <c:v>2176</c:v>
                </c:pt>
                <c:pt idx="308">
                  <c:v>2148</c:v>
                </c:pt>
                <c:pt idx="309">
                  <c:v>2104</c:v>
                </c:pt>
                <c:pt idx="310">
                  <c:v>2042</c:v>
                </c:pt>
                <c:pt idx="311">
                  <c:v>2042</c:v>
                </c:pt>
                <c:pt idx="312">
                  <c:v>1975</c:v>
                </c:pt>
                <c:pt idx="313">
                  <c:v>1878</c:v>
                </c:pt>
                <c:pt idx="314">
                  <c:v>1775</c:v>
                </c:pt>
                <c:pt idx="315">
                  <c:v>1775</c:v>
                </c:pt>
                <c:pt idx="316">
                  <c:v>1680</c:v>
                </c:pt>
                <c:pt idx="317">
                  <c:v>1556</c:v>
                </c:pt>
                <c:pt idx="318">
                  <c:v>1446</c:v>
                </c:pt>
                <c:pt idx="319">
                  <c:v>1446</c:v>
                </c:pt>
                <c:pt idx="320">
                  <c:v>1334</c:v>
                </c:pt>
                <c:pt idx="321">
                  <c:v>1219</c:v>
                </c:pt>
                <c:pt idx="322">
                  <c:v>1126</c:v>
                </c:pt>
                <c:pt idx="323">
                  <c:v>1033</c:v>
                </c:pt>
                <c:pt idx="324">
                  <c:v>1033</c:v>
                </c:pt>
                <c:pt idx="325">
                  <c:v>949</c:v>
                </c:pt>
                <c:pt idx="326">
                  <c:v>874</c:v>
                </c:pt>
                <c:pt idx="327">
                  <c:v>839</c:v>
                </c:pt>
                <c:pt idx="328">
                  <c:v>839</c:v>
                </c:pt>
                <c:pt idx="329">
                  <c:v>813</c:v>
                </c:pt>
                <c:pt idx="330">
                  <c:v>798</c:v>
                </c:pt>
                <c:pt idx="331">
                  <c:v>805</c:v>
                </c:pt>
                <c:pt idx="332">
                  <c:v>805</c:v>
                </c:pt>
                <c:pt idx="333">
                  <c:v>846</c:v>
                </c:pt>
                <c:pt idx="334">
                  <c:v>898</c:v>
                </c:pt>
                <c:pt idx="335">
                  <c:v>954</c:v>
                </c:pt>
                <c:pt idx="336">
                  <c:v>954</c:v>
                </c:pt>
                <c:pt idx="337">
                  <c:v>1042</c:v>
                </c:pt>
                <c:pt idx="338">
                  <c:v>1126</c:v>
                </c:pt>
                <c:pt idx="339">
                  <c:v>1238</c:v>
                </c:pt>
                <c:pt idx="340">
                  <c:v>1238</c:v>
                </c:pt>
                <c:pt idx="341">
                  <c:v>1365</c:v>
                </c:pt>
                <c:pt idx="342">
                  <c:v>1453</c:v>
                </c:pt>
                <c:pt idx="343">
                  <c:v>1594</c:v>
                </c:pt>
                <c:pt idx="344">
                  <c:v>1594</c:v>
                </c:pt>
                <c:pt idx="345">
                  <c:v>1702</c:v>
                </c:pt>
                <c:pt idx="346">
                  <c:v>1797</c:v>
                </c:pt>
                <c:pt idx="347">
                  <c:v>1920</c:v>
                </c:pt>
                <c:pt idx="348">
                  <c:v>1920</c:v>
                </c:pt>
                <c:pt idx="349">
                  <c:v>1990</c:v>
                </c:pt>
                <c:pt idx="350">
                  <c:v>2078</c:v>
                </c:pt>
                <c:pt idx="351">
                  <c:v>2078</c:v>
                </c:pt>
                <c:pt idx="352">
                  <c:v>2129</c:v>
                </c:pt>
                <c:pt idx="353">
                  <c:v>2159</c:v>
                </c:pt>
                <c:pt idx="354">
                  <c:v>2200</c:v>
                </c:pt>
                <c:pt idx="355">
                  <c:v>2200</c:v>
                </c:pt>
                <c:pt idx="356">
                  <c:v>2189</c:v>
                </c:pt>
                <c:pt idx="357">
                  <c:v>2165</c:v>
                </c:pt>
                <c:pt idx="358">
                  <c:v>2137</c:v>
                </c:pt>
                <c:pt idx="359">
                  <c:v>2137</c:v>
                </c:pt>
                <c:pt idx="360">
                  <c:v>2083</c:v>
                </c:pt>
                <c:pt idx="361">
                  <c:v>2003</c:v>
                </c:pt>
                <c:pt idx="362">
                  <c:v>1932</c:v>
                </c:pt>
                <c:pt idx="363">
                  <c:v>1932</c:v>
                </c:pt>
                <c:pt idx="364">
                  <c:v>1838</c:v>
                </c:pt>
                <c:pt idx="365">
                  <c:v>1726</c:v>
                </c:pt>
                <c:pt idx="366">
                  <c:v>1629</c:v>
                </c:pt>
                <c:pt idx="367">
                  <c:v>1629</c:v>
                </c:pt>
                <c:pt idx="368">
                  <c:v>1506</c:v>
                </c:pt>
                <c:pt idx="369">
                  <c:v>1406</c:v>
                </c:pt>
                <c:pt idx="370">
                  <c:v>1289</c:v>
                </c:pt>
                <c:pt idx="371">
                  <c:v>1289</c:v>
                </c:pt>
                <c:pt idx="372">
                  <c:v>1174</c:v>
                </c:pt>
                <c:pt idx="373">
                  <c:v>1082</c:v>
                </c:pt>
                <c:pt idx="374">
                  <c:v>986</c:v>
                </c:pt>
                <c:pt idx="375">
                  <c:v>948</c:v>
                </c:pt>
                <c:pt idx="376">
                  <c:v>948</c:v>
                </c:pt>
                <c:pt idx="377">
                  <c:v>871</c:v>
                </c:pt>
                <c:pt idx="378">
                  <c:v>824</c:v>
                </c:pt>
                <c:pt idx="379">
                  <c:v>828</c:v>
                </c:pt>
                <c:pt idx="380">
                  <c:v>828</c:v>
                </c:pt>
                <c:pt idx="381">
                  <c:v>815</c:v>
                </c:pt>
                <c:pt idx="382">
                  <c:v>827</c:v>
                </c:pt>
                <c:pt idx="383">
                  <c:v>882</c:v>
                </c:pt>
                <c:pt idx="384">
                  <c:v>882</c:v>
                </c:pt>
                <c:pt idx="385">
                  <c:v>929</c:v>
                </c:pt>
                <c:pt idx="386">
                  <c:v>988</c:v>
                </c:pt>
                <c:pt idx="387">
                  <c:v>1093</c:v>
                </c:pt>
                <c:pt idx="388">
                  <c:v>1093</c:v>
                </c:pt>
                <c:pt idx="389">
                  <c:v>1179</c:v>
                </c:pt>
                <c:pt idx="390">
                  <c:v>1271</c:v>
                </c:pt>
                <c:pt idx="391">
                  <c:v>1404</c:v>
                </c:pt>
                <c:pt idx="392">
                  <c:v>1404</c:v>
                </c:pt>
                <c:pt idx="393">
                  <c:v>1502</c:v>
                </c:pt>
                <c:pt idx="394">
                  <c:v>1619</c:v>
                </c:pt>
                <c:pt idx="395">
                  <c:v>1726</c:v>
                </c:pt>
                <c:pt idx="396">
                  <c:v>1726</c:v>
                </c:pt>
                <c:pt idx="397">
                  <c:v>1835</c:v>
                </c:pt>
                <c:pt idx="398">
                  <c:v>2036</c:v>
                </c:pt>
                <c:pt idx="399">
                  <c:v>2036</c:v>
                </c:pt>
                <c:pt idx="400">
                  <c:v>2008</c:v>
                </c:pt>
                <c:pt idx="401">
                  <c:v>2103</c:v>
                </c:pt>
                <c:pt idx="402">
                  <c:v>2138</c:v>
                </c:pt>
                <c:pt idx="403">
                  <c:v>2138</c:v>
                </c:pt>
                <c:pt idx="404">
                  <c:v>2160</c:v>
                </c:pt>
                <c:pt idx="405">
                  <c:v>2197</c:v>
                </c:pt>
                <c:pt idx="406">
                  <c:v>2181</c:v>
                </c:pt>
                <c:pt idx="407">
                  <c:v>2181</c:v>
                </c:pt>
                <c:pt idx="408">
                  <c:v>2153</c:v>
                </c:pt>
                <c:pt idx="409">
                  <c:v>2122</c:v>
                </c:pt>
                <c:pt idx="410">
                  <c:v>2065</c:v>
                </c:pt>
                <c:pt idx="411">
                  <c:v>2065</c:v>
                </c:pt>
                <c:pt idx="412">
                  <c:v>1982</c:v>
                </c:pt>
                <c:pt idx="413">
                  <c:v>1911</c:v>
                </c:pt>
                <c:pt idx="414">
                  <c:v>1809</c:v>
                </c:pt>
                <c:pt idx="415">
                  <c:v>1809</c:v>
                </c:pt>
                <c:pt idx="416">
                  <c:v>1700</c:v>
                </c:pt>
                <c:pt idx="417">
                  <c:v>1595</c:v>
                </c:pt>
                <c:pt idx="418">
                  <c:v>1479</c:v>
                </c:pt>
                <c:pt idx="419">
                  <c:v>1479</c:v>
                </c:pt>
                <c:pt idx="420">
                  <c:v>1382</c:v>
                </c:pt>
                <c:pt idx="421">
                  <c:v>1273</c:v>
                </c:pt>
                <c:pt idx="422">
                  <c:v>1164</c:v>
                </c:pt>
                <c:pt idx="423">
                  <c:v>1076</c:v>
                </c:pt>
                <c:pt idx="424">
                  <c:v>960</c:v>
                </c:pt>
                <c:pt idx="425">
                  <c:v>960</c:v>
                </c:pt>
                <c:pt idx="426">
                  <c:v>925</c:v>
                </c:pt>
                <c:pt idx="427">
                  <c:v>883</c:v>
                </c:pt>
                <c:pt idx="428">
                  <c:v>883</c:v>
                </c:pt>
                <c:pt idx="429">
                  <c:v>817</c:v>
                </c:pt>
                <c:pt idx="430">
                  <c:v>815</c:v>
                </c:pt>
                <c:pt idx="431">
                  <c:v>821</c:v>
                </c:pt>
                <c:pt idx="432">
                  <c:v>821</c:v>
                </c:pt>
                <c:pt idx="433">
                  <c:v>828</c:v>
                </c:pt>
                <c:pt idx="434">
                  <c:v>866</c:v>
                </c:pt>
                <c:pt idx="435">
                  <c:v>931</c:v>
                </c:pt>
                <c:pt idx="436">
                  <c:v>931</c:v>
                </c:pt>
                <c:pt idx="437">
                  <c:v>992</c:v>
                </c:pt>
                <c:pt idx="438">
                  <c:v>1082</c:v>
                </c:pt>
                <c:pt idx="439">
                  <c:v>1165</c:v>
                </c:pt>
                <c:pt idx="440">
                  <c:v>1165</c:v>
                </c:pt>
                <c:pt idx="441">
                  <c:v>1278</c:v>
                </c:pt>
                <c:pt idx="442">
                  <c:v>1404</c:v>
                </c:pt>
                <c:pt idx="443">
                  <c:v>1502</c:v>
                </c:pt>
                <c:pt idx="444">
                  <c:v>1502</c:v>
                </c:pt>
                <c:pt idx="445">
                  <c:v>1641</c:v>
                </c:pt>
                <c:pt idx="446">
                  <c:v>1748</c:v>
                </c:pt>
                <c:pt idx="447">
                  <c:v>1851</c:v>
                </c:pt>
                <c:pt idx="448">
                  <c:v>1851</c:v>
                </c:pt>
                <c:pt idx="449">
                  <c:v>1967</c:v>
                </c:pt>
                <c:pt idx="450">
                  <c:v>2031</c:v>
                </c:pt>
                <c:pt idx="451">
                  <c:v>2116</c:v>
                </c:pt>
                <c:pt idx="452">
                  <c:v>2116</c:v>
                </c:pt>
                <c:pt idx="453">
                  <c:v>2174</c:v>
                </c:pt>
                <c:pt idx="454">
                  <c:v>2196</c:v>
                </c:pt>
                <c:pt idx="455">
                  <c:v>2221</c:v>
                </c:pt>
                <c:pt idx="456">
                  <c:v>2221</c:v>
                </c:pt>
                <c:pt idx="457">
                  <c:v>2208</c:v>
                </c:pt>
                <c:pt idx="458">
                  <c:v>2180</c:v>
                </c:pt>
                <c:pt idx="459">
                  <c:v>2135</c:v>
                </c:pt>
                <c:pt idx="460">
                  <c:v>2135</c:v>
                </c:pt>
                <c:pt idx="461">
                  <c:v>2067</c:v>
                </c:pt>
                <c:pt idx="462">
                  <c:v>1980</c:v>
                </c:pt>
                <c:pt idx="463">
                  <c:v>1980</c:v>
                </c:pt>
                <c:pt idx="464">
                  <c:v>1898</c:v>
                </c:pt>
                <c:pt idx="465">
                  <c:v>1793</c:v>
                </c:pt>
                <c:pt idx="466">
                  <c:v>1678</c:v>
                </c:pt>
                <c:pt idx="467">
                  <c:v>1678</c:v>
                </c:pt>
                <c:pt idx="468">
                  <c:v>1565</c:v>
                </c:pt>
                <c:pt idx="469">
                  <c:v>1436</c:v>
                </c:pt>
                <c:pt idx="470">
                  <c:v>1337</c:v>
                </c:pt>
                <c:pt idx="471">
                  <c:v>1337</c:v>
                </c:pt>
                <c:pt idx="472">
                  <c:v>1112</c:v>
                </c:pt>
                <c:pt idx="473">
                  <c:v>1112</c:v>
                </c:pt>
                <c:pt idx="474">
                  <c:v>1049</c:v>
                </c:pt>
                <c:pt idx="475">
                  <c:v>930</c:v>
                </c:pt>
                <c:pt idx="476">
                  <c:v>876</c:v>
                </c:pt>
                <c:pt idx="477">
                  <c:v>876</c:v>
                </c:pt>
                <c:pt idx="478">
                  <c:v>860</c:v>
                </c:pt>
                <c:pt idx="479">
                  <c:v>814</c:v>
                </c:pt>
                <c:pt idx="480">
                  <c:v>804</c:v>
                </c:pt>
                <c:pt idx="481">
                  <c:v>804</c:v>
                </c:pt>
                <c:pt idx="482">
                  <c:v>818</c:v>
                </c:pt>
                <c:pt idx="483">
                  <c:v>843</c:v>
                </c:pt>
                <c:pt idx="484">
                  <c:v>896</c:v>
                </c:pt>
                <c:pt idx="485">
                  <c:v>896</c:v>
                </c:pt>
                <c:pt idx="486">
                  <c:v>960</c:v>
                </c:pt>
                <c:pt idx="487">
                  <c:v>1030</c:v>
                </c:pt>
                <c:pt idx="488">
                  <c:v>1030</c:v>
                </c:pt>
                <c:pt idx="489">
                  <c:v>1141</c:v>
                </c:pt>
                <c:pt idx="490">
                  <c:v>1225</c:v>
                </c:pt>
                <c:pt idx="491">
                  <c:v>1332</c:v>
                </c:pt>
                <c:pt idx="492">
                  <c:v>1332</c:v>
                </c:pt>
                <c:pt idx="493">
                  <c:v>1453</c:v>
                </c:pt>
                <c:pt idx="494">
                  <c:v>1545</c:v>
                </c:pt>
                <c:pt idx="495">
                  <c:v>1668</c:v>
                </c:pt>
                <c:pt idx="496">
                  <c:v>1668</c:v>
                </c:pt>
                <c:pt idx="497">
                  <c:v>1769</c:v>
                </c:pt>
                <c:pt idx="498">
                  <c:v>1884</c:v>
                </c:pt>
                <c:pt idx="499">
                  <c:v>1989</c:v>
                </c:pt>
                <c:pt idx="500">
                  <c:v>1989</c:v>
                </c:pt>
                <c:pt idx="501">
                  <c:v>2034</c:v>
                </c:pt>
                <c:pt idx="502">
                  <c:v>2118</c:v>
                </c:pt>
                <c:pt idx="503">
                  <c:v>2164</c:v>
                </c:pt>
                <c:pt idx="504">
                  <c:v>2164</c:v>
                </c:pt>
                <c:pt idx="505">
                  <c:v>2172</c:v>
                </c:pt>
                <c:pt idx="506">
                  <c:v>2195</c:v>
                </c:pt>
                <c:pt idx="507">
                  <c:v>2179</c:v>
                </c:pt>
                <c:pt idx="508">
                  <c:v>2179</c:v>
                </c:pt>
                <c:pt idx="509">
                  <c:v>2143</c:v>
                </c:pt>
                <c:pt idx="510">
                  <c:v>2104</c:v>
                </c:pt>
                <c:pt idx="511">
                  <c:v>2040</c:v>
                </c:pt>
                <c:pt idx="512">
                  <c:v>2040</c:v>
                </c:pt>
                <c:pt idx="513">
                  <c:v>1956</c:v>
                </c:pt>
                <c:pt idx="514">
                  <c:v>1878</c:v>
                </c:pt>
                <c:pt idx="515">
                  <c:v>1768</c:v>
                </c:pt>
                <c:pt idx="516">
                  <c:v>1768</c:v>
                </c:pt>
                <c:pt idx="517">
                  <c:v>1661</c:v>
                </c:pt>
                <c:pt idx="518">
                  <c:v>1559</c:v>
                </c:pt>
                <c:pt idx="519">
                  <c:v>1425</c:v>
                </c:pt>
                <c:pt idx="520">
                  <c:v>1425</c:v>
                </c:pt>
                <c:pt idx="521">
                  <c:v>1330</c:v>
                </c:pt>
                <c:pt idx="522">
                  <c:v>1226</c:v>
                </c:pt>
                <c:pt idx="523">
                  <c:v>1120</c:v>
                </c:pt>
                <c:pt idx="524">
                  <c:v>1048</c:v>
                </c:pt>
                <c:pt idx="525">
                  <c:v>1048</c:v>
                </c:pt>
                <c:pt idx="526">
                  <c:v>950</c:v>
                </c:pt>
                <c:pt idx="527">
                  <c:v>882</c:v>
                </c:pt>
                <c:pt idx="528">
                  <c:v>845</c:v>
                </c:pt>
                <c:pt idx="529">
                  <c:v>845</c:v>
                </c:pt>
                <c:pt idx="530">
                  <c:v>819</c:v>
                </c:pt>
                <c:pt idx="531">
                  <c:v>802</c:v>
                </c:pt>
                <c:pt idx="532">
                  <c:v>825</c:v>
                </c:pt>
                <c:pt idx="533">
                  <c:v>825</c:v>
                </c:pt>
                <c:pt idx="534">
                  <c:v>851</c:v>
                </c:pt>
                <c:pt idx="535">
                  <c:v>897</c:v>
                </c:pt>
                <c:pt idx="536">
                  <c:v>966</c:v>
                </c:pt>
                <c:pt idx="537">
                  <c:v>966</c:v>
                </c:pt>
                <c:pt idx="538">
                  <c:v>1039</c:v>
                </c:pt>
                <c:pt idx="539">
                  <c:v>1138</c:v>
                </c:pt>
                <c:pt idx="540">
                  <c:v>1228</c:v>
                </c:pt>
                <c:pt idx="541">
                  <c:v>1228</c:v>
                </c:pt>
                <c:pt idx="542">
                  <c:v>1351</c:v>
                </c:pt>
                <c:pt idx="543">
                  <c:v>1468</c:v>
                </c:pt>
                <c:pt idx="544">
                  <c:v>1560</c:v>
                </c:pt>
                <c:pt idx="545">
                  <c:v>1560</c:v>
                </c:pt>
                <c:pt idx="546">
                  <c:v>1702</c:v>
                </c:pt>
                <c:pt idx="547">
                  <c:v>1800</c:v>
                </c:pt>
                <c:pt idx="548">
                  <c:v>1888</c:v>
                </c:pt>
                <c:pt idx="549">
                  <c:v>1888</c:v>
                </c:pt>
                <c:pt idx="550">
                  <c:v>1997</c:v>
                </c:pt>
                <c:pt idx="551">
                  <c:v>2068</c:v>
                </c:pt>
                <c:pt idx="552">
                  <c:v>2068</c:v>
                </c:pt>
                <c:pt idx="553">
                  <c:v>2123</c:v>
                </c:pt>
                <c:pt idx="554">
                  <c:v>2164</c:v>
                </c:pt>
                <c:pt idx="555">
                  <c:v>2195</c:v>
                </c:pt>
                <c:pt idx="556">
                  <c:v>2195</c:v>
                </c:pt>
                <c:pt idx="557">
                  <c:v>2196</c:v>
                </c:pt>
                <c:pt idx="558">
                  <c:v>2173</c:v>
                </c:pt>
                <c:pt idx="559">
                  <c:v>2143</c:v>
                </c:pt>
                <c:pt idx="560">
                  <c:v>2143</c:v>
                </c:pt>
                <c:pt idx="561">
                  <c:v>2095</c:v>
                </c:pt>
                <c:pt idx="562">
                  <c:v>2022</c:v>
                </c:pt>
                <c:pt idx="563">
                  <c:v>1939</c:v>
                </c:pt>
                <c:pt idx="564">
                  <c:v>1939</c:v>
                </c:pt>
                <c:pt idx="565">
                  <c:v>1858</c:v>
                </c:pt>
                <c:pt idx="566">
                  <c:v>1743</c:v>
                </c:pt>
                <c:pt idx="567">
                  <c:v>1637</c:v>
                </c:pt>
                <c:pt idx="568">
                  <c:v>1637</c:v>
                </c:pt>
                <c:pt idx="569">
                  <c:v>1535</c:v>
                </c:pt>
                <c:pt idx="570">
                  <c:v>1403</c:v>
                </c:pt>
                <c:pt idx="571">
                  <c:v>1303</c:v>
                </c:pt>
                <c:pt idx="572">
                  <c:v>1303</c:v>
                </c:pt>
                <c:pt idx="573">
                  <c:v>1186</c:v>
                </c:pt>
                <c:pt idx="574">
                  <c:v>1079</c:v>
                </c:pt>
                <c:pt idx="575">
                  <c:v>992</c:v>
                </c:pt>
                <c:pt idx="576">
                  <c:v>924</c:v>
                </c:pt>
                <c:pt idx="577">
                  <c:v>924</c:v>
                </c:pt>
                <c:pt idx="578">
                  <c:v>871</c:v>
                </c:pt>
                <c:pt idx="579">
                  <c:v>821</c:v>
                </c:pt>
                <c:pt idx="580">
                  <c:v>804</c:v>
                </c:pt>
                <c:pt idx="581">
                  <c:v>804</c:v>
                </c:pt>
                <c:pt idx="582">
                  <c:v>806</c:v>
                </c:pt>
                <c:pt idx="583">
                  <c:v>818</c:v>
                </c:pt>
                <c:pt idx="584">
                  <c:v>850</c:v>
                </c:pt>
                <c:pt idx="585">
                  <c:v>850</c:v>
                </c:pt>
                <c:pt idx="586">
                  <c:v>914</c:v>
                </c:pt>
                <c:pt idx="587">
                  <c:v>980</c:v>
                </c:pt>
                <c:pt idx="588">
                  <c:v>1057</c:v>
                </c:pt>
                <c:pt idx="589">
                  <c:v>1057</c:v>
                </c:pt>
                <c:pt idx="590">
                  <c:v>1179</c:v>
                </c:pt>
                <c:pt idx="591">
                  <c:v>1264</c:v>
                </c:pt>
                <c:pt idx="592">
                  <c:v>1376</c:v>
                </c:pt>
                <c:pt idx="593">
                  <c:v>1376</c:v>
                </c:pt>
                <c:pt idx="594">
                  <c:v>1510</c:v>
                </c:pt>
                <c:pt idx="595">
                  <c:v>1604</c:v>
                </c:pt>
                <c:pt idx="596">
                  <c:v>1728</c:v>
                </c:pt>
                <c:pt idx="597">
                  <c:v>1728</c:v>
                </c:pt>
                <c:pt idx="598">
                  <c:v>1827</c:v>
                </c:pt>
                <c:pt idx="599">
                  <c:v>1948</c:v>
                </c:pt>
                <c:pt idx="600">
                  <c:v>1948</c:v>
                </c:pt>
                <c:pt idx="601">
                  <c:v>2018</c:v>
                </c:pt>
                <c:pt idx="602">
                  <c:v>2095</c:v>
                </c:pt>
                <c:pt idx="603">
                  <c:v>2158</c:v>
                </c:pt>
                <c:pt idx="604">
                  <c:v>2158</c:v>
                </c:pt>
                <c:pt idx="605">
                  <c:v>2176</c:v>
                </c:pt>
                <c:pt idx="606">
                  <c:v>2193</c:v>
                </c:pt>
                <c:pt idx="607">
                  <c:v>2193</c:v>
                </c:pt>
                <c:pt idx="608">
                  <c:v>2193</c:v>
                </c:pt>
                <c:pt idx="609">
                  <c:v>2165</c:v>
                </c:pt>
                <c:pt idx="610">
                  <c:v>2126</c:v>
                </c:pt>
                <c:pt idx="611">
                  <c:v>2077</c:v>
                </c:pt>
                <c:pt idx="612">
                  <c:v>2077</c:v>
                </c:pt>
                <c:pt idx="613">
                  <c:v>1998</c:v>
                </c:pt>
                <c:pt idx="614">
                  <c:v>1908</c:v>
                </c:pt>
                <c:pt idx="615">
                  <c:v>1828</c:v>
                </c:pt>
                <c:pt idx="616">
                  <c:v>1828</c:v>
                </c:pt>
                <c:pt idx="617">
                  <c:v>1707</c:v>
                </c:pt>
                <c:pt idx="618">
                  <c:v>1594</c:v>
                </c:pt>
                <c:pt idx="619">
                  <c:v>1494</c:v>
                </c:pt>
                <c:pt idx="620">
                  <c:v>1494</c:v>
                </c:pt>
                <c:pt idx="621">
                  <c:v>1366</c:v>
                </c:pt>
                <c:pt idx="622">
                  <c:v>1276</c:v>
                </c:pt>
                <c:pt idx="623">
                  <c:v>1171</c:v>
                </c:pt>
                <c:pt idx="624">
                  <c:v>1067</c:v>
                </c:pt>
                <c:pt idx="625">
                  <c:v>976</c:v>
                </c:pt>
                <c:pt idx="626">
                  <c:v>976</c:v>
                </c:pt>
                <c:pt idx="627">
                  <c:v>925</c:v>
                </c:pt>
                <c:pt idx="628">
                  <c:v>874</c:v>
                </c:pt>
                <c:pt idx="629">
                  <c:v>874</c:v>
                </c:pt>
                <c:pt idx="630">
                  <c:v>830</c:v>
                </c:pt>
                <c:pt idx="631">
                  <c:v>817</c:v>
                </c:pt>
                <c:pt idx="632">
                  <c:v>819</c:v>
                </c:pt>
                <c:pt idx="633">
                  <c:v>819</c:v>
                </c:pt>
                <c:pt idx="634">
                  <c:v>844</c:v>
                </c:pt>
                <c:pt idx="635">
                  <c:v>881</c:v>
                </c:pt>
                <c:pt idx="636">
                  <c:v>939</c:v>
                </c:pt>
                <c:pt idx="637">
                  <c:v>939</c:v>
                </c:pt>
                <c:pt idx="638">
                  <c:v>1005</c:v>
                </c:pt>
                <c:pt idx="639">
                  <c:v>1088</c:v>
                </c:pt>
                <c:pt idx="640">
                  <c:v>1189</c:v>
                </c:pt>
                <c:pt idx="641">
                  <c:v>1189</c:v>
                </c:pt>
                <c:pt idx="642">
                  <c:v>1275</c:v>
                </c:pt>
                <c:pt idx="643">
                  <c:v>1405</c:v>
                </c:pt>
                <c:pt idx="644">
                  <c:v>1532</c:v>
                </c:pt>
                <c:pt idx="645">
                  <c:v>1532</c:v>
                </c:pt>
                <c:pt idx="646">
                  <c:v>1619</c:v>
                </c:pt>
                <c:pt idx="647">
                  <c:v>1756</c:v>
                </c:pt>
                <c:pt idx="648">
                  <c:v>1851</c:v>
                </c:pt>
                <c:pt idx="649">
                  <c:v>1851</c:v>
                </c:pt>
                <c:pt idx="650">
                  <c:v>1943</c:v>
                </c:pt>
                <c:pt idx="651">
                  <c:v>2025</c:v>
                </c:pt>
                <c:pt idx="652">
                  <c:v>2094</c:v>
                </c:pt>
                <c:pt idx="653">
                  <c:v>2094</c:v>
                </c:pt>
                <c:pt idx="654">
                  <c:v>2160</c:v>
                </c:pt>
                <c:pt idx="655">
                  <c:v>2180</c:v>
                </c:pt>
                <c:pt idx="656">
                  <c:v>2188</c:v>
                </c:pt>
                <c:pt idx="657">
                  <c:v>2188</c:v>
                </c:pt>
                <c:pt idx="658">
                  <c:v>2186</c:v>
                </c:pt>
                <c:pt idx="659">
                  <c:v>2155</c:v>
                </c:pt>
                <c:pt idx="660">
                  <c:v>2116</c:v>
                </c:pt>
                <c:pt idx="661">
                  <c:v>2116</c:v>
                </c:pt>
                <c:pt idx="662">
                  <c:v>2055</c:v>
                </c:pt>
                <c:pt idx="663">
                  <c:v>1970</c:v>
                </c:pt>
                <c:pt idx="664">
                  <c:v>1970</c:v>
                </c:pt>
                <c:pt idx="665">
                  <c:v>1875</c:v>
                </c:pt>
                <c:pt idx="666">
                  <c:v>1793</c:v>
                </c:pt>
                <c:pt idx="667">
                  <c:v>1674</c:v>
                </c:pt>
                <c:pt idx="668">
                  <c:v>1674</c:v>
                </c:pt>
                <c:pt idx="669">
                  <c:v>1567</c:v>
                </c:pt>
                <c:pt idx="670">
                  <c:v>1461</c:v>
                </c:pt>
                <c:pt idx="671">
                  <c:v>1335</c:v>
                </c:pt>
                <c:pt idx="672">
                  <c:v>1335</c:v>
                </c:pt>
                <c:pt idx="673">
                  <c:v>1132</c:v>
                </c:pt>
                <c:pt idx="674">
                  <c:v>1132</c:v>
                </c:pt>
                <c:pt idx="675">
                  <c:v>1058</c:v>
                </c:pt>
                <c:pt idx="676">
                  <c:v>959</c:v>
                </c:pt>
                <c:pt idx="677">
                  <c:v>893</c:v>
                </c:pt>
                <c:pt idx="678">
                  <c:v>893</c:v>
                </c:pt>
                <c:pt idx="679">
                  <c:v>866</c:v>
                </c:pt>
                <c:pt idx="680">
                  <c:v>832</c:v>
                </c:pt>
                <c:pt idx="681">
                  <c:v>812</c:v>
                </c:pt>
                <c:pt idx="682">
                  <c:v>812</c:v>
                </c:pt>
                <c:pt idx="683">
                  <c:v>829</c:v>
                </c:pt>
                <c:pt idx="684">
                  <c:v>851</c:v>
                </c:pt>
                <c:pt idx="685">
                  <c:v>884</c:v>
                </c:pt>
                <c:pt idx="686">
                  <c:v>884</c:v>
                </c:pt>
                <c:pt idx="687">
                  <c:v>960</c:v>
                </c:pt>
                <c:pt idx="688">
                  <c:v>1032</c:v>
                </c:pt>
                <c:pt idx="689">
                  <c:v>1032</c:v>
                </c:pt>
                <c:pt idx="690">
                  <c:v>1104</c:v>
                </c:pt>
                <c:pt idx="691">
                  <c:v>1225</c:v>
                </c:pt>
                <c:pt idx="692">
                  <c:v>1323</c:v>
                </c:pt>
                <c:pt idx="693">
                  <c:v>1323</c:v>
                </c:pt>
                <c:pt idx="694">
                  <c:v>1429</c:v>
                </c:pt>
                <c:pt idx="695">
                  <c:v>1549</c:v>
                </c:pt>
                <c:pt idx="696">
                  <c:v>1655</c:v>
                </c:pt>
                <c:pt idx="697">
                  <c:v>1655</c:v>
                </c:pt>
                <c:pt idx="698">
                  <c:v>1783</c:v>
                </c:pt>
                <c:pt idx="699">
                  <c:v>1876</c:v>
                </c:pt>
                <c:pt idx="700">
                  <c:v>1981</c:v>
                </c:pt>
                <c:pt idx="701">
                  <c:v>1981</c:v>
                </c:pt>
                <c:pt idx="702">
                  <c:v>2065</c:v>
                </c:pt>
                <c:pt idx="703">
                  <c:v>2110</c:v>
                </c:pt>
                <c:pt idx="704">
                  <c:v>2172</c:v>
                </c:pt>
                <c:pt idx="705">
                  <c:v>2172</c:v>
                </c:pt>
                <c:pt idx="706">
                  <c:v>2199</c:v>
                </c:pt>
                <c:pt idx="707">
                  <c:v>2200</c:v>
                </c:pt>
                <c:pt idx="708">
                  <c:v>2190</c:v>
                </c:pt>
                <c:pt idx="709">
                  <c:v>2190</c:v>
                </c:pt>
                <c:pt idx="710">
                  <c:v>2161</c:v>
                </c:pt>
                <c:pt idx="711">
                  <c:v>2110</c:v>
                </c:pt>
                <c:pt idx="712">
                  <c:v>2047</c:v>
                </c:pt>
                <c:pt idx="713">
                  <c:v>2047</c:v>
                </c:pt>
                <c:pt idx="714">
                  <c:v>1964</c:v>
                </c:pt>
                <c:pt idx="715">
                  <c:v>1868</c:v>
                </c:pt>
                <c:pt idx="716">
                  <c:v>1774</c:v>
                </c:pt>
                <c:pt idx="717">
                  <c:v>1774</c:v>
                </c:pt>
                <c:pt idx="718">
                  <c:v>1660</c:v>
                </c:pt>
                <c:pt idx="719">
                  <c:v>1548</c:v>
                </c:pt>
                <c:pt idx="720">
                  <c:v>1430</c:v>
                </c:pt>
                <c:pt idx="721">
                  <c:v>1430</c:v>
                </c:pt>
                <c:pt idx="722">
                  <c:v>1302</c:v>
                </c:pt>
                <c:pt idx="723">
                  <c:v>1213</c:v>
                </c:pt>
                <c:pt idx="724">
                  <c:v>1101</c:v>
                </c:pt>
                <c:pt idx="725">
                  <c:v>1021</c:v>
                </c:pt>
                <c:pt idx="726">
                  <c:v>1021</c:v>
                </c:pt>
                <c:pt idx="727">
                  <c:v>962</c:v>
                </c:pt>
                <c:pt idx="728">
                  <c:v>870</c:v>
                </c:pt>
                <c:pt idx="729">
                  <c:v>843</c:v>
                </c:pt>
                <c:pt idx="730">
                  <c:v>843</c:v>
                </c:pt>
                <c:pt idx="731">
                  <c:v>821</c:v>
                </c:pt>
                <c:pt idx="732">
                  <c:v>795</c:v>
                </c:pt>
                <c:pt idx="733">
                  <c:v>816</c:v>
                </c:pt>
                <c:pt idx="734">
                  <c:v>816</c:v>
                </c:pt>
                <c:pt idx="735">
                  <c:v>860</c:v>
                </c:pt>
                <c:pt idx="736">
                  <c:v>902</c:v>
                </c:pt>
                <c:pt idx="737">
                  <c:v>969</c:v>
                </c:pt>
                <c:pt idx="738">
                  <c:v>969</c:v>
                </c:pt>
                <c:pt idx="739">
                  <c:v>1051</c:v>
                </c:pt>
                <c:pt idx="740">
                  <c:v>1141</c:v>
                </c:pt>
                <c:pt idx="741">
                  <c:v>1251</c:v>
                </c:pt>
                <c:pt idx="742">
                  <c:v>1251</c:v>
                </c:pt>
                <c:pt idx="743">
                  <c:v>1350</c:v>
                </c:pt>
                <c:pt idx="744">
                  <c:v>1479</c:v>
                </c:pt>
                <c:pt idx="745">
                  <c:v>1593</c:v>
                </c:pt>
                <c:pt idx="746">
                  <c:v>1593</c:v>
                </c:pt>
                <c:pt idx="747">
                  <c:v>1692</c:v>
                </c:pt>
                <c:pt idx="748">
                  <c:v>1818</c:v>
                </c:pt>
                <c:pt idx="749">
                  <c:v>1897</c:v>
                </c:pt>
                <c:pt idx="750">
                  <c:v>1897</c:v>
                </c:pt>
                <c:pt idx="751">
                  <c:v>1988</c:v>
                </c:pt>
                <c:pt idx="752">
                  <c:v>2078</c:v>
                </c:pt>
                <c:pt idx="753">
                  <c:v>2078</c:v>
                </c:pt>
                <c:pt idx="754">
                  <c:v>2112</c:v>
                </c:pt>
                <c:pt idx="755">
                  <c:v>2157</c:v>
                </c:pt>
                <c:pt idx="756">
                  <c:v>2180</c:v>
                </c:pt>
                <c:pt idx="757">
                  <c:v>2180</c:v>
                </c:pt>
                <c:pt idx="758">
                  <c:v>2177</c:v>
                </c:pt>
                <c:pt idx="759">
                  <c:v>2159</c:v>
                </c:pt>
                <c:pt idx="760">
                  <c:v>2128</c:v>
                </c:pt>
                <c:pt idx="761">
                  <c:v>2128</c:v>
                </c:pt>
                <c:pt idx="762">
                  <c:v>2075</c:v>
                </c:pt>
                <c:pt idx="763">
                  <c:v>2004</c:v>
                </c:pt>
                <c:pt idx="764">
                  <c:v>1923</c:v>
                </c:pt>
                <c:pt idx="765">
                  <c:v>1923</c:v>
                </c:pt>
                <c:pt idx="766">
                  <c:v>1828</c:v>
                </c:pt>
                <c:pt idx="767">
                  <c:v>1739</c:v>
                </c:pt>
                <c:pt idx="768">
                  <c:v>1620</c:v>
                </c:pt>
                <c:pt idx="769">
                  <c:v>1620</c:v>
                </c:pt>
                <c:pt idx="770">
                  <c:v>1521</c:v>
                </c:pt>
                <c:pt idx="771">
                  <c:v>1409</c:v>
                </c:pt>
                <c:pt idx="772">
                  <c:v>1288</c:v>
                </c:pt>
                <c:pt idx="773">
                  <c:v>1288</c:v>
                </c:pt>
                <c:pt idx="774">
                  <c:v>1195</c:v>
                </c:pt>
                <c:pt idx="775">
                  <c:v>1087</c:v>
                </c:pt>
                <c:pt idx="776">
                  <c:v>988</c:v>
                </c:pt>
                <c:pt idx="777">
                  <c:v>952</c:v>
                </c:pt>
                <c:pt idx="778">
                  <c:v>952</c:v>
                </c:pt>
                <c:pt idx="779">
                  <c:v>867</c:v>
                </c:pt>
                <c:pt idx="780">
                  <c:v>835</c:v>
                </c:pt>
                <c:pt idx="781">
                  <c:v>829</c:v>
                </c:pt>
                <c:pt idx="782">
                  <c:v>829</c:v>
                </c:pt>
                <c:pt idx="783">
                  <c:v>811</c:v>
                </c:pt>
                <c:pt idx="784">
                  <c:v>828</c:v>
                </c:pt>
                <c:pt idx="785">
                  <c:v>865</c:v>
                </c:pt>
                <c:pt idx="786">
                  <c:v>865</c:v>
                </c:pt>
                <c:pt idx="787">
                  <c:v>911</c:v>
                </c:pt>
                <c:pt idx="788">
                  <c:v>996</c:v>
                </c:pt>
                <c:pt idx="789">
                  <c:v>1077</c:v>
                </c:pt>
                <c:pt idx="790">
                  <c:v>1077</c:v>
                </c:pt>
                <c:pt idx="791">
                  <c:v>1166</c:v>
                </c:pt>
                <c:pt idx="792">
                  <c:v>1280</c:v>
                </c:pt>
                <c:pt idx="793">
                  <c:v>1377</c:v>
                </c:pt>
                <c:pt idx="794">
                  <c:v>1377</c:v>
                </c:pt>
                <c:pt idx="795">
                  <c:v>1496</c:v>
                </c:pt>
                <c:pt idx="796">
                  <c:v>1625</c:v>
                </c:pt>
                <c:pt idx="797">
                  <c:v>1719</c:v>
                </c:pt>
                <c:pt idx="798">
                  <c:v>1719</c:v>
                </c:pt>
                <c:pt idx="799">
                  <c:v>1848</c:v>
                </c:pt>
                <c:pt idx="800">
                  <c:v>1931</c:v>
                </c:pt>
                <c:pt idx="801">
                  <c:v>1931</c:v>
                </c:pt>
                <c:pt idx="802">
                  <c:v>2016</c:v>
                </c:pt>
                <c:pt idx="803">
                  <c:v>2109</c:v>
                </c:pt>
                <c:pt idx="804">
                  <c:v>2146</c:v>
                </c:pt>
                <c:pt idx="805">
                  <c:v>2146</c:v>
                </c:pt>
                <c:pt idx="806">
                  <c:v>2185</c:v>
                </c:pt>
                <c:pt idx="807">
                  <c:v>2200</c:v>
                </c:pt>
                <c:pt idx="808">
                  <c:v>2192</c:v>
                </c:pt>
                <c:pt idx="809">
                  <c:v>2192</c:v>
                </c:pt>
                <c:pt idx="810">
                  <c:v>2168</c:v>
                </c:pt>
                <c:pt idx="811">
                  <c:v>2132</c:v>
                </c:pt>
                <c:pt idx="812">
                  <c:v>2065</c:v>
                </c:pt>
                <c:pt idx="813">
                  <c:v>2065</c:v>
                </c:pt>
                <c:pt idx="814">
                  <c:v>1995</c:v>
                </c:pt>
                <c:pt idx="815">
                  <c:v>1911</c:v>
                </c:pt>
                <c:pt idx="816">
                  <c:v>1813</c:v>
                </c:pt>
                <c:pt idx="817">
                  <c:v>1813</c:v>
                </c:pt>
                <c:pt idx="818">
                  <c:v>1712</c:v>
                </c:pt>
                <c:pt idx="819">
                  <c:v>1588</c:v>
                </c:pt>
                <c:pt idx="820">
                  <c:v>1487</c:v>
                </c:pt>
                <c:pt idx="821">
                  <c:v>1487</c:v>
                </c:pt>
                <c:pt idx="822">
                  <c:v>1375</c:v>
                </c:pt>
                <c:pt idx="823">
                  <c:v>1254</c:v>
                </c:pt>
                <c:pt idx="824">
                  <c:v>1171</c:v>
                </c:pt>
                <c:pt idx="825">
                  <c:v>1074</c:v>
                </c:pt>
                <c:pt idx="826">
                  <c:v>967</c:v>
                </c:pt>
                <c:pt idx="827">
                  <c:v>967</c:v>
                </c:pt>
                <c:pt idx="828">
                  <c:v>926</c:v>
                </c:pt>
                <c:pt idx="829">
                  <c:v>857</c:v>
                </c:pt>
                <c:pt idx="830">
                  <c:v>857</c:v>
                </c:pt>
                <c:pt idx="831">
                  <c:v>819</c:v>
                </c:pt>
                <c:pt idx="832">
                  <c:v>817</c:v>
                </c:pt>
                <c:pt idx="833">
                  <c:v>812</c:v>
                </c:pt>
                <c:pt idx="834">
                  <c:v>812</c:v>
                </c:pt>
                <c:pt idx="835">
                  <c:v>825</c:v>
                </c:pt>
                <c:pt idx="836">
                  <c:v>874</c:v>
                </c:pt>
                <c:pt idx="837">
                  <c:v>925</c:v>
                </c:pt>
                <c:pt idx="838">
                  <c:v>925</c:v>
                </c:pt>
                <c:pt idx="839">
                  <c:v>995</c:v>
                </c:pt>
                <c:pt idx="840">
                  <c:v>1083</c:v>
                </c:pt>
                <c:pt idx="841">
                  <c:v>1178</c:v>
                </c:pt>
                <c:pt idx="842">
                  <c:v>1178</c:v>
                </c:pt>
                <c:pt idx="843">
                  <c:v>1291</c:v>
                </c:pt>
                <c:pt idx="844">
                  <c:v>1386</c:v>
                </c:pt>
                <c:pt idx="845">
                  <c:v>1523</c:v>
                </c:pt>
                <c:pt idx="846">
                  <c:v>1523</c:v>
                </c:pt>
                <c:pt idx="847">
                  <c:v>1646</c:v>
                </c:pt>
                <c:pt idx="848">
                  <c:v>1746</c:v>
                </c:pt>
                <c:pt idx="849">
                  <c:v>1875</c:v>
                </c:pt>
                <c:pt idx="850">
                  <c:v>1875</c:v>
                </c:pt>
                <c:pt idx="851">
                  <c:v>1959</c:v>
                </c:pt>
                <c:pt idx="852">
                  <c:v>2032</c:v>
                </c:pt>
                <c:pt idx="853">
                  <c:v>2116</c:v>
                </c:pt>
                <c:pt idx="854">
                  <c:v>2116</c:v>
                </c:pt>
                <c:pt idx="855">
                  <c:v>2162</c:v>
                </c:pt>
                <c:pt idx="856">
                  <c:v>2196</c:v>
                </c:pt>
                <c:pt idx="857">
                  <c:v>2200</c:v>
                </c:pt>
                <c:pt idx="858">
                  <c:v>2200</c:v>
                </c:pt>
                <c:pt idx="859">
                  <c:v>2190</c:v>
                </c:pt>
                <c:pt idx="860">
                  <c:v>2168</c:v>
                </c:pt>
                <c:pt idx="861">
                  <c:v>2122</c:v>
                </c:pt>
                <c:pt idx="862">
                  <c:v>2122</c:v>
                </c:pt>
                <c:pt idx="863">
                  <c:v>2047</c:v>
                </c:pt>
                <c:pt idx="864">
                  <c:v>1976</c:v>
                </c:pt>
                <c:pt idx="865">
                  <c:v>1976</c:v>
                </c:pt>
                <c:pt idx="866">
                  <c:v>1886</c:v>
                </c:pt>
                <c:pt idx="867">
                  <c:v>1773</c:v>
                </c:pt>
                <c:pt idx="868">
                  <c:v>1679</c:v>
                </c:pt>
                <c:pt idx="869">
                  <c:v>1679</c:v>
                </c:pt>
                <c:pt idx="870">
                  <c:v>1556</c:v>
                </c:pt>
                <c:pt idx="871">
                  <c:v>1441</c:v>
                </c:pt>
                <c:pt idx="872">
                  <c:v>1334</c:v>
                </c:pt>
                <c:pt idx="873">
                  <c:v>1334</c:v>
                </c:pt>
                <c:pt idx="874">
                  <c:v>1125</c:v>
                </c:pt>
                <c:pt idx="875">
                  <c:v>1125</c:v>
                </c:pt>
                <c:pt idx="876">
                  <c:v>1057</c:v>
                </c:pt>
                <c:pt idx="877">
                  <c:v>950</c:v>
                </c:pt>
                <c:pt idx="878">
                  <c:v>885</c:v>
                </c:pt>
                <c:pt idx="879">
                  <c:v>885</c:v>
                </c:pt>
                <c:pt idx="880">
                  <c:v>866</c:v>
                </c:pt>
                <c:pt idx="881">
                  <c:v>842</c:v>
                </c:pt>
                <c:pt idx="882">
                  <c:v>814</c:v>
                </c:pt>
                <c:pt idx="883">
                  <c:v>814</c:v>
                </c:pt>
                <c:pt idx="884">
                  <c:v>830</c:v>
                </c:pt>
                <c:pt idx="885">
                  <c:v>865</c:v>
                </c:pt>
                <c:pt idx="886">
                  <c:v>908</c:v>
                </c:pt>
                <c:pt idx="887">
                  <c:v>908</c:v>
                </c:pt>
                <c:pt idx="888">
                  <c:v>958</c:v>
                </c:pt>
                <c:pt idx="889">
                  <c:v>1050</c:v>
                </c:pt>
                <c:pt idx="890">
                  <c:v>1050</c:v>
                </c:pt>
                <c:pt idx="891">
                  <c:v>1129</c:v>
                </c:pt>
                <c:pt idx="892">
                  <c:v>1220</c:v>
                </c:pt>
                <c:pt idx="893">
                  <c:v>1349</c:v>
                </c:pt>
                <c:pt idx="894">
                  <c:v>1349</c:v>
                </c:pt>
                <c:pt idx="895">
                  <c:v>1436</c:v>
                </c:pt>
                <c:pt idx="896">
                  <c:v>1541</c:v>
                </c:pt>
                <c:pt idx="897">
                  <c:v>1661</c:v>
                </c:pt>
                <c:pt idx="898">
                  <c:v>1661</c:v>
                </c:pt>
                <c:pt idx="899">
                  <c:v>1765</c:v>
                </c:pt>
                <c:pt idx="900">
                  <c:v>1883</c:v>
                </c:pt>
                <c:pt idx="901">
                  <c:v>1961</c:v>
                </c:pt>
                <c:pt idx="902">
                  <c:v>1961</c:v>
                </c:pt>
                <c:pt idx="903">
                  <c:v>2043</c:v>
                </c:pt>
                <c:pt idx="904">
                  <c:v>2122</c:v>
                </c:pt>
                <c:pt idx="905">
                  <c:v>2157</c:v>
                </c:pt>
                <c:pt idx="906">
                  <c:v>2157</c:v>
                </c:pt>
                <c:pt idx="907">
                  <c:v>2186</c:v>
                </c:pt>
                <c:pt idx="908">
                  <c:v>2192</c:v>
                </c:pt>
                <c:pt idx="909">
                  <c:v>2178</c:v>
                </c:pt>
                <c:pt idx="910">
                  <c:v>2178</c:v>
                </c:pt>
                <c:pt idx="911">
                  <c:v>2151</c:v>
                </c:pt>
                <c:pt idx="912">
                  <c:v>2109</c:v>
                </c:pt>
                <c:pt idx="913">
                  <c:v>2043</c:v>
                </c:pt>
                <c:pt idx="914">
                  <c:v>2043</c:v>
                </c:pt>
                <c:pt idx="915">
                  <c:v>1969</c:v>
                </c:pt>
                <c:pt idx="916">
                  <c:v>1876</c:v>
                </c:pt>
                <c:pt idx="917">
                  <c:v>1762</c:v>
                </c:pt>
                <c:pt idx="918">
                  <c:v>1762</c:v>
                </c:pt>
                <c:pt idx="919">
                  <c:v>1668</c:v>
                </c:pt>
                <c:pt idx="920">
                  <c:v>1543</c:v>
                </c:pt>
                <c:pt idx="921">
                  <c:v>1429</c:v>
                </c:pt>
                <c:pt idx="922">
                  <c:v>1429</c:v>
                </c:pt>
                <c:pt idx="923">
                  <c:v>1324</c:v>
                </c:pt>
                <c:pt idx="924">
                  <c:v>1205</c:v>
                </c:pt>
                <c:pt idx="925">
                  <c:v>1120</c:v>
                </c:pt>
                <c:pt idx="926">
                  <c:v>1024</c:v>
                </c:pt>
                <c:pt idx="927">
                  <c:v>1024</c:v>
                </c:pt>
                <c:pt idx="928">
                  <c:v>948</c:v>
                </c:pt>
                <c:pt idx="929">
                  <c:v>872</c:v>
                </c:pt>
                <c:pt idx="930">
                  <c:v>839</c:v>
                </c:pt>
                <c:pt idx="931">
                  <c:v>839</c:v>
                </c:pt>
                <c:pt idx="932">
                  <c:v>816</c:v>
                </c:pt>
                <c:pt idx="933">
                  <c:v>807</c:v>
                </c:pt>
                <c:pt idx="934">
                  <c:v>815</c:v>
                </c:pt>
                <c:pt idx="935">
                  <c:v>815</c:v>
                </c:pt>
                <c:pt idx="936">
                  <c:v>854</c:v>
                </c:pt>
                <c:pt idx="937">
                  <c:v>906</c:v>
                </c:pt>
                <c:pt idx="938">
                  <c:v>961</c:v>
                </c:pt>
                <c:pt idx="939">
                  <c:v>961</c:v>
                </c:pt>
                <c:pt idx="940">
                  <c:v>1045</c:v>
                </c:pt>
                <c:pt idx="941">
                  <c:v>1133</c:v>
                </c:pt>
                <c:pt idx="942">
                  <c:v>1229</c:v>
                </c:pt>
                <c:pt idx="943">
                  <c:v>1229</c:v>
                </c:pt>
                <c:pt idx="944">
                  <c:v>1359</c:v>
                </c:pt>
                <c:pt idx="945">
                  <c:v>1447</c:v>
                </c:pt>
                <c:pt idx="946">
                  <c:v>1584</c:v>
                </c:pt>
                <c:pt idx="947">
                  <c:v>1584</c:v>
                </c:pt>
                <c:pt idx="948">
                  <c:v>1702</c:v>
                </c:pt>
                <c:pt idx="949">
                  <c:v>1796</c:v>
                </c:pt>
                <c:pt idx="950">
                  <c:v>1907</c:v>
                </c:pt>
                <c:pt idx="951">
                  <c:v>1907</c:v>
                </c:pt>
                <c:pt idx="952">
                  <c:v>1992</c:v>
                </c:pt>
                <c:pt idx="953">
                  <c:v>2076</c:v>
                </c:pt>
                <c:pt idx="954">
                  <c:v>2076</c:v>
                </c:pt>
                <c:pt idx="955">
                  <c:v>2136</c:v>
                </c:pt>
                <c:pt idx="956">
                  <c:v>2165</c:v>
                </c:pt>
                <c:pt idx="957">
                  <c:v>2203</c:v>
                </c:pt>
                <c:pt idx="958">
                  <c:v>2203</c:v>
                </c:pt>
                <c:pt idx="959">
                  <c:v>2197</c:v>
                </c:pt>
                <c:pt idx="960">
                  <c:v>2173</c:v>
                </c:pt>
                <c:pt idx="961">
                  <c:v>2147</c:v>
                </c:pt>
                <c:pt idx="962">
                  <c:v>2147</c:v>
                </c:pt>
                <c:pt idx="963">
                  <c:v>2095</c:v>
                </c:pt>
                <c:pt idx="964">
                  <c:v>2017</c:v>
                </c:pt>
                <c:pt idx="965">
                  <c:v>1937</c:v>
                </c:pt>
                <c:pt idx="966">
                  <c:v>1937</c:v>
                </c:pt>
                <c:pt idx="967">
                  <c:v>1846</c:v>
                </c:pt>
                <c:pt idx="968">
                  <c:v>1725</c:v>
                </c:pt>
                <c:pt idx="969">
                  <c:v>1629</c:v>
                </c:pt>
                <c:pt idx="970">
                  <c:v>1629</c:v>
                </c:pt>
                <c:pt idx="971">
                  <c:v>1507</c:v>
                </c:pt>
                <c:pt idx="972">
                  <c:v>1400</c:v>
                </c:pt>
                <c:pt idx="973">
                  <c:v>1286</c:v>
                </c:pt>
                <c:pt idx="974">
                  <c:v>1286</c:v>
                </c:pt>
                <c:pt idx="975">
                  <c:v>1163</c:v>
                </c:pt>
                <c:pt idx="976">
                  <c:v>1075</c:v>
                </c:pt>
                <c:pt idx="977">
                  <c:v>972</c:v>
                </c:pt>
                <c:pt idx="978">
                  <c:v>932</c:v>
                </c:pt>
                <c:pt idx="979">
                  <c:v>932</c:v>
                </c:pt>
                <c:pt idx="980">
                  <c:v>869</c:v>
                </c:pt>
                <c:pt idx="981">
                  <c:v>818</c:v>
                </c:pt>
                <c:pt idx="982">
                  <c:v>818</c:v>
                </c:pt>
                <c:pt idx="983">
                  <c:v>818</c:v>
                </c:pt>
                <c:pt idx="984">
                  <c:v>814</c:v>
                </c:pt>
                <c:pt idx="985">
                  <c:v>821</c:v>
                </c:pt>
                <c:pt idx="986">
                  <c:v>874</c:v>
                </c:pt>
                <c:pt idx="987">
                  <c:v>874</c:v>
                </c:pt>
                <c:pt idx="988">
                  <c:v>932</c:v>
                </c:pt>
                <c:pt idx="989">
                  <c:v>983</c:v>
                </c:pt>
                <c:pt idx="990">
                  <c:v>1091</c:v>
                </c:pt>
                <c:pt idx="991">
                  <c:v>1091</c:v>
                </c:pt>
                <c:pt idx="992">
                  <c:v>1186</c:v>
                </c:pt>
                <c:pt idx="993">
                  <c:v>1276</c:v>
                </c:pt>
                <c:pt idx="994">
                  <c:v>1410</c:v>
                </c:pt>
                <c:pt idx="995">
                  <c:v>1410</c:v>
                </c:pt>
                <c:pt idx="996">
                  <c:v>1506</c:v>
                </c:pt>
                <c:pt idx="997">
                  <c:v>1616</c:v>
                </c:pt>
                <c:pt idx="998">
                  <c:v>1734</c:v>
                </c:pt>
                <c:pt idx="999">
                  <c:v>1734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0F9-4C0D-B378-2B3E73C0C6AE}"/>
            </c:ext>
          </c:extLst>
        </c:ser>
        <c:ser>
          <c:idx val="1"/>
          <c:order val="1"/>
          <c:tx>
            <c:v>電壓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工作表1!$B$1:$B$1000</c:f>
              <c:numCache>
                <c:formatCode>General</c:formatCode>
                <c:ptCount val="1000"/>
                <c:pt idx="0">
                  <c:v>1941</c:v>
                </c:pt>
                <c:pt idx="1">
                  <c:v>1877</c:v>
                </c:pt>
                <c:pt idx="2">
                  <c:v>1849</c:v>
                </c:pt>
                <c:pt idx="3">
                  <c:v>1849</c:v>
                </c:pt>
                <c:pt idx="4">
                  <c:v>1777</c:v>
                </c:pt>
                <c:pt idx="5">
                  <c:v>1820</c:v>
                </c:pt>
                <c:pt idx="6">
                  <c:v>1820</c:v>
                </c:pt>
                <c:pt idx="7">
                  <c:v>1697</c:v>
                </c:pt>
                <c:pt idx="8">
                  <c:v>1680</c:v>
                </c:pt>
                <c:pt idx="9">
                  <c:v>1623</c:v>
                </c:pt>
                <c:pt idx="10">
                  <c:v>1623</c:v>
                </c:pt>
                <c:pt idx="11">
                  <c:v>1600</c:v>
                </c:pt>
                <c:pt idx="12">
                  <c:v>1577</c:v>
                </c:pt>
                <c:pt idx="13">
                  <c:v>1524</c:v>
                </c:pt>
                <c:pt idx="14">
                  <c:v>1524</c:v>
                </c:pt>
                <c:pt idx="15">
                  <c:v>1554</c:v>
                </c:pt>
                <c:pt idx="16">
                  <c:v>1460</c:v>
                </c:pt>
                <c:pt idx="17">
                  <c:v>1446</c:v>
                </c:pt>
                <c:pt idx="18">
                  <c:v>1446</c:v>
                </c:pt>
                <c:pt idx="19">
                  <c:v>1448</c:v>
                </c:pt>
                <c:pt idx="20">
                  <c:v>1449</c:v>
                </c:pt>
                <c:pt idx="21">
                  <c:v>1455</c:v>
                </c:pt>
                <c:pt idx="22">
                  <c:v>1463</c:v>
                </c:pt>
                <c:pt idx="23">
                  <c:v>1463</c:v>
                </c:pt>
                <c:pt idx="24">
                  <c:v>1490</c:v>
                </c:pt>
                <c:pt idx="25">
                  <c:v>1557</c:v>
                </c:pt>
                <c:pt idx="26">
                  <c:v>1532</c:v>
                </c:pt>
                <c:pt idx="27">
                  <c:v>1532</c:v>
                </c:pt>
                <c:pt idx="28">
                  <c:v>1641</c:v>
                </c:pt>
                <c:pt idx="29">
                  <c:v>1717</c:v>
                </c:pt>
                <c:pt idx="30">
                  <c:v>1748</c:v>
                </c:pt>
                <c:pt idx="31">
                  <c:v>1748</c:v>
                </c:pt>
                <c:pt idx="32">
                  <c:v>1811</c:v>
                </c:pt>
                <c:pt idx="33">
                  <c:v>1770</c:v>
                </c:pt>
                <c:pt idx="34">
                  <c:v>1895</c:v>
                </c:pt>
                <c:pt idx="35">
                  <c:v>1895</c:v>
                </c:pt>
                <c:pt idx="36">
                  <c:v>1946</c:v>
                </c:pt>
                <c:pt idx="37">
                  <c:v>1923</c:v>
                </c:pt>
                <c:pt idx="38">
                  <c:v>1930</c:v>
                </c:pt>
                <c:pt idx="39">
                  <c:v>1930</c:v>
                </c:pt>
                <c:pt idx="40">
                  <c:v>1936</c:v>
                </c:pt>
                <c:pt idx="41">
                  <c:v>1937</c:v>
                </c:pt>
                <c:pt idx="42">
                  <c:v>1943</c:v>
                </c:pt>
                <c:pt idx="43">
                  <c:v>1943</c:v>
                </c:pt>
                <c:pt idx="44">
                  <c:v>1948</c:v>
                </c:pt>
                <c:pt idx="45">
                  <c:v>1941</c:v>
                </c:pt>
                <c:pt idx="46">
                  <c:v>1902</c:v>
                </c:pt>
                <c:pt idx="47">
                  <c:v>1902</c:v>
                </c:pt>
                <c:pt idx="48">
                  <c:v>1948</c:v>
                </c:pt>
                <c:pt idx="49">
                  <c:v>1916</c:v>
                </c:pt>
                <c:pt idx="50">
                  <c:v>1925</c:v>
                </c:pt>
                <c:pt idx="51">
                  <c:v>1925</c:v>
                </c:pt>
                <c:pt idx="52">
                  <c:v>1870</c:v>
                </c:pt>
                <c:pt idx="53">
                  <c:v>1843</c:v>
                </c:pt>
                <c:pt idx="54">
                  <c:v>1768</c:v>
                </c:pt>
                <c:pt idx="55">
                  <c:v>1768</c:v>
                </c:pt>
                <c:pt idx="56">
                  <c:v>1810</c:v>
                </c:pt>
                <c:pt idx="57">
                  <c:v>1685</c:v>
                </c:pt>
                <c:pt idx="58">
                  <c:v>1685</c:v>
                </c:pt>
                <c:pt idx="59">
                  <c:v>1637</c:v>
                </c:pt>
                <c:pt idx="60">
                  <c:v>1649</c:v>
                </c:pt>
                <c:pt idx="61">
                  <c:v>1637</c:v>
                </c:pt>
                <c:pt idx="62">
                  <c:v>1637</c:v>
                </c:pt>
                <c:pt idx="63">
                  <c:v>1620</c:v>
                </c:pt>
                <c:pt idx="64">
                  <c:v>1569</c:v>
                </c:pt>
                <c:pt idx="65">
                  <c:v>1513</c:v>
                </c:pt>
                <c:pt idx="66">
                  <c:v>1513</c:v>
                </c:pt>
                <c:pt idx="67">
                  <c:v>1546</c:v>
                </c:pt>
                <c:pt idx="68">
                  <c:v>1457</c:v>
                </c:pt>
                <c:pt idx="69">
                  <c:v>1453</c:v>
                </c:pt>
                <c:pt idx="70">
                  <c:v>1454</c:v>
                </c:pt>
                <c:pt idx="71">
                  <c:v>1478</c:v>
                </c:pt>
                <c:pt idx="72">
                  <c:v>1478</c:v>
                </c:pt>
                <c:pt idx="73">
                  <c:v>1519</c:v>
                </c:pt>
                <c:pt idx="74">
                  <c:v>1582</c:v>
                </c:pt>
                <c:pt idx="75">
                  <c:v>1572</c:v>
                </c:pt>
                <c:pt idx="76">
                  <c:v>1572</c:v>
                </c:pt>
                <c:pt idx="77">
                  <c:v>1580</c:v>
                </c:pt>
                <c:pt idx="78">
                  <c:v>1601</c:v>
                </c:pt>
                <c:pt idx="79">
                  <c:v>1669</c:v>
                </c:pt>
                <c:pt idx="80">
                  <c:v>1669</c:v>
                </c:pt>
                <c:pt idx="81">
                  <c:v>1708</c:v>
                </c:pt>
                <c:pt idx="82">
                  <c:v>1768</c:v>
                </c:pt>
                <c:pt idx="83">
                  <c:v>1879</c:v>
                </c:pt>
                <c:pt idx="84">
                  <c:v>1879</c:v>
                </c:pt>
                <c:pt idx="85">
                  <c:v>1892</c:v>
                </c:pt>
                <c:pt idx="86">
                  <c:v>1942</c:v>
                </c:pt>
                <c:pt idx="87">
                  <c:v>1942</c:v>
                </c:pt>
                <c:pt idx="88">
                  <c:v>1929</c:v>
                </c:pt>
                <c:pt idx="89">
                  <c:v>1931</c:v>
                </c:pt>
                <c:pt idx="90">
                  <c:v>1941</c:v>
                </c:pt>
                <c:pt idx="91">
                  <c:v>1941</c:v>
                </c:pt>
                <c:pt idx="92">
                  <c:v>1946</c:v>
                </c:pt>
                <c:pt idx="93">
                  <c:v>1949</c:v>
                </c:pt>
                <c:pt idx="94">
                  <c:v>1949</c:v>
                </c:pt>
                <c:pt idx="95">
                  <c:v>1949</c:v>
                </c:pt>
                <c:pt idx="96">
                  <c:v>1948</c:v>
                </c:pt>
                <c:pt idx="97">
                  <c:v>1904</c:v>
                </c:pt>
                <c:pt idx="98">
                  <c:v>1948</c:v>
                </c:pt>
                <c:pt idx="99">
                  <c:v>1948</c:v>
                </c:pt>
                <c:pt idx="100">
                  <c:v>1905</c:v>
                </c:pt>
                <c:pt idx="101">
                  <c:v>1923</c:v>
                </c:pt>
                <c:pt idx="102">
                  <c:v>1863</c:v>
                </c:pt>
                <c:pt idx="103">
                  <c:v>1863</c:v>
                </c:pt>
                <c:pt idx="104">
                  <c:v>1834</c:v>
                </c:pt>
                <c:pt idx="105">
                  <c:v>1763</c:v>
                </c:pt>
                <c:pt idx="106">
                  <c:v>1803</c:v>
                </c:pt>
                <c:pt idx="107">
                  <c:v>1803</c:v>
                </c:pt>
                <c:pt idx="108">
                  <c:v>1682</c:v>
                </c:pt>
                <c:pt idx="109">
                  <c:v>1626</c:v>
                </c:pt>
                <c:pt idx="110">
                  <c:v>1604</c:v>
                </c:pt>
                <c:pt idx="111">
                  <c:v>1604</c:v>
                </c:pt>
                <c:pt idx="112">
                  <c:v>1584</c:v>
                </c:pt>
                <c:pt idx="113">
                  <c:v>1522</c:v>
                </c:pt>
                <c:pt idx="114">
                  <c:v>1556</c:v>
                </c:pt>
                <c:pt idx="115">
                  <c:v>1556</c:v>
                </c:pt>
                <c:pt idx="116">
                  <c:v>1464</c:v>
                </c:pt>
                <c:pt idx="117">
                  <c:v>1447</c:v>
                </c:pt>
                <c:pt idx="118">
                  <c:v>1449</c:v>
                </c:pt>
                <c:pt idx="119">
                  <c:v>1449</c:v>
                </c:pt>
                <c:pt idx="120">
                  <c:v>1450</c:v>
                </c:pt>
                <c:pt idx="121">
                  <c:v>1456</c:v>
                </c:pt>
                <c:pt idx="122">
                  <c:v>1464</c:v>
                </c:pt>
                <c:pt idx="123">
                  <c:v>1483</c:v>
                </c:pt>
                <c:pt idx="124">
                  <c:v>1483</c:v>
                </c:pt>
                <c:pt idx="125">
                  <c:v>1539</c:v>
                </c:pt>
                <c:pt idx="126">
                  <c:v>1519</c:v>
                </c:pt>
                <c:pt idx="127">
                  <c:v>1635</c:v>
                </c:pt>
                <c:pt idx="128">
                  <c:v>1635</c:v>
                </c:pt>
                <c:pt idx="129">
                  <c:v>1700</c:v>
                </c:pt>
                <c:pt idx="130">
                  <c:v>1731</c:v>
                </c:pt>
                <c:pt idx="131">
                  <c:v>1805</c:v>
                </c:pt>
                <c:pt idx="132">
                  <c:v>1805</c:v>
                </c:pt>
                <c:pt idx="133">
                  <c:v>1764</c:v>
                </c:pt>
                <c:pt idx="134">
                  <c:v>1881</c:v>
                </c:pt>
                <c:pt idx="135">
                  <c:v>1892</c:v>
                </c:pt>
                <c:pt idx="136">
                  <c:v>1892</c:v>
                </c:pt>
                <c:pt idx="137">
                  <c:v>1945</c:v>
                </c:pt>
                <c:pt idx="138">
                  <c:v>1926</c:v>
                </c:pt>
                <c:pt idx="139">
                  <c:v>1938</c:v>
                </c:pt>
                <c:pt idx="140">
                  <c:v>1938</c:v>
                </c:pt>
                <c:pt idx="141">
                  <c:v>1940</c:v>
                </c:pt>
                <c:pt idx="142">
                  <c:v>1943</c:v>
                </c:pt>
                <c:pt idx="143">
                  <c:v>1951</c:v>
                </c:pt>
                <c:pt idx="144">
                  <c:v>1951</c:v>
                </c:pt>
                <c:pt idx="145">
                  <c:v>1952</c:v>
                </c:pt>
                <c:pt idx="146">
                  <c:v>1976</c:v>
                </c:pt>
                <c:pt idx="147">
                  <c:v>1933</c:v>
                </c:pt>
                <c:pt idx="148">
                  <c:v>1933</c:v>
                </c:pt>
                <c:pt idx="149">
                  <c:v>1919</c:v>
                </c:pt>
                <c:pt idx="150">
                  <c:v>1942</c:v>
                </c:pt>
                <c:pt idx="151">
                  <c:v>1942</c:v>
                </c:pt>
                <c:pt idx="152">
                  <c:v>1885</c:v>
                </c:pt>
                <c:pt idx="153">
                  <c:v>1855</c:v>
                </c:pt>
                <c:pt idx="154">
                  <c:v>1785</c:v>
                </c:pt>
                <c:pt idx="155">
                  <c:v>1785</c:v>
                </c:pt>
                <c:pt idx="156">
                  <c:v>1828</c:v>
                </c:pt>
                <c:pt idx="157">
                  <c:v>1736</c:v>
                </c:pt>
                <c:pt idx="158">
                  <c:v>1738</c:v>
                </c:pt>
                <c:pt idx="159">
                  <c:v>1738</c:v>
                </c:pt>
                <c:pt idx="160">
                  <c:v>1723</c:v>
                </c:pt>
                <c:pt idx="161">
                  <c:v>1657</c:v>
                </c:pt>
                <c:pt idx="162">
                  <c:v>1633</c:v>
                </c:pt>
                <c:pt idx="163">
                  <c:v>1633</c:v>
                </c:pt>
                <c:pt idx="164">
                  <c:v>1611</c:v>
                </c:pt>
                <c:pt idx="165">
                  <c:v>1566</c:v>
                </c:pt>
                <c:pt idx="166">
                  <c:v>1469</c:v>
                </c:pt>
                <c:pt idx="167">
                  <c:v>1469</c:v>
                </c:pt>
                <c:pt idx="168">
                  <c:v>1453</c:v>
                </c:pt>
                <c:pt idx="169">
                  <c:v>1451</c:v>
                </c:pt>
                <c:pt idx="170">
                  <c:v>1450</c:v>
                </c:pt>
                <c:pt idx="171">
                  <c:v>1449</c:v>
                </c:pt>
                <c:pt idx="172">
                  <c:v>1449</c:v>
                </c:pt>
                <c:pt idx="173">
                  <c:v>1459</c:v>
                </c:pt>
                <c:pt idx="174">
                  <c:v>1485</c:v>
                </c:pt>
                <c:pt idx="175">
                  <c:v>1553</c:v>
                </c:pt>
                <c:pt idx="176">
                  <c:v>1553</c:v>
                </c:pt>
                <c:pt idx="177">
                  <c:v>1521</c:v>
                </c:pt>
                <c:pt idx="178">
                  <c:v>1634</c:v>
                </c:pt>
                <c:pt idx="179">
                  <c:v>1709</c:v>
                </c:pt>
                <c:pt idx="180">
                  <c:v>1709</c:v>
                </c:pt>
                <c:pt idx="181">
                  <c:v>1741</c:v>
                </c:pt>
                <c:pt idx="182">
                  <c:v>1816</c:v>
                </c:pt>
                <c:pt idx="183">
                  <c:v>1764</c:v>
                </c:pt>
                <c:pt idx="184">
                  <c:v>1764</c:v>
                </c:pt>
                <c:pt idx="185">
                  <c:v>1892</c:v>
                </c:pt>
                <c:pt idx="186">
                  <c:v>1934</c:v>
                </c:pt>
                <c:pt idx="187">
                  <c:v>1922</c:v>
                </c:pt>
                <c:pt idx="188">
                  <c:v>1922</c:v>
                </c:pt>
                <c:pt idx="189">
                  <c:v>1926</c:v>
                </c:pt>
                <c:pt idx="190">
                  <c:v>1935</c:v>
                </c:pt>
                <c:pt idx="191">
                  <c:v>1947</c:v>
                </c:pt>
                <c:pt idx="192">
                  <c:v>1947</c:v>
                </c:pt>
                <c:pt idx="193">
                  <c:v>1948</c:v>
                </c:pt>
                <c:pt idx="194">
                  <c:v>1947</c:v>
                </c:pt>
                <c:pt idx="195">
                  <c:v>1945</c:v>
                </c:pt>
                <c:pt idx="196">
                  <c:v>1945</c:v>
                </c:pt>
                <c:pt idx="197">
                  <c:v>1935</c:v>
                </c:pt>
                <c:pt idx="198">
                  <c:v>1920</c:v>
                </c:pt>
                <c:pt idx="199">
                  <c:v>1920</c:v>
                </c:pt>
                <c:pt idx="200">
                  <c:v>1903</c:v>
                </c:pt>
                <c:pt idx="201">
                  <c:v>1929</c:v>
                </c:pt>
                <c:pt idx="202">
                  <c:v>1884</c:v>
                </c:pt>
                <c:pt idx="203">
                  <c:v>1884</c:v>
                </c:pt>
                <c:pt idx="204">
                  <c:v>1847</c:v>
                </c:pt>
                <c:pt idx="205">
                  <c:v>1777</c:v>
                </c:pt>
                <c:pt idx="206">
                  <c:v>1822</c:v>
                </c:pt>
                <c:pt idx="207">
                  <c:v>1822</c:v>
                </c:pt>
                <c:pt idx="208">
                  <c:v>1700</c:v>
                </c:pt>
                <c:pt idx="209">
                  <c:v>1677</c:v>
                </c:pt>
                <c:pt idx="210">
                  <c:v>1624</c:v>
                </c:pt>
                <c:pt idx="211">
                  <c:v>1624</c:v>
                </c:pt>
                <c:pt idx="212">
                  <c:v>1599</c:v>
                </c:pt>
                <c:pt idx="213">
                  <c:v>1538</c:v>
                </c:pt>
                <c:pt idx="214">
                  <c:v>1471</c:v>
                </c:pt>
                <c:pt idx="215">
                  <c:v>1471</c:v>
                </c:pt>
                <c:pt idx="216">
                  <c:v>1464</c:v>
                </c:pt>
                <c:pt idx="217">
                  <c:v>1453</c:v>
                </c:pt>
                <c:pt idx="218">
                  <c:v>1447</c:v>
                </c:pt>
                <c:pt idx="219">
                  <c:v>1447</c:v>
                </c:pt>
                <c:pt idx="220">
                  <c:v>1449</c:v>
                </c:pt>
                <c:pt idx="221">
                  <c:v>1449</c:v>
                </c:pt>
                <c:pt idx="222">
                  <c:v>1459</c:v>
                </c:pt>
                <c:pt idx="223">
                  <c:v>1459</c:v>
                </c:pt>
                <c:pt idx="224">
                  <c:v>1489</c:v>
                </c:pt>
                <c:pt idx="225">
                  <c:v>1489</c:v>
                </c:pt>
                <c:pt idx="226">
                  <c:v>1551</c:v>
                </c:pt>
                <c:pt idx="227">
                  <c:v>1531</c:v>
                </c:pt>
                <c:pt idx="228">
                  <c:v>1531</c:v>
                </c:pt>
                <c:pt idx="229">
                  <c:v>1641</c:v>
                </c:pt>
                <c:pt idx="230">
                  <c:v>1713</c:v>
                </c:pt>
                <c:pt idx="231">
                  <c:v>1743</c:v>
                </c:pt>
                <c:pt idx="232">
                  <c:v>1743</c:v>
                </c:pt>
                <c:pt idx="233">
                  <c:v>1818</c:v>
                </c:pt>
                <c:pt idx="234">
                  <c:v>1773</c:v>
                </c:pt>
                <c:pt idx="235">
                  <c:v>1896</c:v>
                </c:pt>
                <c:pt idx="236">
                  <c:v>1896</c:v>
                </c:pt>
                <c:pt idx="237">
                  <c:v>1941</c:v>
                </c:pt>
                <c:pt idx="238">
                  <c:v>1924</c:v>
                </c:pt>
                <c:pt idx="239">
                  <c:v>1925</c:v>
                </c:pt>
                <c:pt idx="240">
                  <c:v>1925</c:v>
                </c:pt>
                <c:pt idx="241">
                  <c:v>1935</c:v>
                </c:pt>
                <c:pt idx="242">
                  <c:v>1946</c:v>
                </c:pt>
                <c:pt idx="243">
                  <c:v>1947</c:v>
                </c:pt>
                <c:pt idx="244">
                  <c:v>1947</c:v>
                </c:pt>
                <c:pt idx="245">
                  <c:v>1944</c:v>
                </c:pt>
                <c:pt idx="246">
                  <c:v>1942</c:v>
                </c:pt>
                <c:pt idx="247">
                  <c:v>1903</c:v>
                </c:pt>
                <c:pt idx="248">
                  <c:v>1903</c:v>
                </c:pt>
                <c:pt idx="249">
                  <c:v>1956</c:v>
                </c:pt>
                <c:pt idx="250">
                  <c:v>1952</c:v>
                </c:pt>
                <c:pt idx="251">
                  <c:v>1930</c:v>
                </c:pt>
                <c:pt idx="252">
                  <c:v>1930</c:v>
                </c:pt>
                <c:pt idx="253">
                  <c:v>1869</c:v>
                </c:pt>
                <c:pt idx="254">
                  <c:v>1846</c:v>
                </c:pt>
                <c:pt idx="255">
                  <c:v>1774</c:v>
                </c:pt>
                <c:pt idx="256">
                  <c:v>1774</c:v>
                </c:pt>
                <c:pt idx="257">
                  <c:v>1818</c:v>
                </c:pt>
                <c:pt idx="258">
                  <c:v>1692</c:v>
                </c:pt>
                <c:pt idx="259">
                  <c:v>1643</c:v>
                </c:pt>
                <c:pt idx="260">
                  <c:v>1643</c:v>
                </c:pt>
                <c:pt idx="261">
                  <c:v>1656</c:v>
                </c:pt>
                <c:pt idx="262">
                  <c:v>1640</c:v>
                </c:pt>
                <c:pt idx="263">
                  <c:v>1625</c:v>
                </c:pt>
                <c:pt idx="264">
                  <c:v>1625</c:v>
                </c:pt>
                <c:pt idx="265">
                  <c:v>1576</c:v>
                </c:pt>
                <c:pt idx="266">
                  <c:v>1508</c:v>
                </c:pt>
                <c:pt idx="267">
                  <c:v>1508</c:v>
                </c:pt>
                <c:pt idx="268">
                  <c:v>1543</c:v>
                </c:pt>
                <c:pt idx="269">
                  <c:v>1461</c:v>
                </c:pt>
                <c:pt idx="270">
                  <c:v>1452</c:v>
                </c:pt>
                <c:pt idx="271">
                  <c:v>1453</c:v>
                </c:pt>
                <c:pt idx="272">
                  <c:v>1479</c:v>
                </c:pt>
                <c:pt idx="273">
                  <c:v>1479</c:v>
                </c:pt>
                <c:pt idx="274">
                  <c:v>1524</c:v>
                </c:pt>
                <c:pt idx="275">
                  <c:v>1577</c:v>
                </c:pt>
                <c:pt idx="276">
                  <c:v>1572</c:v>
                </c:pt>
                <c:pt idx="277">
                  <c:v>1572</c:v>
                </c:pt>
                <c:pt idx="278">
                  <c:v>1575</c:v>
                </c:pt>
                <c:pt idx="279">
                  <c:v>1598</c:v>
                </c:pt>
                <c:pt idx="280">
                  <c:v>1632</c:v>
                </c:pt>
                <c:pt idx="281">
                  <c:v>1632</c:v>
                </c:pt>
                <c:pt idx="282">
                  <c:v>1733</c:v>
                </c:pt>
                <c:pt idx="283">
                  <c:v>1820</c:v>
                </c:pt>
                <c:pt idx="284">
                  <c:v>1775</c:v>
                </c:pt>
                <c:pt idx="285">
                  <c:v>1775</c:v>
                </c:pt>
                <c:pt idx="286">
                  <c:v>1912</c:v>
                </c:pt>
                <c:pt idx="287">
                  <c:v>1945</c:v>
                </c:pt>
                <c:pt idx="288">
                  <c:v>1925</c:v>
                </c:pt>
                <c:pt idx="289">
                  <c:v>1925</c:v>
                </c:pt>
                <c:pt idx="290">
                  <c:v>1931</c:v>
                </c:pt>
                <c:pt idx="291">
                  <c:v>1941</c:v>
                </c:pt>
                <c:pt idx="292">
                  <c:v>1941</c:v>
                </c:pt>
                <c:pt idx="293">
                  <c:v>1945</c:v>
                </c:pt>
                <c:pt idx="294">
                  <c:v>1945</c:v>
                </c:pt>
                <c:pt idx="295">
                  <c:v>1947</c:v>
                </c:pt>
                <c:pt idx="296">
                  <c:v>1947</c:v>
                </c:pt>
                <c:pt idx="297">
                  <c:v>1941</c:v>
                </c:pt>
                <c:pt idx="298">
                  <c:v>1885</c:v>
                </c:pt>
                <c:pt idx="299">
                  <c:v>1911</c:v>
                </c:pt>
                <c:pt idx="300">
                  <c:v>1911</c:v>
                </c:pt>
                <c:pt idx="301">
                  <c:v>1942</c:v>
                </c:pt>
                <c:pt idx="302">
                  <c:v>1887</c:v>
                </c:pt>
                <c:pt idx="303">
                  <c:v>1860</c:v>
                </c:pt>
                <c:pt idx="304">
                  <c:v>1860</c:v>
                </c:pt>
                <c:pt idx="305">
                  <c:v>1827</c:v>
                </c:pt>
                <c:pt idx="306">
                  <c:v>1765</c:v>
                </c:pt>
                <c:pt idx="307">
                  <c:v>1805</c:v>
                </c:pt>
                <c:pt idx="308">
                  <c:v>1805</c:v>
                </c:pt>
                <c:pt idx="309">
                  <c:v>1678</c:v>
                </c:pt>
                <c:pt idx="310">
                  <c:v>1633</c:v>
                </c:pt>
                <c:pt idx="311">
                  <c:v>1643</c:v>
                </c:pt>
                <c:pt idx="312">
                  <c:v>1643</c:v>
                </c:pt>
                <c:pt idx="313">
                  <c:v>1632</c:v>
                </c:pt>
                <c:pt idx="314">
                  <c:v>1614</c:v>
                </c:pt>
                <c:pt idx="315">
                  <c:v>1568</c:v>
                </c:pt>
                <c:pt idx="316">
                  <c:v>1568</c:v>
                </c:pt>
                <c:pt idx="317">
                  <c:v>1506</c:v>
                </c:pt>
                <c:pt idx="318">
                  <c:v>1540</c:v>
                </c:pt>
                <c:pt idx="319">
                  <c:v>1458</c:v>
                </c:pt>
                <c:pt idx="320">
                  <c:v>1458</c:v>
                </c:pt>
                <c:pt idx="321">
                  <c:v>1452</c:v>
                </c:pt>
                <c:pt idx="322">
                  <c:v>1456</c:v>
                </c:pt>
                <c:pt idx="323">
                  <c:v>1468</c:v>
                </c:pt>
                <c:pt idx="324">
                  <c:v>1489</c:v>
                </c:pt>
                <c:pt idx="325">
                  <c:v>1489</c:v>
                </c:pt>
                <c:pt idx="326">
                  <c:v>1543</c:v>
                </c:pt>
                <c:pt idx="327">
                  <c:v>1519</c:v>
                </c:pt>
                <c:pt idx="328">
                  <c:v>1638</c:v>
                </c:pt>
                <c:pt idx="329">
                  <c:v>1638</c:v>
                </c:pt>
                <c:pt idx="330">
                  <c:v>1701</c:v>
                </c:pt>
                <c:pt idx="331">
                  <c:v>1735</c:v>
                </c:pt>
                <c:pt idx="332">
                  <c:v>1809</c:v>
                </c:pt>
                <c:pt idx="333">
                  <c:v>1809</c:v>
                </c:pt>
                <c:pt idx="334">
                  <c:v>1758</c:v>
                </c:pt>
                <c:pt idx="335">
                  <c:v>1846</c:v>
                </c:pt>
                <c:pt idx="336">
                  <c:v>1837</c:v>
                </c:pt>
                <c:pt idx="337">
                  <c:v>1837</c:v>
                </c:pt>
                <c:pt idx="338">
                  <c:v>1852</c:v>
                </c:pt>
                <c:pt idx="339">
                  <c:v>1860</c:v>
                </c:pt>
                <c:pt idx="340">
                  <c:v>1916</c:v>
                </c:pt>
                <c:pt idx="341">
                  <c:v>1916</c:v>
                </c:pt>
                <c:pt idx="342">
                  <c:v>1973</c:v>
                </c:pt>
                <c:pt idx="343">
                  <c:v>1992</c:v>
                </c:pt>
                <c:pt idx="344">
                  <c:v>2042</c:v>
                </c:pt>
                <c:pt idx="345">
                  <c:v>2042</c:v>
                </c:pt>
                <c:pt idx="346">
                  <c:v>2088</c:v>
                </c:pt>
                <c:pt idx="347">
                  <c:v>2032</c:v>
                </c:pt>
                <c:pt idx="348">
                  <c:v>2021</c:v>
                </c:pt>
                <c:pt idx="349">
                  <c:v>2021</c:v>
                </c:pt>
                <c:pt idx="350">
                  <c:v>2056</c:v>
                </c:pt>
                <c:pt idx="351">
                  <c:v>1947</c:v>
                </c:pt>
                <c:pt idx="352">
                  <c:v>1889</c:v>
                </c:pt>
                <c:pt idx="353">
                  <c:v>1889</c:v>
                </c:pt>
                <c:pt idx="354">
                  <c:v>1892</c:v>
                </c:pt>
                <c:pt idx="355">
                  <c:v>1870</c:v>
                </c:pt>
                <c:pt idx="356">
                  <c:v>1870</c:v>
                </c:pt>
                <c:pt idx="357">
                  <c:v>1813</c:v>
                </c:pt>
                <c:pt idx="358">
                  <c:v>1697</c:v>
                </c:pt>
                <c:pt idx="359">
                  <c:v>1685</c:v>
                </c:pt>
                <c:pt idx="360">
                  <c:v>1685</c:v>
                </c:pt>
                <c:pt idx="361">
                  <c:v>1632</c:v>
                </c:pt>
                <c:pt idx="362">
                  <c:v>1637</c:v>
                </c:pt>
                <c:pt idx="363">
                  <c:v>1631</c:v>
                </c:pt>
                <c:pt idx="364">
                  <c:v>1631</c:v>
                </c:pt>
                <c:pt idx="365">
                  <c:v>1587</c:v>
                </c:pt>
                <c:pt idx="366">
                  <c:v>1513</c:v>
                </c:pt>
                <c:pt idx="367">
                  <c:v>1548</c:v>
                </c:pt>
                <c:pt idx="368">
                  <c:v>1548</c:v>
                </c:pt>
                <c:pt idx="369">
                  <c:v>1462</c:v>
                </c:pt>
                <c:pt idx="370">
                  <c:v>1455</c:v>
                </c:pt>
                <c:pt idx="371">
                  <c:v>1455</c:v>
                </c:pt>
                <c:pt idx="372">
                  <c:v>1459</c:v>
                </c:pt>
                <c:pt idx="373">
                  <c:v>1459</c:v>
                </c:pt>
                <c:pt idx="374">
                  <c:v>1468</c:v>
                </c:pt>
                <c:pt idx="375">
                  <c:v>1496</c:v>
                </c:pt>
                <c:pt idx="376">
                  <c:v>1552</c:v>
                </c:pt>
                <c:pt idx="377">
                  <c:v>1552</c:v>
                </c:pt>
                <c:pt idx="378">
                  <c:v>1522</c:v>
                </c:pt>
                <c:pt idx="379">
                  <c:v>1636</c:v>
                </c:pt>
                <c:pt idx="380">
                  <c:v>1714</c:v>
                </c:pt>
                <c:pt idx="381">
                  <c:v>1714</c:v>
                </c:pt>
                <c:pt idx="382">
                  <c:v>1740</c:v>
                </c:pt>
                <c:pt idx="383">
                  <c:v>1815</c:v>
                </c:pt>
                <c:pt idx="384">
                  <c:v>1772</c:v>
                </c:pt>
                <c:pt idx="385">
                  <c:v>1772</c:v>
                </c:pt>
                <c:pt idx="386">
                  <c:v>1890</c:v>
                </c:pt>
                <c:pt idx="387">
                  <c:v>1934</c:v>
                </c:pt>
                <c:pt idx="388">
                  <c:v>1922</c:v>
                </c:pt>
                <c:pt idx="389">
                  <c:v>1922</c:v>
                </c:pt>
                <c:pt idx="390">
                  <c:v>1925</c:v>
                </c:pt>
                <c:pt idx="391">
                  <c:v>1932</c:v>
                </c:pt>
                <c:pt idx="392">
                  <c:v>1942</c:v>
                </c:pt>
                <c:pt idx="393">
                  <c:v>1942</c:v>
                </c:pt>
                <c:pt idx="394">
                  <c:v>1946</c:v>
                </c:pt>
                <c:pt idx="395">
                  <c:v>1948</c:v>
                </c:pt>
                <c:pt idx="396">
                  <c:v>1942</c:v>
                </c:pt>
                <c:pt idx="397">
                  <c:v>1942</c:v>
                </c:pt>
                <c:pt idx="398">
                  <c:v>1829</c:v>
                </c:pt>
                <c:pt idx="399">
                  <c:v>1849</c:v>
                </c:pt>
                <c:pt idx="400">
                  <c:v>1848</c:v>
                </c:pt>
                <c:pt idx="401">
                  <c:v>1848</c:v>
                </c:pt>
                <c:pt idx="402">
                  <c:v>1826</c:v>
                </c:pt>
                <c:pt idx="403">
                  <c:v>1811</c:v>
                </c:pt>
                <c:pt idx="404">
                  <c:v>1811</c:v>
                </c:pt>
                <c:pt idx="405">
                  <c:v>1749</c:v>
                </c:pt>
                <c:pt idx="406">
                  <c:v>1791</c:v>
                </c:pt>
                <c:pt idx="407">
                  <c:v>1824</c:v>
                </c:pt>
                <c:pt idx="408">
                  <c:v>1824</c:v>
                </c:pt>
                <c:pt idx="409">
                  <c:v>1727</c:v>
                </c:pt>
                <c:pt idx="410">
                  <c:v>1689</c:v>
                </c:pt>
                <c:pt idx="411">
                  <c:v>1623</c:v>
                </c:pt>
                <c:pt idx="412">
                  <c:v>1623</c:v>
                </c:pt>
                <c:pt idx="413">
                  <c:v>1604</c:v>
                </c:pt>
                <c:pt idx="414">
                  <c:v>1575</c:v>
                </c:pt>
                <c:pt idx="415">
                  <c:v>1517</c:v>
                </c:pt>
                <c:pt idx="416">
                  <c:v>1517</c:v>
                </c:pt>
                <c:pt idx="417">
                  <c:v>1552</c:v>
                </c:pt>
                <c:pt idx="418">
                  <c:v>1457</c:v>
                </c:pt>
                <c:pt idx="419">
                  <c:v>1447</c:v>
                </c:pt>
                <c:pt idx="420">
                  <c:v>1447</c:v>
                </c:pt>
                <c:pt idx="421">
                  <c:v>1449</c:v>
                </c:pt>
                <c:pt idx="422">
                  <c:v>1451</c:v>
                </c:pt>
                <c:pt idx="423">
                  <c:v>1465</c:v>
                </c:pt>
                <c:pt idx="424">
                  <c:v>1461</c:v>
                </c:pt>
                <c:pt idx="425">
                  <c:v>1491</c:v>
                </c:pt>
                <c:pt idx="426">
                  <c:v>1491</c:v>
                </c:pt>
                <c:pt idx="427">
                  <c:v>1563</c:v>
                </c:pt>
                <c:pt idx="428">
                  <c:v>1530</c:v>
                </c:pt>
                <c:pt idx="429">
                  <c:v>1530</c:v>
                </c:pt>
                <c:pt idx="430">
                  <c:v>1644</c:v>
                </c:pt>
                <c:pt idx="431">
                  <c:v>1720</c:v>
                </c:pt>
                <c:pt idx="432">
                  <c:v>1751</c:v>
                </c:pt>
                <c:pt idx="433">
                  <c:v>1751</c:v>
                </c:pt>
                <c:pt idx="434">
                  <c:v>1822</c:v>
                </c:pt>
                <c:pt idx="435">
                  <c:v>1777</c:v>
                </c:pt>
                <c:pt idx="436">
                  <c:v>1901</c:v>
                </c:pt>
                <c:pt idx="437">
                  <c:v>1901</c:v>
                </c:pt>
                <c:pt idx="438">
                  <c:v>1943</c:v>
                </c:pt>
                <c:pt idx="439">
                  <c:v>1929</c:v>
                </c:pt>
                <c:pt idx="440">
                  <c:v>1931</c:v>
                </c:pt>
                <c:pt idx="441">
                  <c:v>1931</c:v>
                </c:pt>
                <c:pt idx="442">
                  <c:v>1938</c:v>
                </c:pt>
                <c:pt idx="443">
                  <c:v>1943</c:v>
                </c:pt>
                <c:pt idx="444">
                  <c:v>1950</c:v>
                </c:pt>
                <c:pt idx="445">
                  <c:v>1950</c:v>
                </c:pt>
                <c:pt idx="446">
                  <c:v>1946</c:v>
                </c:pt>
                <c:pt idx="447">
                  <c:v>1943</c:v>
                </c:pt>
                <c:pt idx="448">
                  <c:v>1919</c:v>
                </c:pt>
                <c:pt idx="449">
                  <c:v>1919</c:v>
                </c:pt>
                <c:pt idx="450">
                  <c:v>1958</c:v>
                </c:pt>
                <c:pt idx="451">
                  <c:v>1952</c:v>
                </c:pt>
                <c:pt idx="452">
                  <c:v>1932</c:v>
                </c:pt>
                <c:pt idx="453">
                  <c:v>1932</c:v>
                </c:pt>
                <c:pt idx="454">
                  <c:v>1868</c:v>
                </c:pt>
                <c:pt idx="455">
                  <c:v>1838</c:v>
                </c:pt>
                <c:pt idx="456">
                  <c:v>1772</c:v>
                </c:pt>
                <c:pt idx="457">
                  <c:v>1772</c:v>
                </c:pt>
                <c:pt idx="458">
                  <c:v>1809</c:v>
                </c:pt>
                <c:pt idx="459">
                  <c:v>1686</c:v>
                </c:pt>
                <c:pt idx="460">
                  <c:v>1637</c:v>
                </c:pt>
                <c:pt idx="461">
                  <c:v>1637</c:v>
                </c:pt>
                <c:pt idx="462">
                  <c:v>1656</c:v>
                </c:pt>
                <c:pt idx="463">
                  <c:v>1641</c:v>
                </c:pt>
                <c:pt idx="464">
                  <c:v>1621</c:v>
                </c:pt>
                <c:pt idx="465">
                  <c:v>1621</c:v>
                </c:pt>
                <c:pt idx="466">
                  <c:v>1572</c:v>
                </c:pt>
                <c:pt idx="467">
                  <c:v>1509</c:v>
                </c:pt>
                <c:pt idx="468">
                  <c:v>1509</c:v>
                </c:pt>
                <c:pt idx="469">
                  <c:v>1544</c:v>
                </c:pt>
                <c:pt idx="470">
                  <c:v>1457</c:v>
                </c:pt>
                <c:pt idx="471">
                  <c:v>1449</c:v>
                </c:pt>
                <c:pt idx="472">
                  <c:v>1450</c:v>
                </c:pt>
                <c:pt idx="473">
                  <c:v>1473</c:v>
                </c:pt>
                <c:pt idx="474">
                  <c:v>1473</c:v>
                </c:pt>
                <c:pt idx="475">
                  <c:v>1519</c:v>
                </c:pt>
                <c:pt idx="476">
                  <c:v>1580</c:v>
                </c:pt>
                <c:pt idx="477">
                  <c:v>1570</c:v>
                </c:pt>
                <c:pt idx="478">
                  <c:v>1570</c:v>
                </c:pt>
                <c:pt idx="479">
                  <c:v>1584</c:v>
                </c:pt>
                <c:pt idx="480">
                  <c:v>1591</c:v>
                </c:pt>
                <c:pt idx="481">
                  <c:v>1630</c:v>
                </c:pt>
                <c:pt idx="482">
                  <c:v>1630</c:v>
                </c:pt>
                <c:pt idx="483">
                  <c:v>1698</c:v>
                </c:pt>
                <c:pt idx="484">
                  <c:v>1766</c:v>
                </c:pt>
                <c:pt idx="485">
                  <c:v>1882</c:v>
                </c:pt>
                <c:pt idx="486">
                  <c:v>1882</c:v>
                </c:pt>
                <c:pt idx="487">
                  <c:v>1892</c:v>
                </c:pt>
                <c:pt idx="488">
                  <c:v>1945</c:v>
                </c:pt>
                <c:pt idx="489">
                  <c:v>1924</c:v>
                </c:pt>
                <c:pt idx="490">
                  <c:v>1924</c:v>
                </c:pt>
                <c:pt idx="491">
                  <c:v>1933</c:v>
                </c:pt>
                <c:pt idx="492">
                  <c:v>1944</c:v>
                </c:pt>
                <c:pt idx="493">
                  <c:v>1944</c:v>
                </c:pt>
                <c:pt idx="494">
                  <c:v>1945</c:v>
                </c:pt>
                <c:pt idx="495">
                  <c:v>1949</c:v>
                </c:pt>
                <c:pt idx="496">
                  <c:v>1951</c:v>
                </c:pt>
                <c:pt idx="497">
                  <c:v>1951</c:v>
                </c:pt>
                <c:pt idx="498">
                  <c:v>1948</c:v>
                </c:pt>
                <c:pt idx="499">
                  <c:v>1893</c:v>
                </c:pt>
                <c:pt idx="500">
                  <c:v>1955</c:v>
                </c:pt>
                <c:pt idx="501">
                  <c:v>1955</c:v>
                </c:pt>
                <c:pt idx="502">
                  <c:v>1950</c:v>
                </c:pt>
                <c:pt idx="503">
                  <c:v>1885</c:v>
                </c:pt>
                <c:pt idx="504">
                  <c:v>1861</c:v>
                </c:pt>
                <c:pt idx="505">
                  <c:v>1861</c:v>
                </c:pt>
                <c:pt idx="506">
                  <c:v>1832</c:v>
                </c:pt>
                <c:pt idx="507">
                  <c:v>1759</c:v>
                </c:pt>
                <c:pt idx="508">
                  <c:v>1770</c:v>
                </c:pt>
                <c:pt idx="509">
                  <c:v>1770</c:v>
                </c:pt>
                <c:pt idx="510">
                  <c:v>1788</c:v>
                </c:pt>
                <c:pt idx="511">
                  <c:v>1773</c:v>
                </c:pt>
                <c:pt idx="512">
                  <c:v>1748</c:v>
                </c:pt>
                <c:pt idx="513">
                  <c:v>1748</c:v>
                </c:pt>
                <c:pt idx="514">
                  <c:v>1694</c:v>
                </c:pt>
                <c:pt idx="515">
                  <c:v>1592</c:v>
                </c:pt>
                <c:pt idx="516">
                  <c:v>1514</c:v>
                </c:pt>
                <c:pt idx="517">
                  <c:v>1514</c:v>
                </c:pt>
                <c:pt idx="518">
                  <c:v>1546</c:v>
                </c:pt>
                <c:pt idx="519">
                  <c:v>1458</c:v>
                </c:pt>
                <c:pt idx="520">
                  <c:v>1448</c:v>
                </c:pt>
                <c:pt idx="521">
                  <c:v>1448</c:v>
                </c:pt>
                <c:pt idx="522">
                  <c:v>1447</c:v>
                </c:pt>
                <c:pt idx="523">
                  <c:v>1456</c:v>
                </c:pt>
                <c:pt idx="524">
                  <c:v>1468</c:v>
                </c:pt>
                <c:pt idx="525">
                  <c:v>1487</c:v>
                </c:pt>
                <c:pt idx="526">
                  <c:v>1487</c:v>
                </c:pt>
                <c:pt idx="527">
                  <c:v>1542</c:v>
                </c:pt>
                <c:pt idx="528">
                  <c:v>1517</c:v>
                </c:pt>
                <c:pt idx="529">
                  <c:v>1635</c:v>
                </c:pt>
                <c:pt idx="530">
                  <c:v>1635</c:v>
                </c:pt>
                <c:pt idx="531">
                  <c:v>1704</c:v>
                </c:pt>
                <c:pt idx="532">
                  <c:v>1727</c:v>
                </c:pt>
                <c:pt idx="533">
                  <c:v>1767</c:v>
                </c:pt>
                <c:pt idx="534">
                  <c:v>1767</c:v>
                </c:pt>
                <c:pt idx="535">
                  <c:v>1871</c:v>
                </c:pt>
                <c:pt idx="536">
                  <c:v>1878</c:v>
                </c:pt>
                <c:pt idx="537">
                  <c:v>1890</c:v>
                </c:pt>
                <c:pt idx="538">
                  <c:v>1890</c:v>
                </c:pt>
                <c:pt idx="539">
                  <c:v>1946</c:v>
                </c:pt>
                <c:pt idx="540">
                  <c:v>1928</c:v>
                </c:pt>
                <c:pt idx="541">
                  <c:v>1930</c:v>
                </c:pt>
                <c:pt idx="542">
                  <c:v>1930</c:v>
                </c:pt>
                <c:pt idx="543">
                  <c:v>1941</c:v>
                </c:pt>
                <c:pt idx="544">
                  <c:v>1943</c:v>
                </c:pt>
                <c:pt idx="545">
                  <c:v>1952</c:v>
                </c:pt>
                <c:pt idx="546">
                  <c:v>1952</c:v>
                </c:pt>
                <c:pt idx="547">
                  <c:v>1982</c:v>
                </c:pt>
                <c:pt idx="548">
                  <c:v>1984</c:v>
                </c:pt>
                <c:pt idx="549">
                  <c:v>1984</c:v>
                </c:pt>
                <c:pt idx="550">
                  <c:v>1984</c:v>
                </c:pt>
                <c:pt idx="551">
                  <c:v>2008</c:v>
                </c:pt>
                <c:pt idx="552">
                  <c:v>1997</c:v>
                </c:pt>
                <c:pt idx="553">
                  <c:v>1981</c:v>
                </c:pt>
                <c:pt idx="554">
                  <c:v>1981</c:v>
                </c:pt>
                <c:pt idx="555">
                  <c:v>1912</c:v>
                </c:pt>
                <c:pt idx="556">
                  <c:v>1877</c:v>
                </c:pt>
                <c:pt idx="557">
                  <c:v>1877</c:v>
                </c:pt>
                <c:pt idx="558">
                  <c:v>1809</c:v>
                </c:pt>
                <c:pt idx="559">
                  <c:v>1693</c:v>
                </c:pt>
                <c:pt idx="560">
                  <c:v>1647</c:v>
                </c:pt>
                <c:pt idx="561">
                  <c:v>1647</c:v>
                </c:pt>
                <c:pt idx="562">
                  <c:v>1663</c:v>
                </c:pt>
                <c:pt idx="563">
                  <c:v>1649</c:v>
                </c:pt>
                <c:pt idx="564">
                  <c:v>1629</c:v>
                </c:pt>
                <c:pt idx="565">
                  <c:v>1629</c:v>
                </c:pt>
                <c:pt idx="566">
                  <c:v>1582</c:v>
                </c:pt>
                <c:pt idx="567">
                  <c:v>1516</c:v>
                </c:pt>
                <c:pt idx="568">
                  <c:v>1548</c:v>
                </c:pt>
                <c:pt idx="569">
                  <c:v>1548</c:v>
                </c:pt>
                <c:pt idx="570">
                  <c:v>1457</c:v>
                </c:pt>
                <c:pt idx="571">
                  <c:v>1448</c:v>
                </c:pt>
                <c:pt idx="572">
                  <c:v>1451</c:v>
                </c:pt>
                <c:pt idx="573">
                  <c:v>1455</c:v>
                </c:pt>
                <c:pt idx="574">
                  <c:v>1455</c:v>
                </c:pt>
                <c:pt idx="575">
                  <c:v>1470</c:v>
                </c:pt>
                <c:pt idx="576">
                  <c:v>1496</c:v>
                </c:pt>
                <c:pt idx="577">
                  <c:v>1550</c:v>
                </c:pt>
                <c:pt idx="578">
                  <c:v>1550</c:v>
                </c:pt>
                <c:pt idx="579">
                  <c:v>1523</c:v>
                </c:pt>
                <c:pt idx="580">
                  <c:v>1636</c:v>
                </c:pt>
                <c:pt idx="581">
                  <c:v>1709</c:v>
                </c:pt>
                <c:pt idx="582">
                  <c:v>1709</c:v>
                </c:pt>
                <c:pt idx="583">
                  <c:v>1741</c:v>
                </c:pt>
                <c:pt idx="584">
                  <c:v>1817</c:v>
                </c:pt>
                <c:pt idx="585">
                  <c:v>1770</c:v>
                </c:pt>
                <c:pt idx="586">
                  <c:v>1770</c:v>
                </c:pt>
                <c:pt idx="587">
                  <c:v>1888</c:v>
                </c:pt>
                <c:pt idx="588">
                  <c:v>1934</c:v>
                </c:pt>
                <c:pt idx="589">
                  <c:v>1921</c:v>
                </c:pt>
                <c:pt idx="590">
                  <c:v>1921</c:v>
                </c:pt>
                <c:pt idx="591">
                  <c:v>1924</c:v>
                </c:pt>
                <c:pt idx="592">
                  <c:v>1932</c:v>
                </c:pt>
                <c:pt idx="593">
                  <c:v>1942</c:v>
                </c:pt>
                <c:pt idx="594">
                  <c:v>1942</c:v>
                </c:pt>
                <c:pt idx="595">
                  <c:v>1946</c:v>
                </c:pt>
                <c:pt idx="596">
                  <c:v>1948</c:v>
                </c:pt>
                <c:pt idx="597">
                  <c:v>1947</c:v>
                </c:pt>
                <c:pt idx="598">
                  <c:v>1947</c:v>
                </c:pt>
                <c:pt idx="599">
                  <c:v>1878</c:v>
                </c:pt>
                <c:pt idx="600">
                  <c:v>1909</c:v>
                </c:pt>
                <c:pt idx="601">
                  <c:v>1948</c:v>
                </c:pt>
                <c:pt idx="602">
                  <c:v>1948</c:v>
                </c:pt>
                <c:pt idx="603">
                  <c:v>1901</c:v>
                </c:pt>
                <c:pt idx="604">
                  <c:v>1913</c:v>
                </c:pt>
                <c:pt idx="605">
                  <c:v>1913</c:v>
                </c:pt>
                <c:pt idx="606">
                  <c:v>1893</c:v>
                </c:pt>
                <c:pt idx="607">
                  <c:v>1867</c:v>
                </c:pt>
                <c:pt idx="608">
                  <c:v>1807</c:v>
                </c:pt>
                <c:pt idx="609">
                  <c:v>1807</c:v>
                </c:pt>
                <c:pt idx="610">
                  <c:v>1691</c:v>
                </c:pt>
                <c:pt idx="611">
                  <c:v>1645</c:v>
                </c:pt>
                <c:pt idx="612">
                  <c:v>1659</c:v>
                </c:pt>
                <c:pt idx="613">
                  <c:v>1659</c:v>
                </c:pt>
                <c:pt idx="614">
                  <c:v>1645</c:v>
                </c:pt>
                <c:pt idx="615">
                  <c:v>1628</c:v>
                </c:pt>
                <c:pt idx="616">
                  <c:v>1572</c:v>
                </c:pt>
                <c:pt idx="617">
                  <c:v>1572</c:v>
                </c:pt>
                <c:pt idx="618">
                  <c:v>1509</c:v>
                </c:pt>
                <c:pt idx="619">
                  <c:v>1543</c:v>
                </c:pt>
                <c:pt idx="620">
                  <c:v>1459</c:v>
                </c:pt>
                <c:pt idx="621">
                  <c:v>1459</c:v>
                </c:pt>
                <c:pt idx="622">
                  <c:v>1448</c:v>
                </c:pt>
                <c:pt idx="623">
                  <c:v>1448</c:v>
                </c:pt>
                <c:pt idx="624">
                  <c:v>1462</c:v>
                </c:pt>
                <c:pt idx="625">
                  <c:v>1461</c:v>
                </c:pt>
                <c:pt idx="626">
                  <c:v>1489</c:v>
                </c:pt>
                <c:pt idx="627">
                  <c:v>1489</c:v>
                </c:pt>
                <c:pt idx="628">
                  <c:v>1558</c:v>
                </c:pt>
                <c:pt idx="629">
                  <c:v>1528</c:v>
                </c:pt>
                <c:pt idx="630">
                  <c:v>1528</c:v>
                </c:pt>
                <c:pt idx="631">
                  <c:v>1636</c:v>
                </c:pt>
                <c:pt idx="632">
                  <c:v>1711</c:v>
                </c:pt>
                <c:pt idx="633">
                  <c:v>1751</c:v>
                </c:pt>
                <c:pt idx="634">
                  <c:v>1751</c:v>
                </c:pt>
                <c:pt idx="635">
                  <c:v>1820</c:v>
                </c:pt>
                <c:pt idx="636">
                  <c:v>1771</c:v>
                </c:pt>
                <c:pt idx="637">
                  <c:v>1899</c:v>
                </c:pt>
                <c:pt idx="638">
                  <c:v>1899</c:v>
                </c:pt>
                <c:pt idx="639">
                  <c:v>1942</c:v>
                </c:pt>
                <c:pt idx="640">
                  <c:v>1924</c:v>
                </c:pt>
                <c:pt idx="641">
                  <c:v>1928</c:v>
                </c:pt>
                <c:pt idx="642">
                  <c:v>1928</c:v>
                </c:pt>
                <c:pt idx="643">
                  <c:v>1930</c:v>
                </c:pt>
                <c:pt idx="644">
                  <c:v>1940</c:v>
                </c:pt>
                <c:pt idx="645">
                  <c:v>1942</c:v>
                </c:pt>
                <c:pt idx="646">
                  <c:v>1942</c:v>
                </c:pt>
                <c:pt idx="647">
                  <c:v>1944</c:v>
                </c:pt>
                <c:pt idx="648">
                  <c:v>1938</c:v>
                </c:pt>
                <c:pt idx="649">
                  <c:v>1887</c:v>
                </c:pt>
                <c:pt idx="650">
                  <c:v>1887</c:v>
                </c:pt>
                <c:pt idx="651">
                  <c:v>1911</c:v>
                </c:pt>
                <c:pt idx="652">
                  <c:v>1940</c:v>
                </c:pt>
                <c:pt idx="653">
                  <c:v>1890</c:v>
                </c:pt>
                <c:pt idx="654">
                  <c:v>1890</c:v>
                </c:pt>
                <c:pt idx="655">
                  <c:v>1900</c:v>
                </c:pt>
                <c:pt idx="656">
                  <c:v>1886</c:v>
                </c:pt>
                <c:pt idx="657">
                  <c:v>1826</c:v>
                </c:pt>
                <c:pt idx="658">
                  <c:v>1826</c:v>
                </c:pt>
                <c:pt idx="659">
                  <c:v>1743</c:v>
                </c:pt>
                <c:pt idx="660">
                  <c:v>1757</c:v>
                </c:pt>
                <c:pt idx="661">
                  <c:v>1731</c:v>
                </c:pt>
                <c:pt idx="662">
                  <c:v>1731</c:v>
                </c:pt>
                <c:pt idx="663">
                  <c:v>1712</c:v>
                </c:pt>
                <c:pt idx="664">
                  <c:v>1651</c:v>
                </c:pt>
                <c:pt idx="665">
                  <c:v>1625</c:v>
                </c:pt>
                <c:pt idx="666">
                  <c:v>1625</c:v>
                </c:pt>
                <c:pt idx="667">
                  <c:v>1571</c:v>
                </c:pt>
                <c:pt idx="668">
                  <c:v>1511</c:v>
                </c:pt>
                <c:pt idx="669">
                  <c:v>1511</c:v>
                </c:pt>
                <c:pt idx="670">
                  <c:v>1549</c:v>
                </c:pt>
                <c:pt idx="671">
                  <c:v>1459</c:v>
                </c:pt>
                <c:pt idx="672">
                  <c:v>1453</c:v>
                </c:pt>
                <c:pt idx="673">
                  <c:v>1456</c:v>
                </c:pt>
                <c:pt idx="674">
                  <c:v>1473</c:v>
                </c:pt>
                <c:pt idx="675">
                  <c:v>1473</c:v>
                </c:pt>
                <c:pt idx="676">
                  <c:v>1521</c:v>
                </c:pt>
                <c:pt idx="677">
                  <c:v>1580</c:v>
                </c:pt>
                <c:pt idx="678">
                  <c:v>1570</c:v>
                </c:pt>
                <c:pt idx="679">
                  <c:v>1570</c:v>
                </c:pt>
                <c:pt idx="680">
                  <c:v>1585</c:v>
                </c:pt>
                <c:pt idx="681">
                  <c:v>1597</c:v>
                </c:pt>
                <c:pt idx="682">
                  <c:v>1632</c:v>
                </c:pt>
                <c:pt idx="683">
                  <c:v>1632</c:v>
                </c:pt>
                <c:pt idx="684">
                  <c:v>1736</c:v>
                </c:pt>
                <c:pt idx="685">
                  <c:v>1824</c:v>
                </c:pt>
                <c:pt idx="686">
                  <c:v>1819</c:v>
                </c:pt>
                <c:pt idx="687">
                  <c:v>1819</c:v>
                </c:pt>
                <c:pt idx="688">
                  <c:v>1792</c:v>
                </c:pt>
                <c:pt idx="689">
                  <c:v>1799</c:v>
                </c:pt>
                <c:pt idx="690">
                  <c:v>1813</c:v>
                </c:pt>
                <c:pt idx="691">
                  <c:v>1813</c:v>
                </c:pt>
                <c:pt idx="692">
                  <c:v>1820</c:v>
                </c:pt>
                <c:pt idx="693">
                  <c:v>1828</c:v>
                </c:pt>
                <c:pt idx="694">
                  <c:v>1828</c:v>
                </c:pt>
                <c:pt idx="695">
                  <c:v>1873</c:v>
                </c:pt>
                <c:pt idx="696">
                  <c:v>1930</c:v>
                </c:pt>
                <c:pt idx="697">
                  <c:v>1941</c:v>
                </c:pt>
                <c:pt idx="698">
                  <c:v>1941</c:v>
                </c:pt>
                <c:pt idx="699">
                  <c:v>1944</c:v>
                </c:pt>
                <c:pt idx="700">
                  <c:v>1904</c:v>
                </c:pt>
                <c:pt idx="701">
                  <c:v>1948</c:v>
                </c:pt>
                <c:pt idx="702">
                  <c:v>1948</c:v>
                </c:pt>
                <c:pt idx="703">
                  <c:v>1907</c:v>
                </c:pt>
                <c:pt idx="704">
                  <c:v>1920</c:v>
                </c:pt>
                <c:pt idx="705">
                  <c:v>1860</c:v>
                </c:pt>
                <c:pt idx="706">
                  <c:v>1860</c:v>
                </c:pt>
                <c:pt idx="707">
                  <c:v>1831</c:v>
                </c:pt>
                <c:pt idx="708">
                  <c:v>1764</c:v>
                </c:pt>
                <c:pt idx="709">
                  <c:v>1805</c:v>
                </c:pt>
                <c:pt idx="710">
                  <c:v>1805</c:v>
                </c:pt>
                <c:pt idx="711">
                  <c:v>1678</c:v>
                </c:pt>
                <c:pt idx="712">
                  <c:v>1634</c:v>
                </c:pt>
                <c:pt idx="713">
                  <c:v>1643</c:v>
                </c:pt>
                <c:pt idx="714">
                  <c:v>1643</c:v>
                </c:pt>
                <c:pt idx="715">
                  <c:v>1634</c:v>
                </c:pt>
                <c:pt idx="716">
                  <c:v>1615</c:v>
                </c:pt>
                <c:pt idx="717">
                  <c:v>1568</c:v>
                </c:pt>
                <c:pt idx="718">
                  <c:v>1568</c:v>
                </c:pt>
                <c:pt idx="719">
                  <c:v>1502</c:v>
                </c:pt>
                <c:pt idx="720">
                  <c:v>1504</c:v>
                </c:pt>
                <c:pt idx="721">
                  <c:v>1540</c:v>
                </c:pt>
                <c:pt idx="722">
                  <c:v>1540</c:v>
                </c:pt>
                <c:pt idx="723">
                  <c:v>1458</c:v>
                </c:pt>
                <c:pt idx="724">
                  <c:v>1449</c:v>
                </c:pt>
                <c:pt idx="725">
                  <c:v>1465</c:v>
                </c:pt>
                <c:pt idx="726">
                  <c:v>1485</c:v>
                </c:pt>
                <c:pt idx="727">
                  <c:v>1485</c:v>
                </c:pt>
                <c:pt idx="728">
                  <c:v>1540</c:v>
                </c:pt>
                <c:pt idx="729">
                  <c:v>1518</c:v>
                </c:pt>
                <c:pt idx="730">
                  <c:v>1632</c:v>
                </c:pt>
                <c:pt idx="731">
                  <c:v>1632</c:v>
                </c:pt>
                <c:pt idx="732">
                  <c:v>1699</c:v>
                </c:pt>
                <c:pt idx="733">
                  <c:v>1731</c:v>
                </c:pt>
                <c:pt idx="734">
                  <c:v>1807</c:v>
                </c:pt>
                <c:pt idx="735">
                  <c:v>1807</c:v>
                </c:pt>
                <c:pt idx="736">
                  <c:v>1761</c:v>
                </c:pt>
                <c:pt idx="737">
                  <c:v>1883</c:v>
                </c:pt>
                <c:pt idx="738">
                  <c:v>1895</c:v>
                </c:pt>
                <c:pt idx="739">
                  <c:v>1895</c:v>
                </c:pt>
                <c:pt idx="740">
                  <c:v>1946</c:v>
                </c:pt>
                <c:pt idx="741">
                  <c:v>1928</c:v>
                </c:pt>
                <c:pt idx="742">
                  <c:v>1929</c:v>
                </c:pt>
                <c:pt idx="743">
                  <c:v>1929</c:v>
                </c:pt>
                <c:pt idx="744">
                  <c:v>1939</c:v>
                </c:pt>
                <c:pt idx="745">
                  <c:v>1942</c:v>
                </c:pt>
                <c:pt idx="746">
                  <c:v>1948</c:v>
                </c:pt>
                <c:pt idx="747">
                  <c:v>1948</c:v>
                </c:pt>
                <c:pt idx="748">
                  <c:v>1944</c:v>
                </c:pt>
                <c:pt idx="749">
                  <c:v>1932</c:v>
                </c:pt>
                <c:pt idx="750">
                  <c:v>1870</c:v>
                </c:pt>
                <c:pt idx="751">
                  <c:v>1870</c:v>
                </c:pt>
                <c:pt idx="752">
                  <c:v>1906</c:v>
                </c:pt>
                <c:pt idx="753">
                  <c:v>1931</c:v>
                </c:pt>
                <c:pt idx="754">
                  <c:v>1885</c:v>
                </c:pt>
                <c:pt idx="755">
                  <c:v>1885</c:v>
                </c:pt>
                <c:pt idx="756">
                  <c:v>1853</c:v>
                </c:pt>
                <c:pt idx="757">
                  <c:v>1782</c:v>
                </c:pt>
                <c:pt idx="758">
                  <c:v>1782</c:v>
                </c:pt>
                <c:pt idx="759">
                  <c:v>1827</c:v>
                </c:pt>
                <c:pt idx="760">
                  <c:v>1736</c:v>
                </c:pt>
                <c:pt idx="761">
                  <c:v>1737</c:v>
                </c:pt>
                <c:pt idx="762">
                  <c:v>1737</c:v>
                </c:pt>
                <c:pt idx="763">
                  <c:v>1719</c:v>
                </c:pt>
                <c:pt idx="764">
                  <c:v>1661</c:v>
                </c:pt>
                <c:pt idx="765">
                  <c:v>1636</c:v>
                </c:pt>
                <c:pt idx="766">
                  <c:v>1636</c:v>
                </c:pt>
                <c:pt idx="767">
                  <c:v>1614</c:v>
                </c:pt>
                <c:pt idx="768">
                  <c:v>1567</c:v>
                </c:pt>
                <c:pt idx="769">
                  <c:v>1470</c:v>
                </c:pt>
                <c:pt idx="770">
                  <c:v>1470</c:v>
                </c:pt>
                <c:pt idx="771">
                  <c:v>1456</c:v>
                </c:pt>
                <c:pt idx="772">
                  <c:v>1449</c:v>
                </c:pt>
                <c:pt idx="773">
                  <c:v>1453</c:v>
                </c:pt>
                <c:pt idx="774">
                  <c:v>1455</c:v>
                </c:pt>
                <c:pt idx="775">
                  <c:v>1455</c:v>
                </c:pt>
                <c:pt idx="776">
                  <c:v>1468</c:v>
                </c:pt>
                <c:pt idx="777">
                  <c:v>1496</c:v>
                </c:pt>
                <c:pt idx="778">
                  <c:v>1554</c:v>
                </c:pt>
                <c:pt idx="779">
                  <c:v>1554</c:v>
                </c:pt>
                <c:pt idx="780">
                  <c:v>1528</c:v>
                </c:pt>
                <c:pt idx="781">
                  <c:v>1643</c:v>
                </c:pt>
                <c:pt idx="782">
                  <c:v>1713</c:v>
                </c:pt>
                <c:pt idx="783">
                  <c:v>1713</c:v>
                </c:pt>
                <c:pt idx="784">
                  <c:v>1744</c:v>
                </c:pt>
                <c:pt idx="785">
                  <c:v>1813</c:v>
                </c:pt>
                <c:pt idx="786">
                  <c:v>1770</c:v>
                </c:pt>
                <c:pt idx="787">
                  <c:v>1770</c:v>
                </c:pt>
                <c:pt idx="788">
                  <c:v>1892</c:v>
                </c:pt>
                <c:pt idx="789">
                  <c:v>1936</c:v>
                </c:pt>
                <c:pt idx="790">
                  <c:v>1920</c:v>
                </c:pt>
                <c:pt idx="791">
                  <c:v>1920</c:v>
                </c:pt>
                <c:pt idx="792">
                  <c:v>1921</c:v>
                </c:pt>
                <c:pt idx="793">
                  <c:v>1932</c:v>
                </c:pt>
                <c:pt idx="794">
                  <c:v>1942</c:v>
                </c:pt>
                <c:pt idx="795">
                  <c:v>1942</c:v>
                </c:pt>
                <c:pt idx="796">
                  <c:v>1946</c:v>
                </c:pt>
                <c:pt idx="797">
                  <c:v>1946</c:v>
                </c:pt>
                <c:pt idx="798">
                  <c:v>1943</c:v>
                </c:pt>
                <c:pt idx="799">
                  <c:v>1943</c:v>
                </c:pt>
                <c:pt idx="800">
                  <c:v>1860</c:v>
                </c:pt>
                <c:pt idx="801">
                  <c:v>1906</c:v>
                </c:pt>
                <c:pt idx="802">
                  <c:v>1943</c:v>
                </c:pt>
                <c:pt idx="803">
                  <c:v>1943</c:v>
                </c:pt>
                <c:pt idx="804">
                  <c:v>1899</c:v>
                </c:pt>
                <c:pt idx="805">
                  <c:v>1907</c:v>
                </c:pt>
                <c:pt idx="806">
                  <c:v>1907</c:v>
                </c:pt>
                <c:pt idx="807">
                  <c:v>1892</c:v>
                </c:pt>
                <c:pt idx="808">
                  <c:v>1861</c:v>
                </c:pt>
                <c:pt idx="809">
                  <c:v>1801</c:v>
                </c:pt>
                <c:pt idx="810">
                  <c:v>1801</c:v>
                </c:pt>
                <c:pt idx="811">
                  <c:v>1689</c:v>
                </c:pt>
                <c:pt idx="812">
                  <c:v>1637</c:v>
                </c:pt>
                <c:pt idx="813">
                  <c:v>1657</c:v>
                </c:pt>
                <c:pt idx="814">
                  <c:v>1657</c:v>
                </c:pt>
                <c:pt idx="815">
                  <c:v>1638</c:v>
                </c:pt>
                <c:pt idx="816">
                  <c:v>1621</c:v>
                </c:pt>
                <c:pt idx="817">
                  <c:v>1569</c:v>
                </c:pt>
                <c:pt idx="818">
                  <c:v>1569</c:v>
                </c:pt>
                <c:pt idx="819">
                  <c:v>1505</c:v>
                </c:pt>
                <c:pt idx="820">
                  <c:v>1542</c:v>
                </c:pt>
                <c:pt idx="821">
                  <c:v>1455</c:v>
                </c:pt>
                <c:pt idx="822">
                  <c:v>1455</c:v>
                </c:pt>
                <c:pt idx="823">
                  <c:v>1452</c:v>
                </c:pt>
                <c:pt idx="824">
                  <c:v>1450</c:v>
                </c:pt>
                <c:pt idx="825">
                  <c:v>1464</c:v>
                </c:pt>
                <c:pt idx="826">
                  <c:v>1461</c:v>
                </c:pt>
                <c:pt idx="827">
                  <c:v>1487</c:v>
                </c:pt>
                <c:pt idx="828">
                  <c:v>1487</c:v>
                </c:pt>
                <c:pt idx="829">
                  <c:v>1563</c:v>
                </c:pt>
                <c:pt idx="830">
                  <c:v>1533</c:v>
                </c:pt>
                <c:pt idx="831">
                  <c:v>1533</c:v>
                </c:pt>
                <c:pt idx="832">
                  <c:v>1641</c:v>
                </c:pt>
                <c:pt idx="833">
                  <c:v>1717</c:v>
                </c:pt>
                <c:pt idx="834">
                  <c:v>1747</c:v>
                </c:pt>
                <c:pt idx="835">
                  <c:v>1747</c:v>
                </c:pt>
                <c:pt idx="836">
                  <c:v>1822</c:v>
                </c:pt>
                <c:pt idx="837">
                  <c:v>1773</c:v>
                </c:pt>
                <c:pt idx="838">
                  <c:v>1900</c:v>
                </c:pt>
                <c:pt idx="839">
                  <c:v>1900</c:v>
                </c:pt>
                <c:pt idx="840">
                  <c:v>1945</c:v>
                </c:pt>
                <c:pt idx="841">
                  <c:v>1924</c:v>
                </c:pt>
                <c:pt idx="842">
                  <c:v>1928</c:v>
                </c:pt>
                <c:pt idx="843">
                  <c:v>1928</c:v>
                </c:pt>
                <c:pt idx="844">
                  <c:v>1936</c:v>
                </c:pt>
                <c:pt idx="845">
                  <c:v>1941</c:v>
                </c:pt>
                <c:pt idx="846">
                  <c:v>1943</c:v>
                </c:pt>
                <c:pt idx="847">
                  <c:v>1943</c:v>
                </c:pt>
                <c:pt idx="848">
                  <c:v>1945</c:v>
                </c:pt>
                <c:pt idx="849">
                  <c:v>1943</c:v>
                </c:pt>
                <c:pt idx="850">
                  <c:v>1909</c:v>
                </c:pt>
                <c:pt idx="851">
                  <c:v>1909</c:v>
                </c:pt>
                <c:pt idx="852">
                  <c:v>1954</c:v>
                </c:pt>
                <c:pt idx="853">
                  <c:v>1952</c:v>
                </c:pt>
                <c:pt idx="854">
                  <c:v>1930</c:v>
                </c:pt>
                <c:pt idx="855">
                  <c:v>1930</c:v>
                </c:pt>
                <c:pt idx="856">
                  <c:v>1870</c:v>
                </c:pt>
                <c:pt idx="857">
                  <c:v>1840</c:v>
                </c:pt>
                <c:pt idx="858">
                  <c:v>1772</c:v>
                </c:pt>
                <c:pt idx="859">
                  <c:v>1772</c:v>
                </c:pt>
                <c:pt idx="860">
                  <c:v>1809</c:v>
                </c:pt>
                <c:pt idx="861">
                  <c:v>1684</c:v>
                </c:pt>
                <c:pt idx="862">
                  <c:v>1642</c:v>
                </c:pt>
                <c:pt idx="863">
                  <c:v>1642</c:v>
                </c:pt>
                <c:pt idx="864">
                  <c:v>1652</c:v>
                </c:pt>
                <c:pt idx="865">
                  <c:v>1640</c:v>
                </c:pt>
                <c:pt idx="866">
                  <c:v>1623</c:v>
                </c:pt>
                <c:pt idx="867">
                  <c:v>1623</c:v>
                </c:pt>
                <c:pt idx="868">
                  <c:v>1574</c:v>
                </c:pt>
                <c:pt idx="869">
                  <c:v>1510</c:v>
                </c:pt>
                <c:pt idx="870">
                  <c:v>1510</c:v>
                </c:pt>
                <c:pt idx="871">
                  <c:v>1549</c:v>
                </c:pt>
                <c:pt idx="872">
                  <c:v>1461</c:v>
                </c:pt>
                <c:pt idx="873">
                  <c:v>1451</c:v>
                </c:pt>
                <c:pt idx="874">
                  <c:v>1455</c:v>
                </c:pt>
                <c:pt idx="875">
                  <c:v>1481</c:v>
                </c:pt>
                <c:pt idx="876">
                  <c:v>1481</c:v>
                </c:pt>
                <c:pt idx="877">
                  <c:v>1519</c:v>
                </c:pt>
                <c:pt idx="878">
                  <c:v>1584</c:v>
                </c:pt>
                <c:pt idx="879">
                  <c:v>1564</c:v>
                </c:pt>
                <c:pt idx="880">
                  <c:v>1564</c:v>
                </c:pt>
                <c:pt idx="881">
                  <c:v>1541</c:v>
                </c:pt>
                <c:pt idx="882">
                  <c:v>1550</c:v>
                </c:pt>
                <c:pt idx="883">
                  <c:v>1580</c:v>
                </c:pt>
                <c:pt idx="884">
                  <c:v>1580</c:v>
                </c:pt>
                <c:pt idx="885">
                  <c:v>1646</c:v>
                </c:pt>
                <c:pt idx="886">
                  <c:v>1756</c:v>
                </c:pt>
                <c:pt idx="887">
                  <c:v>1845</c:v>
                </c:pt>
                <c:pt idx="888">
                  <c:v>1845</c:v>
                </c:pt>
                <c:pt idx="889">
                  <c:v>1840</c:v>
                </c:pt>
                <c:pt idx="890">
                  <c:v>1847</c:v>
                </c:pt>
                <c:pt idx="891">
                  <c:v>1861</c:v>
                </c:pt>
                <c:pt idx="892">
                  <c:v>1861</c:v>
                </c:pt>
                <c:pt idx="893">
                  <c:v>1920</c:v>
                </c:pt>
                <c:pt idx="894">
                  <c:v>1935</c:v>
                </c:pt>
                <c:pt idx="895">
                  <c:v>1935</c:v>
                </c:pt>
                <c:pt idx="896">
                  <c:v>1945</c:v>
                </c:pt>
                <c:pt idx="897">
                  <c:v>1949</c:v>
                </c:pt>
                <c:pt idx="898">
                  <c:v>1947</c:v>
                </c:pt>
                <c:pt idx="899">
                  <c:v>1947</c:v>
                </c:pt>
                <c:pt idx="900">
                  <c:v>1944</c:v>
                </c:pt>
                <c:pt idx="901">
                  <c:v>1885</c:v>
                </c:pt>
                <c:pt idx="902">
                  <c:v>1908</c:v>
                </c:pt>
                <c:pt idx="903">
                  <c:v>1908</c:v>
                </c:pt>
                <c:pt idx="904">
                  <c:v>1935</c:v>
                </c:pt>
                <c:pt idx="905">
                  <c:v>1887</c:v>
                </c:pt>
                <c:pt idx="906">
                  <c:v>1859</c:v>
                </c:pt>
                <c:pt idx="907">
                  <c:v>1859</c:v>
                </c:pt>
                <c:pt idx="908">
                  <c:v>1832</c:v>
                </c:pt>
                <c:pt idx="909">
                  <c:v>1758</c:v>
                </c:pt>
                <c:pt idx="910">
                  <c:v>1769</c:v>
                </c:pt>
                <c:pt idx="911">
                  <c:v>1769</c:v>
                </c:pt>
                <c:pt idx="912">
                  <c:v>1780</c:v>
                </c:pt>
                <c:pt idx="913">
                  <c:v>1765</c:v>
                </c:pt>
                <c:pt idx="914">
                  <c:v>1751</c:v>
                </c:pt>
                <c:pt idx="915">
                  <c:v>1751</c:v>
                </c:pt>
                <c:pt idx="916">
                  <c:v>1693</c:v>
                </c:pt>
                <c:pt idx="917">
                  <c:v>1590</c:v>
                </c:pt>
                <c:pt idx="918">
                  <c:v>1518</c:v>
                </c:pt>
                <c:pt idx="919">
                  <c:v>1518</c:v>
                </c:pt>
                <c:pt idx="920">
                  <c:v>1551</c:v>
                </c:pt>
                <c:pt idx="921">
                  <c:v>1460</c:v>
                </c:pt>
                <c:pt idx="922">
                  <c:v>1450</c:v>
                </c:pt>
                <c:pt idx="923">
                  <c:v>1450</c:v>
                </c:pt>
                <c:pt idx="924">
                  <c:v>1448</c:v>
                </c:pt>
                <c:pt idx="925">
                  <c:v>1452</c:v>
                </c:pt>
                <c:pt idx="926">
                  <c:v>1466</c:v>
                </c:pt>
                <c:pt idx="927">
                  <c:v>1491</c:v>
                </c:pt>
                <c:pt idx="928">
                  <c:v>1491</c:v>
                </c:pt>
                <c:pt idx="929">
                  <c:v>1542</c:v>
                </c:pt>
                <c:pt idx="930">
                  <c:v>1517</c:v>
                </c:pt>
                <c:pt idx="931">
                  <c:v>1632</c:v>
                </c:pt>
                <c:pt idx="932">
                  <c:v>1632</c:v>
                </c:pt>
                <c:pt idx="933">
                  <c:v>1698</c:v>
                </c:pt>
                <c:pt idx="934">
                  <c:v>1731</c:v>
                </c:pt>
                <c:pt idx="935">
                  <c:v>1809</c:v>
                </c:pt>
                <c:pt idx="936">
                  <c:v>1809</c:v>
                </c:pt>
                <c:pt idx="937">
                  <c:v>1762</c:v>
                </c:pt>
                <c:pt idx="938">
                  <c:v>1883</c:v>
                </c:pt>
                <c:pt idx="939">
                  <c:v>1893</c:v>
                </c:pt>
                <c:pt idx="940">
                  <c:v>1893</c:v>
                </c:pt>
                <c:pt idx="941">
                  <c:v>1948</c:v>
                </c:pt>
                <c:pt idx="942">
                  <c:v>1932</c:v>
                </c:pt>
                <c:pt idx="943">
                  <c:v>1933</c:v>
                </c:pt>
                <c:pt idx="944">
                  <c:v>1933</c:v>
                </c:pt>
                <c:pt idx="945">
                  <c:v>1941</c:v>
                </c:pt>
                <c:pt idx="946">
                  <c:v>1948</c:v>
                </c:pt>
                <c:pt idx="947">
                  <c:v>1946</c:v>
                </c:pt>
                <c:pt idx="948">
                  <c:v>1946</c:v>
                </c:pt>
                <c:pt idx="949">
                  <c:v>1942</c:v>
                </c:pt>
                <c:pt idx="950">
                  <c:v>1937</c:v>
                </c:pt>
                <c:pt idx="951">
                  <c:v>1890</c:v>
                </c:pt>
                <c:pt idx="952">
                  <c:v>1890</c:v>
                </c:pt>
                <c:pt idx="953">
                  <c:v>1944</c:v>
                </c:pt>
                <c:pt idx="954">
                  <c:v>1901</c:v>
                </c:pt>
                <c:pt idx="955">
                  <c:v>1916</c:v>
                </c:pt>
                <c:pt idx="956">
                  <c:v>1916</c:v>
                </c:pt>
                <c:pt idx="957">
                  <c:v>1897</c:v>
                </c:pt>
                <c:pt idx="958">
                  <c:v>1872</c:v>
                </c:pt>
                <c:pt idx="959">
                  <c:v>1872</c:v>
                </c:pt>
                <c:pt idx="960">
                  <c:v>1809</c:v>
                </c:pt>
                <c:pt idx="961">
                  <c:v>1691</c:v>
                </c:pt>
                <c:pt idx="962">
                  <c:v>1647</c:v>
                </c:pt>
                <c:pt idx="963">
                  <c:v>1647</c:v>
                </c:pt>
                <c:pt idx="964">
                  <c:v>1664</c:v>
                </c:pt>
                <c:pt idx="965">
                  <c:v>1605</c:v>
                </c:pt>
                <c:pt idx="966">
                  <c:v>1588</c:v>
                </c:pt>
                <c:pt idx="967">
                  <c:v>1588</c:v>
                </c:pt>
                <c:pt idx="968">
                  <c:v>1527</c:v>
                </c:pt>
                <c:pt idx="969">
                  <c:v>1560</c:v>
                </c:pt>
                <c:pt idx="970">
                  <c:v>1462</c:v>
                </c:pt>
                <c:pt idx="971">
                  <c:v>1462</c:v>
                </c:pt>
                <c:pt idx="972">
                  <c:v>1451</c:v>
                </c:pt>
                <c:pt idx="973">
                  <c:v>1453</c:v>
                </c:pt>
                <c:pt idx="974">
                  <c:v>1453</c:v>
                </c:pt>
                <c:pt idx="975">
                  <c:v>1455</c:v>
                </c:pt>
                <c:pt idx="976">
                  <c:v>1455</c:v>
                </c:pt>
                <c:pt idx="977">
                  <c:v>1466</c:v>
                </c:pt>
                <c:pt idx="978">
                  <c:v>1492</c:v>
                </c:pt>
                <c:pt idx="979">
                  <c:v>1555</c:v>
                </c:pt>
                <c:pt idx="980">
                  <c:v>1555</c:v>
                </c:pt>
                <c:pt idx="981">
                  <c:v>1526</c:v>
                </c:pt>
                <c:pt idx="982">
                  <c:v>1639</c:v>
                </c:pt>
                <c:pt idx="983">
                  <c:v>1715</c:v>
                </c:pt>
                <c:pt idx="984">
                  <c:v>1715</c:v>
                </c:pt>
                <c:pt idx="985">
                  <c:v>1742</c:v>
                </c:pt>
                <c:pt idx="986">
                  <c:v>1816</c:v>
                </c:pt>
                <c:pt idx="987">
                  <c:v>1764</c:v>
                </c:pt>
                <c:pt idx="988">
                  <c:v>1764</c:v>
                </c:pt>
                <c:pt idx="989">
                  <c:v>1894</c:v>
                </c:pt>
                <c:pt idx="990">
                  <c:v>1936</c:v>
                </c:pt>
                <c:pt idx="991">
                  <c:v>1917</c:v>
                </c:pt>
                <c:pt idx="992">
                  <c:v>1917</c:v>
                </c:pt>
                <c:pt idx="993">
                  <c:v>1969</c:v>
                </c:pt>
                <c:pt idx="994">
                  <c:v>1984</c:v>
                </c:pt>
                <c:pt idx="995">
                  <c:v>2034</c:v>
                </c:pt>
                <c:pt idx="996">
                  <c:v>2034</c:v>
                </c:pt>
                <c:pt idx="997">
                  <c:v>2090</c:v>
                </c:pt>
                <c:pt idx="998">
                  <c:v>2044</c:v>
                </c:pt>
                <c:pt idx="999">
                  <c:v>2089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0F9-4C0D-B378-2B3E73C0C6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406368"/>
        <c:axId val="44399296"/>
      </c:lineChart>
      <c:catAx>
        <c:axId val="4440636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4399296"/>
        <c:crosses val="autoZero"/>
        <c:auto val="1"/>
        <c:lblAlgn val="ctr"/>
        <c:lblOffset val="100"/>
        <c:noMultiLvlLbl val="0"/>
      </c:catAx>
      <c:valAx>
        <c:axId val="44399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4406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13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2" Type="http://schemas.openxmlformats.org/officeDocument/2006/relationships/video" Target="NULL" TargetMode="External"/><Relationship Id="rId1" Type="http://schemas.openxmlformats.org/officeDocument/2006/relationships/tags" Target="../tags/tag14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video" Target="../media/media3.mp4"/><Relationship Id="rId2" Type="http://schemas.microsoft.com/office/2007/relationships/media" Target="../media/media3.mp4"/><Relationship Id="rId1" Type="http://schemas.openxmlformats.org/officeDocument/2006/relationships/tags" Target="../tags/tag15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video" Target="../media/media3.mp4"/><Relationship Id="rId2" Type="http://schemas.microsoft.com/office/2007/relationships/media" Target="../media/media3.mp4"/><Relationship Id="rId1" Type="http://schemas.openxmlformats.org/officeDocument/2006/relationships/tags" Target="../tags/tag16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video" Target="../media/media3.mp4"/><Relationship Id="rId2" Type="http://schemas.microsoft.com/office/2007/relationships/media" Target="../media/media3.mp4"/><Relationship Id="rId1" Type="http://schemas.openxmlformats.org/officeDocument/2006/relationships/tags" Target="../tags/tag17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video" Target="../media/media4.mp4"/><Relationship Id="rId2" Type="http://schemas.microsoft.com/office/2007/relationships/media" Target="../media/media4.mp4"/><Relationship Id="rId1" Type="http://schemas.openxmlformats.org/officeDocument/2006/relationships/tags" Target="../tags/tag18.xml"/><Relationship Id="rId6" Type="http://schemas.openxmlformats.org/officeDocument/2006/relationships/image" Target="../media/image20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video" Target="../media/media3.mp4"/><Relationship Id="rId2" Type="http://schemas.microsoft.com/office/2007/relationships/media" Target="../media/media3.mp4"/><Relationship Id="rId1" Type="http://schemas.openxmlformats.org/officeDocument/2006/relationships/tags" Target="../tags/tag19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video" Target="../media/media5.mp4"/><Relationship Id="rId2" Type="http://schemas.microsoft.com/office/2007/relationships/media" Target="../media/media5.mp4"/><Relationship Id="rId1" Type="http://schemas.openxmlformats.org/officeDocument/2006/relationships/tags" Target="../tags/tag20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video" Target="../media/media6.mp4"/><Relationship Id="rId2" Type="http://schemas.microsoft.com/office/2007/relationships/media" Target="../media/media6.mp4"/><Relationship Id="rId1" Type="http://schemas.openxmlformats.org/officeDocument/2006/relationships/tags" Target="../tags/tag21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video" Target="../media/media7.mp4"/><Relationship Id="rId2" Type="http://schemas.microsoft.com/office/2007/relationships/media" Target="../media/media7.mp4"/><Relationship Id="rId1" Type="http://schemas.openxmlformats.org/officeDocument/2006/relationships/tags" Target="../tags/tag22.xml"/><Relationship Id="rId6" Type="http://schemas.openxmlformats.org/officeDocument/2006/relationships/image" Target="../media/image23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altLang="zh-TW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1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14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修改功率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CODE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5629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功率計算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改成在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 HIGH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時一半的位置取值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CCDD0EB-773B-4674-879C-EC2B4C053DB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87" y="1864886"/>
            <a:ext cx="8784000" cy="329996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60005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功率計算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9AE05ED0-0F50-4298-805E-3C64D0421D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8084432"/>
              </p:ext>
            </p:extLst>
          </p:nvPr>
        </p:nvGraphicFramePr>
        <p:xfrm>
          <a:off x="552855" y="1324843"/>
          <a:ext cx="8038290" cy="4827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078080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功率計算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1D73612-D987-4DD1-B6DD-D940A9685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48185"/>
            <a:ext cx="9525837" cy="480380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21545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功率計算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新加計算當前輸入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的頻率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DELAY(1/4FREQ)</a:t>
            </a:r>
          </a:p>
        </p:txBody>
      </p:sp>
      <p:pic>
        <p:nvPicPr>
          <p:cNvPr id="8" name="圖片 7" descr="一張含有 文字, 螢幕擷取畫面, 數字, 平行 的圖片&#10;&#10;AI 產生的內容可能不正確。">
            <a:extLst>
              <a:ext uri="{FF2B5EF4-FFF2-40B4-BE49-F238E27FC236}">
                <a16:creationId xmlns:a16="http://schemas.microsoft.com/office/drawing/2014/main" id="{15DB6A36-656D-440B-83A7-CCBE3A87F3F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1366614"/>
            <a:ext cx="9144000" cy="505852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4348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功率計算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新加計算當前輸入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的頻率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DELAY(1/4FREQ)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281710C-077B-4F1C-88BC-9696137238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5582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2783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功率計算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新加計算當前輸入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的頻率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DELAY(1/4FREQ)</a:t>
            </a:r>
          </a:p>
        </p:txBody>
      </p:sp>
      <p:pic>
        <p:nvPicPr>
          <p:cNvPr id="6" name="圖片 5" descr="一張含有 文字, 螢幕擷取畫面, 陳列, 軟體 的圖片&#10;&#10;AI 產生的內容可能不正確。">
            <a:extLst>
              <a:ext uri="{FF2B5EF4-FFF2-40B4-BE49-F238E27FC236}">
                <a16:creationId xmlns:a16="http://schemas.microsoft.com/office/drawing/2014/main" id="{26081FF1-813A-4F6F-8E0F-00D52CD5F50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1362518"/>
            <a:ext cx="9144000" cy="50626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34203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功率計算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新加計算當前輸入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的頻率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DELAY(1/4FREQ)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A2DDE02-ABD9-4E14-8D77-B3996D0789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6446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29089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功率計算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多次測試並取值出來看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29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15.89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48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33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16.43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2275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功率計算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29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A92202E-06E5-4894-88FB-2B7E486BE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22734"/>
            <a:ext cx="51816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AD6B4E42-E8E4-4E02-9169-AC7DC9188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229785"/>
            <a:ext cx="3986356" cy="2398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59336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功率計算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15.89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4E132146-B289-4FA8-A280-BD4553765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691" y="2806411"/>
            <a:ext cx="3948309" cy="203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7D815EC5-A1BB-414C-9093-C0EA60358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4" y="2083591"/>
            <a:ext cx="5208395" cy="3125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9488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功率計算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48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A99BAB82-0873-47B2-9389-DBFCA4528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691" y="2752474"/>
            <a:ext cx="3942213" cy="2040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686EA16D-DDEB-41F0-84B9-BDB1FED1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09670"/>
            <a:ext cx="5258637" cy="3155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53759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不提高輸入電壓調整水載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1HZ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790001693.272769">
            <a:hlinkClick r:id="" action="ppaction://media"/>
            <a:extLst>
              <a:ext uri="{FF2B5EF4-FFF2-40B4-BE49-F238E27FC236}">
                <a16:creationId xmlns:a16="http://schemas.microsoft.com/office/drawing/2014/main" id="{DBC0847C-FEAC-4AED-9ECB-9151C3E047B9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8000" y="1452437"/>
            <a:ext cx="8128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1177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7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不提高輸入電壓調整水載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1HZ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790001693.346754">
            <a:hlinkClick r:id="" action="ppaction://media"/>
            <a:extLst>
              <a:ext uri="{FF2B5EF4-FFF2-40B4-BE49-F238E27FC236}">
                <a16:creationId xmlns:a16="http://schemas.microsoft.com/office/drawing/2014/main" id="{D4D11446-7791-4700-958E-AB57F5D7445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>
                  <p14:trim st="17233" end="11781.0113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8000" y="1383230"/>
            <a:ext cx="8128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7033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2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提高輸入電壓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1HZ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790002504.913810">
            <a:hlinkClick r:id="" action="ppaction://media"/>
            <a:extLst>
              <a:ext uri="{FF2B5EF4-FFF2-40B4-BE49-F238E27FC236}">
                <a16:creationId xmlns:a16="http://schemas.microsoft.com/office/drawing/2014/main" id="{CCF32ECB-3E71-4CED-9F74-0AB01849E4EA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8000" y="1452437"/>
            <a:ext cx="8128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7789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61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提高輸入電壓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1HZ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790002504.913810">
            <a:hlinkClick r:id="" action="ppaction://media"/>
            <a:extLst>
              <a:ext uri="{FF2B5EF4-FFF2-40B4-BE49-F238E27FC236}">
                <a16:creationId xmlns:a16="http://schemas.microsoft.com/office/drawing/2014/main" id="{CCF32ECB-3E71-4CED-9F74-0AB01849E4EA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8000" y="1452437"/>
            <a:ext cx="8128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2449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61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提高輸入電壓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1HZ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790002504.913810">
            <a:hlinkClick r:id="" action="ppaction://media"/>
            <a:extLst>
              <a:ext uri="{FF2B5EF4-FFF2-40B4-BE49-F238E27FC236}">
                <a16:creationId xmlns:a16="http://schemas.microsoft.com/office/drawing/2014/main" id="{CCF32ECB-3E71-4CED-9F74-0AB01849E4EA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8000" y="1452437"/>
            <a:ext cx="8128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871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61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提高輸入電壓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0.5HZ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790002505.014746">
            <a:hlinkClick r:id="" action="ppaction://media"/>
            <a:extLst>
              <a:ext uri="{FF2B5EF4-FFF2-40B4-BE49-F238E27FC236}">
                <a16:creationId xmlns:a16="http://schemas.microsoft.com/office/drawing/2014/main" id="{E8B58BCF-C018-414F-B562-68A8EEB3542D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8000" y="1486878"/>
            <a:ext cx="8128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899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1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提高輸入電壓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1HZ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790002504.913810">
            <a:hlinkClick r:id="" action="ppaction://media"/>
            <a:extLst>
              <a:ext uri="{FF2B5EF4-FFF2-40B4-BE49-F238E27FC236}">
                <a16:creationId xmlns:a16="http://schemas.microsoft.com/office/drawing/2014/main" id="{CCF32ECB-3E71-4CED-9F74-0AB01849E4EA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8000" y="1452437"/>
            <a:ext cx="8128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68884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61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提高輸入電壓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5HZ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790002505.052015">
            <a:hlinkClick r:id="" action="ppaction://media"/>
            <a:extLst>
              <a:ext uri="{FF2B5EF4-FFF2-40B4-BE49-F238E27FC236}">
                <a16:creationId xmlns:a16="http://schemas.microsoft.com/office/drawing/2014/main" id="{9D928EFA-F8B0-451B-BED8-03D66FCF42BF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8000" y="1452437"/>
            <a:ext cx="8128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07147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81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提高輸入電壓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10HZ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790002505.107164">
            <a:hlinkClick r:id="" action="ppaction://media"/>
            <a:extLst>
              <a:ext uri="{FF2B5EF4-FFF2-40B4-BE49-F238E27FC236}">
                <a16:creationId xmlns:a16="http://schemas.microsoft.com/office/drawing/2014/main" id="{2E6AEDB0-908D-4891-BFF4-58B4FD773179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8000" y="1440976"/>
            <a:ext cx="8128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3352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4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提高輸入電壓</a:t>
            </a:r>
            <a:endParaRPr kumimoji="1" lang="en-US" altLang="zh-TW" sz="3200" b="1" kern="0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20HZ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790002505.151088">
            <a:hlinkClick r:id="" action="ppaction://media"/>
            <a:extLst>
              <a:ext uri="{FF2B5EF4-FFF2-40B4-BE49-F238E27FC236}">
                <a16:creationId xmlns:a16="http://schemas.microsoft.com/office/drawing/2014/main" id="{A99F8E2D-ABB4-4391-A6CA-42A586D655C5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8000" y="1452437"/>
            <a:ext cx="8128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6374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7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0" y="903682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整合之前全部的</a:t>
            </a:r>
            <a:r>
              <a:rPr lang="en-US" altLang="zh-TW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CODE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測試加載在有載波的壽命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211379</TotalTime>
  <Words>219</Words>
  <Application>Microsoft Office PowerPoint</Application>
  <PresentationFormat>如螢幕大小 (4:3)</PresentationFormat>
  <Paragraphs>88</Paragraphs>
  <Slides>24</Slides>
  <Notes>1</Notes>
  <HiddenSlides>0</HiddenSlides>
  <MMClips>10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24</vt:i4>
      </vt:variant>
    </vt:vector>
  </HeadingPairs>
  <TitlesOfParts>
    <vt:vector size="34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2540</cp:revision>
  <dcterms:created xsi:type="dcterms:W3CDTF">2001-07-18T23:57:34Z</dcterms:created>
  <dcterms:modified xsi:type="dcterms:W3CDTF">2026-01-14T05:41:12Z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