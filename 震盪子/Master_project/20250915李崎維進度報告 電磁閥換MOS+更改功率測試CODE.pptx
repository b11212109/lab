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6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8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492" r:id="rId4"/>
    <p:sldId id="1593" r:id="rId5"/>
    <p:sldId id="1591" r:id="rId6"/>
    <p:sldId id="1592" r:id="rId7"/>
    <p:sldId id="1590" r:id="rId8"/>
    <p:sldId id="1594" r:id="rId9"/>
    <p:sldId id="1597" r:id="rId10"/>
    <p:sldId id="1595" r:id="rId11"/>
    <p:sldId id="1583" r:id="rId12"/>
    <p:sldId id="1587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93"/>
            <p14:sldId id="1591"/>
            <p14:sldId id="1592"/>
            <p14:sldId id="1590"/>
            <p14:sldId id="1594"/>
            <p14:sldId id="1597"/>
            <p14:sldId id="1595"/>
            <p14:sldId id="1583"/>
            <p14:sldId id="1587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wnloads\&#38663;&#30442;&#23376;&#21151;&#29575;&#35336;&#31639;0717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濾波前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工作表1!$W$1:$W$1001</c:f>
              <c:numCache>
                <c:formatCode>General</c:formatCode>
                <c:ptCount val="1001"/>
                <c:pt idx="0">
                  <c:v>1644</c:v>
                </c:pt>
                <c:pt idx="1">
                  <c:v>1644</c:v>
                </c:pt>
                <c:pt idx="2">
                  <c:v>1533</c:v>
                </c:pt>
                <c:pt idx="3">
                  <c:v>1669</c:v>
                </c:pt>
                <c:pt idx="4">
                  <c:v>1157</c:v>
                </c:pt>
                <c:pt idx="5">
                  <c:v>1487</c:v>
                </c:pt>
                <c:pt idx="6">
                  <c:v>1527</c:v>
                </c:pt>
                <c:pt idx="7">
                  <c:v>1533</c:v>
                </c:pt>
                <c:pt idx="8">
                  <c:v>1513</c:v>
                </c:pt>
                <c:pt idx="9">
                  <c:v>1561</c:v>
                </c:pt>
                <c:pt idx="10">
                  <c:v>1608</c:v>
                </c:pt>
                <c:pt idx="11">
                  <c:v>1606</c:v>
                </c:pt>
                <c:pt idx="12">
                  <c:v>1631</c:v>
                </c:pt>
                <c:pt idx="13">
                  <c:v>1664</c:v>
                </c:pt>
                <c:pt idx="14">
                  <c:v>1683</c:v>
                </c:pt>
                <c:pt idx="15">
                  <c:v>1693</c:v>
                </c:pt>
                <c:pt idx="16">
                  <c:v>1715</c:v>
                </c:pt>
                <c:pt idx="17">
                  <c:v>1737</c:v>
                </c:pt>
                <c:pt idx="18">
                  <c:v>1751</c:v>
                </c:pt>
                <c:pt idx="19">
                  <c:v>2895</c:v>
                </c:pt>
                <c:pt idx="20">
                  <c:v>1032</c:v>
                </c:pt>
                <c:pt idx="21">
                  <c:v>1951</c:v>
                </c:pt>
                <c:pt idx="22">
                  <c:v>1873</c:v>
                </c:pt>
                <c:pt idx="23">
                  <c:v>1614</c:v>
                </c:pt>
                <c:pt idx="24">
                  <c:v>1763</c:v>
                </c:pt>
                <c:pt idx="25">
                  <c:v>1745</c:v>
                </c:pt>
                <c:pt idx="26">
                  <c:v>1651</c:v>
                </c:pt>
                <c:pt idx="27">
                  <c:v>1643</c:v>
                </c:pt>
                <c:pt idx="28">
                  <c:v>1650</c:v>
                </c:pt>
                <c:pt idx="29">
                  <c:v>1609</c:v>
                </c:pt>
                <c:pt idx="30">
                  <c:v>1576</c:v>
                </c:pt>
                <c:pt idx="31">
                  <c:v>1560</c:v>
                </c:pt>
                <c:pt idx="32">
                  <c:v>1544</c:v>
                </c:pt>
                <c:pt idx="33">
                  <c:v>1515</c:v>
                </c:pt>
                <c:pt idx="34">
                  <c:v>1493</c:v>
                </c:pt>
                <c:pt idx="35">
                  <c:v>1489</c:v>
                </c:pt>
                <c:pt idx="36">
                  <c:v>1466</c:v>
                </c:pt>
                <c:pt idx="37">
                  <c:v>1658</c:v>
                </c:pt>
                <c:pt idx="38">
                  <c:v>977</c:v>
                </c:pt>
                <c:pt idx="39">
                  <c:v>2088</c:v>
                </c:pt>
                <c:pt idx="40">
                  <c:v>770</c:v>
                </c:pt>
                <c:pt idx="41">
                  <c:v>1477</c:v>
                </c:pt>
                <c:pt idx="42">
                  <c:v>1604</c:v>
                </c:pt>
                <c:pt idx="43">
                  <c:v>1462</c:v>
                </c:pt>
                <c:pt idx="44">
                  <c:v>1469</c:v>
                </c:pt>
                <c:pt idx="45">
                  <c:v>1548</c:v>
                </c:pt>
                <c:pt idx="46">
                  <c:v>1547</c:v>
                </c:pt>
                <c:pt idx="47">
                  <c:v>1557</c:v>
                </c:pt>
                <c:pt idx="48">
                  <c:v>1582</c:v>
                </c:pt>
                <c:pt idx="49">
                  <c:v>1609</c:v>
                </c:pt>
                <c:pt idx="50">
                  <c:v>1637</c:v>
                </c:pt>
                <c:pt idx="51">
                  <c:v>1654</c:v>
                </c:pt>
                <c:pt idx="52">
                  <c:v>1679</c:v>
                </c:pt>
                <c:pt idx="53">
                  <c:v>1699</c:v>
                </c:pt>
                <c:pt idx="54">
                  <c:v>1717</c:v>
                </c:pt>
                <c:pt idx="55">
                  <c:v>1732</c:v>
                </c:pt>
                <c:pt idx="56">
                  <c:v>612</c:v>
                </c:pt>
                <c:pt idx="57">
                  <c:v>1864</c:v>
                </c:pt>
                <c:pt idx="58">
                  <c:v>2047</c:v>
                </c:pt>
                <c:pt idx="59">
                  <c:v>1627</c:v>
                </c:pt>
                <c:pt idx="60">
                  <c:v>1724</c:v>
                </c:pt>
                <c:pt idx="61">
                  <c:v>1817</c:v>
                </c:pt>
                <c:pt idx="62">
                  <c:v>1716</c:v>
                </c:pt>
                <c:pt idx="63">
                  <c:v>1680</c:v>
                </c:pt>
                <c:pt idx="64">
                  <c:v>1705</c:v>
                </c:pt>
                <c:pt idx="65">
                  <c:v>1687</c:v>
                </c:pt>
                <c:pt idx="66">
                  <c:v>1636</c:v>
                </c:pt>
                <c:pt idx="67">
                  <c:v>1613</c:v>
                </c:pt>
                <c:pt idx="68">
                  <c:v>1599</c:v>
                </c:pt>
                <c:pt idx="69">
                  <c:v>1564</c:v>
                </c:pt>
                <c:pt idx="70">
                  <c:v>1535</c:v>
                </c:pt>
                <c:pt idx="71">
                  <c:v>1513</c:v>
                </c:pt>
                <c:pt idx="72">
                  <c:v>1501</c:v>
                </c:pt>
                <c:pt idx="73">
                  <c:v>1475</c:v>
                </c:pt>
                <c:pt idx="74">
                  <c:v>1446</c:v>
                </c:pt>
                <c:pt idx="75">
                  <c:v>2156</c:v>
                </c:pt>
                <c:pt idx="76">
                  <c:v>1133</c:v>
                </c:pt>
                <c:pt idx="77">
                  <c:v>1254</c:v>
                </c:pt>
                <c:pt idx="78">
                  <c:v>1751</c:v>
                </c:pt>
                <c:pt idx="79">
                  <c:v>1379</c:v>
                </c:pt>
                <c:pt idx="80">
                  <c:v>1439</c:v>
                </c:pt>
                <c:pt idx="81">
                  <c:v>1502</c:v>
                </c:pt>
                <c:pt idx="82">
                  <c:v>1492</c:v>
                </c:pt>
                <c:pt idx="83">
                  <c:v>1507</c:v>
                </c:pt>
                <c:pt idx="84">
                  <c:v>1551</c:v>
                </c:pt>
                <c:pt idx="85">
                  <c:v>1582</c:v>
                </c:pt>
                <c:pt idx="86">
                  <c:v>1590</c:v>
                </c:pt>
                <c:pt idx="87">
                  <c:v>1619</c:v>
                </c:pt>
                <c:pt idx="88">
                  <c:v>1653</c:v>
                </c:pt>
                <c:pt idx="89">
                  <c:v>1673</c:v>
                </c:pt>
                <c:pt idx="90">
                  <c:v>1697</c:v>
                </c:pt>
                <c:pt idx="91">
                  <c:v>1715</c:v>
                </c:pt>
                <c:pt idx="92">
                  <c:v>1736</c:v>
                </c:pt>
                <c:pt idx="93">
                  <c:v>1751</c:v>
                </c:pt>
                <c:pt idx="94">
                  <c:v>2891</c:v>
                </c:pt>
                <c:pt idx="95">
                  <c:v>676</c:v>
                </c:pt>
                <c:pt idx="96">
                  <c:v>2145</c:v>
                </c:pt>
                <c:pt idx="97">
                  <c:v>1757</c:v>
                </c:pt>
                <c:pt idx="98">
                  <c:v>1536</c:v>
                </c:pt>
                <c:pt idx="99">
                  <c:v>1805</c:v>
                </c:pt>
                <c:pt idx="100">
                  <c:v>1734</c:v>
                </c:pt>
                <c:pt idx="101">
                  <c:v>1639</c:v>
                </c:pt>
                <c:pt idx="102">
                  <c:v>1686</c:v>
                </c:pt>
                <c:pt idx="103">
                  <c:v>1671</c:v>
                </c:pt>
                <c:pt idx="104">
                  <c:v>1617</c:v>
                </c:pt>
                <c:pt idx="105">
                  <c:v>1589</c:v>
                </c:pt>
                <c:pt idx="106">
                  <c:v>1580</c:v>
                </c:pt>
                <c:pt idx="107">
                  <c:v>1557</c:v>
                </c:pt>
                <c:pt idx="108">
                  <c:v>1527</c:v>
                </c:pt>
                <c:pt idx="109">
                  <c:v>1505</c:v>
                </c:pt>
                <c:pt idx="110">
                  <c:v>1496</c:v>
                </c:pt>
                <c:pt idx="111">
                  <c:v>1475</c:v>
                </c:pt>
                <c:pt idx="112">
                  <c:v>2023</c:v>
                </c:pt>
                <c:pt idx="113">
                  <c:v>833</c:v>
                </c:pt>
                <c:pt idx="114">
                  <c:v>2047</c:v>
                </c:pt>
                <c:pt idx="115">
                  <c:v>793</c:v>
                </c:pt>
                <c:pt idx="116">
                  <c:v>1379</c:v>
                </c:pt>
                <c:pt idx="117">
                  <c:v>1638</c:v>
                </c:pt>
                <c:pt idx="118">
                  <c:v>1435</c:v>
                </c:pt>
                <c:pt idx="119">
                  <c:v>1441</c:v>
                </c:pt>
                <c:pt idx="120">
                  <c:v>1552</c:v>
                </c:pt>
                <c:pt idx="121">
                  <c:v>1549</c:v>
                </c:pt>
                <c:pt idx="122">
                  <c:v>1529</c:v>
                </c:pt>
                <c:pt idx="123">
                  <c:v>1570</c:v>
                </c:pt>
                <c:pt idx="124">
                  <c:v>1609</c:v>
                </c:pt>
                <c:pt idx="125">
                  <c:v>1621</c:v>
                </c:pt>
                <c:pt idx="126">
                  <c:v>1637</c:v>
                </c:pt>
                <c:pt idx="127">
                  <c:v>1667</c:v>
                </c:pt>
                <c:pt idx="128">
                  <c:v>1692</c:v>
                </c:pt>
                <c:pt idx="129">
                  <c:v>1699</c:v>
                </c:pt>
                <c:pt idx="130">
                  <c:v>1713</c:v>
                </c:pt>
                <c:pt idx="131">
                  <c:v>1128</c:v>
                </c:pt>
                <c:pt idx="132">
                  <c:v>1614</c:v>
                </c:pt>
                <c:pt idx="133">
                  <c:v>1899</c:v>
                </c:pt>
                <c:pt idx="134">
                  <c:v>1278</c:v>
                </c:pt>
                <c:pt idx="135">
                  <c:v>1846</c:v>
                </c:pt>
                <c:pt idx="136">
                  <c:v>1796</c:v>
                </c:pt>
                <c:pt idx="137">
                  <c:v>1698</c:v>
                </c:pt>
                <c:pt idx="138">
                  <c:v>1669</c:v>
                </c:pt>
                <c:pt idx="139">
                  <c:v>1715</c:v>
                </c:pt>
                <c:pt idx="140">
                  <c:v>1688</c:v>
                </c:pt>
                <c:pt idx="141">
                  <c:v>1635</c:v>
                </c:pt>
                <c:pt idx="142">
                  <c:v>1626</c:v>
                </c:pt>
                <c:pt idx="143">
                  <c:v>1617</c:v>
                </c:pt>
                <c:pt idx="144">
                  <c:v>1579</c:v>
                </c:pt>
                <c:pt idx="145">
                  <c:v>1552</c:v>
                </c:pt>
                <c:pt idx="146">
                  <c:v>1533</c:v>
                </c:pt>
                <c:pt idx="147">
                  <c:v>1520</c:v>
                </c:pt>
                <c:pt idx="148">
                  <c:v>1501</c:v>
                </c:pt>
                <c:pt idx="149">
                  <c:v>1479</c:v>
                </c:pt>
                <c:pt idx="150">
                  <c:v>2031</c:v>
                </c:pt>
                <c:pt idx="151">
                  <c:v>1236</c:v>
                </c:pt>
                <c:pt idx="152">
                  <c:v>1243</c:v>
                </c:pt>
                <c:pt idx="153">
                  <c:v>1737</c:v>
                </c:pt>
                <c:pt idx="154">
                  <c:v>1454</c:v>
                </c:pt>
                <c:pt idx="155">
                  <c:v>1364</c:v>
                </c:pt>
                <c:pt idx="156">
                  <c:v>1459</c:v>
                </c:pt>
                <c:pt idx="157">
                  <c:v>1509</c:v>
                </c:pt>
                <c:pt idx="158">
                  <c:v>1517</c:v>
                </c:pt>
                <c:pt idx="159">
                  <c:v>1527</c:v>
                </c:pt>
                <c:pt idx="160">
                  <c:v>1573</c:v>
                </c:pt>
                <c:pt idx="161">
                  <c:v>1594</c:v>
                </c:pt>
                <c:pt idx="162">
                  <c:v>1605</c:v>
                </c:pt>
                <c:pt idx="163">
                  <c:v>1631</c:v>
                </c:pt>
                <c:pt idx="164">
                  <c:v>1660</c:v>
                </c:pt>
                <c:pt idx="165">
                  <c:v>1683</c:v>
                </c:pt>
                <c:pt idx="166">
                  <c:v>1696</c:v>
                </c:pt>
                <c:pt idx="167">
                  <c:v>1722</c:v>
                </c:pt>
                <c:pt idx="168">
                  <c:v>1752</c:v>
                </c:pt>
                <c:pt idx="169">
                  <c:v>2817</c:v>
                </c:pt>
                <c:pt idx="170">
                  <c:v>1061</c:v>
                </c:pt>
                <c:pt idx="171">
                  <c:v>1999</c:v>
                </c:pt>
                <c:pt idx="172">
                  <c:v>1871</c:v>
                </c:pt>
                <c:pt idx="173">
                  <c:v>1705</c:v>
                </c:pt>
                <c:pt idx="174">
                  <c:v>1700</c:v>
                </c:pt>
                <c:pt idx="175">
                  <c:v>1736</c:v>
                </c:pt>
                <c:pt idx="176">
                  <c:v>1694</c:v>
                </c:pt>
                <c:pt idx="177">
                  <c:v>1647</c:v>
                </c:pt>
                <c:pt idx="178">
                  <c:v>1635</c:v>
                </c:pt>
                <c:pt idx="179">
                  <c:v>1625</c:v>
                </c:pt>
                <c:pt idx="180">
                  <c:v>1595</c:v>
                </c:pt>
                <c:pt idx="181">
                  <c:v>1563</c:v>
                </c:pt>
                <c:pt idx="182">
                  <c:v>1549</c:v>
                </c:pt>
                <c:pt idx="183">
                  <c:v>1532</c:v>
                </c:pt>
                <c:pt idx="184">
                  <c:v>1506</c:v>
                </c:pt>
                <c:pt idx="185">
                  <c:v>1497</c:v>
                </c:pt>
                <c:pt idx="186">
                  <c:v>1485</c:v>
                </c:pt>
                <c:pt idx="187">
                  <c:v>2321</c:v>
                </c:pt>
                <c:pt idx="188">
                  <c:v>698</c:v>
                </c:pt>
                <c:pt idx="189">
                  <c:v>1838</c:v>
                </c:pt>
                <c:pt idx="190">
                  <c:v>1348</c:v>
                </c:pt>
                <c:pt idx="191">
                  <c:v>1214</c:v>
                </c:pt>
                <c:pt idx="192">
                  <c:v>1587</c:v>
                </c:pt>
                <c:pt idx="193">
                  <c:v>1519</c:v>
                </c:pt>
                <c:pt idx="194">
                  <c:v>1479</c:v>
                </c:pt>
                <c:pt idx="195">
                  <c:v>1541</c:v>
                </c:pt>
                <c:pt idx="196">
                  <c:v>1558</c:v>
                </c:pt>
                <c:pt idx="197">
                  <c:v>1557</c:v>
                </c:pt>
                <c:pt idx="198">
                  <c:v>1582</c:v>
                </c:pt>
                <c:pt idx="199">
                  <c:v>1609</c:v>
                </c:pt>
                <c:pt idx="200">
                  <c:v>1634</c:v>
                </c:pt>
                <c:pt idx="201">
                  <c:v>1647</c:v>
                </c:pt>
                <c:pt idx="202">
                  <c:v>1663</c:v>
                </c:pt>
                <c:pt idx="203">
                  <c:v>1680</c:v>
                </c:pt>
                <c:pt idx="204">
                  <c:v>1691</c:v>
                </c:pt>
                <c:pt idx="205">
                  <c:v>1703</c:v>
                </c:pt>
                <c:pt idx="206">
                  <c:v>1171</c:v>
                </c:pt>
                <c:pt idx="207">
                  <c:v>1655</c:v>
                </c:pt>
                <c:pt idx="208">
                  <c:v>2232</c:v>
                </c:pt>
                <c:pt idx="209">
                  <c:v>1245</c:v>
                </c:pt>
                <c:pt idx="210">
                  <c:v>2077</c:v>
                </c:pt>
                <c:pt idx="211">
                  <c:v>1698</c:v>
                </c:pt>
                <c:pt idx="212">
                  <c:v>1579</c:v>
                </c:pt>
                <c:pt idx="213">
                  <c:v>1670</c:v>
                </c:pt>
                <c:pt idx="214">
                  <c:v>1703</c:v>
                </c:pt>
                <c:pt idx="215">
                  <c:v>1648</c:v>
                </c:pt>
                <c:pt idx="216">
                  <c:v>1618</c:v>
                </c:pt>
                <c:pt idx="217">
                  <c:v>1613</c:v>
                </c:pt>
                <c:pt idx="218">
                  <c:v>1597</c:v>
                </c:pt>
                <c:pt idx="219">
                  <c:v>1565</c:v>
                </c:pt>
                <c:pt idx="220">
                  <c:v>1545</c:v>
                </c:pt>
                <c:pt idx="221">
                  <c:v>1529</c:v>
                </c:pt>
                <c:pt idx="222">
                  <c:v>1515</c:v>
                </c:pt>
                <c:pt idx="223">
                  <c:v>1501</c:v>
                </c:pt>
                <c:pt idx="224">
                  <c:v>1484</c:v>
                </c:pt>
                <c:pt idx="225">
                  <c:v>1820</c:v>
                </c:pt>
                <c:pt idx="226">
                  <c:v>1763</c:v>
                </c:pt>
                <c:pt idx="227">
                  <c:v>1116</c:v>
                </c:pt>
                <c:pt idx="228">
                  <c:v>1462</c:v>
                </c:pt>
                <c:pt idx="229">
                  <c:v>1485</c:v>
                </c:pt>
                <c:pt idx="230">
                  <c:v>1441</c:v>
                </c:pt>
                <c:pt idx="231">
                  <c:v>1499</c:v>
                </c:pt>
                <c:pt idx="232">
                  <c:v>1541</c:v>
                </c:pt>
                <c:pt idx="233">
                  <c:v>1529</c:v>
                </c:pt>
                <c:pt idx="234">
                  <c:v>1546</c:v>
                </c:pt>
                <c:pt idx="235">
                  <c:v>1591</c:v>
                </c:pt>
                <c:pt idx="236">
                  <c:v>1607</c:v>
                </c:pt>
                <c:pt idx="237">
                  <c:v>1621</c:v>
                </c:pt>
                <c:pt idx="238">
                  <c:v>1652</c:v>
                </c:pt>
                <c:pt idx="239">
                  <c:v>1670</c:v>
                </c:pt>
                <c:pt idx="240">
                  <c:v>1689</c:v>
                </c:pt>
                <c:pt idx="241">
                  <c:v>1701</c:v>
                </c:pt>
                <c:pt idx="242">
                  <c:v>1717</c:v>
                </c:pt>
                <c:pt idx="243">
                  <c:v>1741</c:v>
                </c:pt>
                <c:pt idx="244">
                  <c:v>2773</c:v>
                </c:pt>
                <c:pt idx="245">
                  <c:v>979</c:v>
                </c:pt>
                <c:pt idx="246">
                  <c:v>1914</c:v>
                </c:pt>
                <c:pt idx="247">
                  <c:v>1909</c:v>
                </c:pt>
                <c:pt idx="248">
                  <c:v>1480</c:v>
                </c:pt>
                <c:pt idx="249">
                  <c:v>1741</c:v>
                </c:pt>
                <c:pt idx="250">
                  <c:v>1752</c:v>
                </c:pt>
                <c:pt idx="251">
                  <c:v>1656</c:v>
                </c:pt>
                <c:pt idx="252">
                  <c:v>1631</c:v>
                </c:pt>
                <c:pt idx="253">
                  <c:v>1633</c:v>
                </c:pt>
                <c:pt idx="254">
                  <c:v>1610</c:v>
                </c:pt>
                <c:pt idx="255">
                  <c:v>1571</c:v>
                </c:pt>
                <c:pt idx="256">
                  <c:v>1550</c:v>
                </c:pt>
                <c:pt idx="257">
                  <c:v>1533</c:v>
                </c:pt>
                <c:pt idx="258">
                  <c:v>1514</c:v>
                </c:pt>
                <c:pt idx="259">
                  <c:v>1497</c:v>
                </c:pt>
                <c:pt idx="260">
                  <c:v>1478</c:v>
                </c:pt>
                <c:pt idx="261">
                  <c:v>1465</c:v>
                </c:pt>
                <c:pt idx="262">
                  <c:v>2119</c:v>
                </c:pt>
                <c:pt idx="263">
                  <c:v>799</c:v>
                </c:pt>
                <c:pt idx="264">
                  <c:v>1473</c:v>
                </c:pt>
                <c:pt idx="265">
                  <c:v>1605</c:v>
                </c:pt>
                <c:pt idx="266">
                  <c:v>1397</c:v>
                </c:pt>
                <c:pt idx="267">
                  <c:v>1482</c:v>
                </c:pt>
                <c:pt idx="268">
                  <c:v>1554</c:v>
                </c:pt>
                <c:pt idx="269">
                  <c:v>1519</c:v>
                </c:pt>
                <c:pt idx="270">
                  <c:v>1529</c:v>
                </c:pt>
                <c:pt idx="271">
                  <c:v>1589</c:v>
                </c:pt>
                <c:pt idx="272">
                  <c:v>1608</c:v>
                </c:pt>
                <c:pt idx="273">
                  <c:v>1604</c:v>
                </c:pt>
                <c:pt idx="274">
                  <c:v>1627</c:v>
                </c:pt>
                <c:pt idx="275">
                  <c:v>1663</c:v>
                </c:pt>
                <c:pt idx="276">
                  <c:v>1675</c:v>
                </c:pt>
                <c:pt idx="277">
                  <c:v>1681</c:v>
                </c:pt>
                <c:pt idx="278">
                  <c:v>1703</c:v>
                </c:pt>
                <c:pt idx="279">
                  <c:v>1713</c:v>
                </c:pt>
                <c:pt idx="280">
                  <c:v>1722</c:v>
                </c:pt>
                <c:pt idx="281">
                  <c:v>2186</c:v>
                </c:pt>
                <c:pt idx="282">
                  <c:v>1135</c:v>
                </c:pt>
                <c:pt idx="283">
                  <c:v>2407</c:v>
                </c:pt>
                <c:pt idx="284">
                  <c:v>1138</c:v>
                </c:pt>
                <c:pt idx="285">
                  <c:v>2093</c:v>
                </c:pt>
                <c:pt idx="286">
                  <c:v>1592</c:v>
                </c:pt>
                <c:pt idx="287">
                  <c:v>1546</c:v>
                </c:pt>
                <c:pt idx="288">
                  <c:v>1754</c:v>
                </c:pt>
                <c:pt idx="289">
                  <c:v>1671</c:v>
                </c:pt>
                <c:pt idx="290">
                  <c:v>1610</c:v>
                </c:pt>
                <c:pt idx="291">
                  <c:v>1610</c:v>
                </c:pt>
                <c:pt idx="292">
                  <c:v>1616</c:v>
                </c:pt>
                <c:pt idx="293">
                  <c:v>1579</c:v>
                </c:pt>
                <c:pt idx="294">
                  <c:v>1547</c:v>
                </c:pt>
                <c:pt idx="295">
                  <c:v>1533</c:v>
                </c:pt>
                <c:pt idx="296">
                  <c:v>1519</c:v>
                </c:pt>
                <c:pt idx="297">
                  <c:v>1508</c:v>
                </c:pt>
                <c:pt idx="298">
                  <c:v>1490</c:v>
                </c:pt>
                <c:pt idx="299">
                  <c:v>610</c:v>
                </c:pt>
                <c:pt idx="300">
                  <c:v>1551</c:v>
                </c:pt>
                <c:pt idx="301">
                  <c:v>1848</c:v>
                </c:pt>
                <c:pt idx="302">
                  <c:v>1018</c:v>
                </c:pt>
                <c:pt idx="303">
                  <c:v>1613</c:v>
                </c:pt>
                <c:pt idx="304">
                  <c:v>1543</c:v>
                </c:pt>
                <c:pt idx="305">
                  <c:v>1387</c:v>
                </c:pt>
                <c:pt idx="306">
                  <c:v>1509</c:v>
                </c:pt>
                <c:pt idx="307">
                  <c:v>1530</c:v>
                </c:pt>
                <c:pt idx="308">
                  <c:v>1526</c:v>
                </c:pt>
                <c:pt idx="309">
                  <c:v>1555</c:v>
                </c:pt>
                <c:pt idx="310">
                  <c:v>1592</c:v>
                </c:pt>
                <c:pt idx="311">
                  <c:v>1605</c:v>
                </c:pt>
                <c:pt idx="312">
                  <c:v>1628</c:v>
                </c:pt>
                <c:pt idx="313">
                  <c:v>1657</c:v>
                </c:pt>
                <c:pt idx="314">
                  <c:v>1679</c:v>
                </c:pt>
                <c:pt idx="315">
                  <c:v>1700</c:v>
                </c:pt>
                <c:pt idx="316">
                  <c:v>1717</c:v>
                </c:pt>
                <c:pt idx="317">
                  <c:v>1736</c:v>
                </c:pt>
                <c:pt idx="318">
                  <c:v>0</c:v>
                </c:pt>
                <c:pt idx="319">
                  <c:v>2635</c:v>
                </c:pt>
                <c:pt idx="320">
                  <c:v>975</c:v>
                </c:pt>
                <c:pt idx="321">
                  <c:v>1901</c:v>
                </c:pt>
                <c:pt idx="322">
                  <c:v>1961</c:v>
                </c:pt>
                <c:pt idx="323">
                  <c:v>1489</c:v>
                </c:pt>
                <c:pt idx="324">
                  <c:v>1760</c:v>
                </c:pt>
                <c:pt idx="325">
                  <c:v>1771</c:v>
                </c:pt>
                <c:pt idx="326">
                  <c:v>1652</c:v>
                </c:pt>
                <c:pt idx="327">
                  <c:v>1635</c:v>
                </c:pt>
                <c:pt idx="328">
                  <c:v>1653</c:v>
                </c:pt>
                <c:pt idx="329">
                  <c:v>1611</c:v>
                </c:pt>
                <c:pt idx="330">
                  <c:v>1564</c:v>
                </c:pt>
                <c:pt idx="331">
                  <c:v>1551</c:v>
                </c:pt>
                <c:pt idx="332">
                  <c:v>1533</c:v>
                </c:pt>
                <c:pt idx="333">
                  <c:v>1508</c:v>
                </c:pt>
                <c:pt idx="334">
                  <c:v>1489</c:v>
                </c:pt>
                <c:pt idx="335">
                  <c:v>1471</c:v>
                </c:pt>
                <c:pt idx="336">
                  <c:v>1452</c:v>
                </c:pt>
                <c:pt idx="337">
                  <c:v>2417</c:v>
                </c:pt>
                <c:pt idx="338">
                  <c:v>390</c:v>
                </c:pt>
                <c:pt idx="339">
                  <c:v>1423</c:v>
                </c:pt>
                <c:pt idx="340">
                  <c:v>1542</c:v>
                </c:pt>
                <c:pt idx="341">
                  <c:v>1404</c:v>
                </c:pt>
                <c:pt idx="342">
                  <c:v>1467</c:v>
                </c:pt>
                <c:pt idx="343">
                  <c:v>1520</c:v>
                </c:pt>
                <c:pt idx="344">
                  <c:v>1515</c:v>
                </c:pt>
                <c:pt idx="345">
                  <c:v>1529</c:v>
                </c:pt>
                <c:pt idx="346">
                  <c:v>1575</c:v>
                </c:pt>
                <c:pt idx="347">
                  <c:v>1590</c:v>
                </c:pt>
                <c:pt idx="348">
                  <c:v>1602</c:v>
                </c:pt>
                <c:pt idx="349">
                  <c:v>1629</c:v>
                </c:pt>
                <c:pt idx="350">
                  <c:v>1661</c:v>
                </c:pt>
                <c:pt idx="351">
                  <c:v>1673</c:v>
                </c:pt>
                <c:pt idx="352">
                  <c:v>1690</c:v>
                </c:pt>
                <c:pt idx="353">
                  <c:v>1713</c:v>
                </c:pt>
                <c:pt idx="354">
                  <c:v>1725</c:v>
                </c:pt>
                <c:pt idx="355">
                  <c:v>1744</c:v>
                </c:pt>
                <c:pt idx="356">
                  <c:v>2581</c:v>
                </c:pt>
                <c:pt idx="357">
                  <c:v>1017</c:v>
                </c:pt>
                <c:pt idx="358">
                  <c:v>2418</c:v>
                </c:pt>
                <c:pt idx="359">
                  <c:v>958</c:v>
                </c:pt>
                <c:pt idx="360">
                  <c:v>1880</c:v>
                </c:pt>
                <c:pt idx="361">
                  <c:v>1877</c:v>
                </c:pt>
                <c:pt idx="362">
                  <c:v>1577</c:v>
                </c:pt>
                <c:pt idx="363">
                  <c:v>1691</c:v>
                </c:pt>
                <c:pt idx="364">
                  <c:v>1672</c:v>
                </c:pt>
                <c:pt idx="365">
                  <c:v>1631</c:v>
                </c:pt>
                <c:pt idx="366">
                  <c:v>1621</c:v>
                </c:pt>
                <c:pt idx="367">
                  <c:v>1608</c:v>
                </c:pt>
                <c:pt idx="368">
                  <c:v>1578</c:v>
                </c:pt>
                <c:pt idx="369">
                  <c:v>1556</c:v>
                </c:pt>
                <c:pt idx="370">
                  <c:v>1527</c:v>
                </c:pt>
                <c:pt idx="371">
                  <c:v>1516</c:v>
                </c:pt>
                <c:pt idx="372">
                  <c:v>1507</c:v>
                </c:pt>
                <c:pt idx="373">
                  <c:v>1490</c:v>
                </c:pt>
                <c:pt idx="374">
                  <c:v>1033</c:v>
                </c:pt>
                <c:pt idx="375">
                  <c:v>1518</c:v>
                </c:pt>
                <c:pt idx="376">
                  <c:v>1811</c:v>
                </c:pt>
                <c:pt idx="377">
                  <c:v>1275</c:v>
                </c:pt>
                <c:pt idx="378">
                  <c:v>1405</c:v>
                </c:pt>
                <c:pt idx="379">
                  <c:v>1544</c:v>
                </c:pt>
                <c:pt idx="380">
                  <c:v>1447</c:v>
                </c:pt>
                <c:pt idx="381">
                  <c:v>1448</c:v>
                </c:pt>
                <c:pt idx="382">
                  <c:v>1517</c:v>
                </c:pt>
                <c:pt idx="383">
                  <c:v>1544</c:v>
                </c:pt>
                <c:pt idx="384">
                  <c:v>1535</c:v>
                </c:pt>
                <c:pt idx="385">
                  <c:v>1560</c:v>
                </c:pt>
                <c:pt idx="386">
                  <c:v>1601</c:v>
                </c:pt>
                <c:pt idx="387">
                  <c:v>1616</c:v>
                </c:pt>
                <c:pt idx="388">
                  <c:v>1633</c:v>
                </c:pt>
                <c:pt idx="389">
                  <c:v>1660</c:v>
                </c:pt>
                <c:pt idx="390">
                  <c:v>1690</c:v>
                </c:pt>
                <c:pt idx="391">
                  <c:v>1705</c:v>
                </c:pt>
                <c:pt idx="392">
                  <c:v>1722</c:v>
                </c:pt>
                <c:pt idx="393">
                  <c:v>15</c:v>
                </c:pt>
                <c:pt idx="394">
                  <c:v>2367</c:v>
                </c:pt>
                <c:pt idx="395">
                  <c:v>1648</c:v>
                </c:pt>
                <c:pt idx="396">
                  <c:v>1625</c:v>
                </c:pt>
                <c:pt idx="397">
                  <c:v>2187</c:v>
                </c:pt>
                <c:pt idx="398">
                  <c:v>1437</c:v>
                </c:pt>
                <c:pt idx="399">
                  <c:v>1740</c:v>
                </c:pt>
                <c:pt idx="400">
                  <c:v>1796</c:v>
                </c:pt>
                <c:pt idx="401">
                  <c:v>1663</c:v>
                </c:pt>
                <c:pt idx="402">
                  <c:v>1645</c:v>
                </c:pt>
                <c:pt idx="403">
                  <c:v>1677</c:v>
                </c:pt>
                <c:pt idx="404">
                  <c:v>1630</c:v>
                </c:pt>
                <c:pt idx="405">
                  <c:v>1575</c:v>
                </c:pt>
                <c:pt idx="406">
                  <c:v>1567</c:v>
                </c:pt>
                <c:pt idx="407">
                  <c:v>1549</c:v>
                </c:pt>
                <c:pt idx="408">
                  <c:v>1509</c:v>
                </c:pt>
                <c:pt idx="409">
                  <c:v>1491</c:v>
                </c:pt>
                <c:pt idx="410">
                  <c:v>1475</c:v>
                </c:pt>
                <c:pt idx="411">
                  <c:v>1459</c:v>
                </c:pt>
                <c:pt idx="412">
                  <c:v>1947</c:v>
                </c:pt>
                <c:pt idx="413">
                  <c:v>1057</c:v>
                </c:pt>
                <c:pt idx="414">
                  <c:v>1305</c:v>
                </c:pt>
                <c:pt idx="415">
                  <c:v>1487</c:v>
                </c:pt>
                <c:pt idx="416">
                  <c:v>1493</c:v>
                </c:pt>
                <c:pt idx="417">
                  <c:v>1431</c:v>
                </c:pt>
                <c:pt idx="418">
                  <c:v>1486</c:v>
                </c:pt>
                <c:pt idx="419">
                  <c:v>1537</c:v>
                </c:pt>
                <c:pt idx="420">
                  <c:v>1531</c:v>
                </c:pt>
                <c:pt idx="421">
                  <c:v>1542</c:v>
                </c:pt>
                <c:pt idx="422">
                  <c:v>1578</c:v>
                </c:pt>
                <c:pt idx="423">
                  <c:v>1604</c:v>
                </c:pt>
                <c:pt idx="424">
                  <c:v>1619</c:v>
                </c:pt>
                <c:pt idx="425">
                  <c:v>1644</c:v>
                </c:pt>
                <c:pt idx="426">
                  <c:v>1665</c:v>
                </c:pt>
                <c:pt idx="427">
                  <c:v>1682</c:v>
                </c:pt>
                <c:pt idx="428">
                  <c:v>1697</c:v>
                </c:pt>
                <c:pt idx="429">
                  <c:v>1710</c:v>
                </c:pt>
                <c:pt idx="430">
                  <c:v>1727</c:v>
                </c:pt>
                <c:pt idx="431">
                  <c:v>2799</c:v>
                </c:pt>
                <c:pt idx="432">
                  <c:v>869</c:v>
                </c:pt>
                <c:pt idx="433">
                  <c:v>2168</c:v>
                </c:pt>
                <c:pt idx="434">
                  <c:v>1313</c:v>
                </c:pt>
                <c:pt idx="435">
                  <c:v>1585</c:v>
                </c:pt>
                <c:pt idx="436">
                  <c:v>1879</c:v>
                </c:pt>
                <c:pt idx="437">
                  <c:v>1640</c:v>
                </c:pt>
                <c:pt idx="438">
                  <c:v>1637</c:v>
                </c:pt>
                <c:pt idx="439">
                  <c:v>1678</c:v>
                </c:pt>
                <c:pt idx="440">
                  <c:v>1662</c:v>
                </c:pt>
                <c:pt idx="441">
                  <c:v>1615</c:v>
                </c:pt>
                <c:pt idx="442">
                  <c:v>1603</c:v>
                </c:pt>
                <c:pt idx="443">
                  <c:v>1588</c:v>
                </c:pt>
                <c:pt idx="444">
                  <c:v>1570</c:v>
                </c:pt>
                <c:pt idx="445">
                  <c:v>1541</c:v>
                </c:pt>
                <c:pt idx="446">
                  <c:v>1525</c:v>
                </c:pt>
                <c:pt idx="447">
                  <c:v>1517</c:v>
                </c:pt>
                <c:pt idx="448">
                  <c:v>1500</c:v>
                </c:pt>
                <c:pt idx="449">
                  <c:v>1473</c:v>
                </c:pt>
                <c:pt idx="450">
                  <c:v>1111</c:v>
                </c:pt>
                <c:pt idx="451">
                  <c:v>2113</c:v>
                </c:pt>
                <c:pt idx="452">
                  <c:v>1004</c:v>
                </c:pt>
                <c:pt idx="453">
                  <c:v>1443</c:v>
                </c:pt>
                <c:pt idx="454">
                  <c:v>1577</c:v>
                </c:pt>
                <c:pt idx="455">
                  <c:v>1413</c:v>
                </c:pt>
                <c:pt idx="456">
                  <c:v>1480</c:v>
                </c:pt>
                <c:pt idx="457">
                  <c:v>1558</c:v>
                </c:pt>
                <c:pt idx="458">
                  <c:v>1529</c:v>
                </c:pt>
                <c:pt idx="459">
                  <c:v>1533</c:v>
                </c:pt>
                <c:pt idx="460">
                  <c:v>1577</c:v>
                </c:pt>
                <c:pt idx="461">
                  <c:v>1602</c:v>
                </c:pt>
                <c:pt idx="462">
                  <c:v>1609</c:v>
                </c:pt>
                <c:pt idx="463">
                  <c:v>1633</c:v>
                </c:pt>
                <c:pt idx="464">
                  <c:v>1663</c:v>
                </c:pt>
                <c:pt idx="465">
                  <c:v>1685</c:v>
                </c:pt>
                <c:pt idx="466">
                  <c:v>1694</c:v>
                </c:pt>
                <c:pt idx="467">
                  <c:v>1709</c:v>
                </c:pt>
                <c:pt idx="468">
                  <c:v>377</c:v>
                </c:pt>
                <c:pt idx="469">
                  <c:v>1883</c:v>
                </c:pt>
                <c:pt idx="470">
                  <c:v>2102</c:v>
                </c:pt>
                <c:pt idx="471">
                  <c:v>1423</c:v>
                </c:pt>
                <c:pt idx="472">
                  <c:v>2088</c:v>
                </c:pt>
                <c:pt idx="473">
                  <c:v>1729</c:v>
                </c:pt>
                <c:pt idx="474">
                  <c:v>1585</c:v>
                </c:pt>
                <c:pt idx="475">
                  <c:v>1753</c:v>
                </c:pt>
                <c:pt idx="476">
                  <c:v>1722</c:v>
                </c:pt>
                <c:pt idx="477">
                  <c:v>1645</c:v>
                </c:pt>
                <c:pt idx="478">
                  <c:v>1633</c:v>
                </c:pt>
                <c:pt idx="479">
                  <c:v>1630</c:v>
                </c:pt>
                <c:pt idx="480">
                  <c:v>1597</c:v>
                </c:pt>
                <c:pt idx="481">
                  <c:v>1561</c:v>
                </c:pt>
                <c:pt idx="482">
                  <c:v>1541</c:v>
                </c:pt>
                <c:pt idx="483">
                  <c:v>1522</c:v>
                </c:pt>
                <c:pt idx="484">
                  <c:v>1507</c:v>
                </c:pt>
                <c:pt idx="485">
                  <c:v>1488</c:v>
                </c:pt>
                <c:pt idx="486">
                  <c:v>1470</c:v>
                </c:pt>
                <c:pt idx="487">
                  <c:v>2272</c:v>
                </c:pt>
                <c:pt idx="488">
                  <c:v>730</c:v>
                </c:pt>
                <c:pt idx="489">
                  <c:v>1475</c:v>
                </c:pt>
                <c:pt idx="490">
                  <c:v>1666</c:v>
                </c:pt>
                <c:pt idx="491">
                  <c:v>1378</c:v>
                </c:pt>
                <c:pt idx="492">
                  <c:v>1417</c:v>
                </c:pt>
                <c:pt idx="493">
                  <c:v>1502</c:v>
                </c:pt>
                <c:pt idx="494">
                  <c:v>1547</c:v>
                </c:pt>
                <c:pt idx="495">
                  <c:v>1521</c:v>
                </c:pt>
                <c:pt idx="496">
                  <c:v>1548</c:v>
                </c:pt>
                <c:pt idx="497">
                  <c:v>1601</c:v>
                </c:pt>
                <c:pt idx="498">
                  <c:v>1608</c:v>
                </c:pt>
                <c:pt idx="499">
                  <c:v>1621</c:v>
                </c:pt>
                <c:pt idx="500">
                  <c:v>1651</c:v>
                </c:pt>
                <c:pt idx="501">
                  <c:v>1675</c:v>
                </c:pt>
                <c:pt idx="502">
                  <c:v>1687</c:v>
                </c:pt>
                <c:pt idx="503">
                  <c:v>1699</c:v>
                </c:pt>
                <c:pt idx="504">
                  <c:v>1717</c:v>
                </c:pt>
                <c:pt idx="505">
                  <c:v>1731</c:v>
                </c:pt>
                <c:pt idx="506">
                  <c:v>2899</c:v>
                </c:pt>
                <c:pt idx="507">
                  <c:v>686</c:v>
                </c:pt>
                <c:pt idx="508">
                  <c:v>2183</c:v>
                </c:pt>
                <c:pt idx="509">
                  <c:v>1516</c:v>
                </c:pt>
                <c:pt idx="510">
                  <c:v>1481</c:v>
                </c:pt>
                <c:pt idx="511">
                  <c:v>1817</c:v>
                </c:pt>
                <c:pt idx="512">
                  <c:v>1647</c:v>
                </c:pt>
                <c:pt idx="513">
                  <c:v>1638</c:v>
                </c:pt>
                <c:pt idx="514">
                  <c:v>1672</c:v>
                </c:pt>
                <c:pt idx="515">
                  <c:v>1633</c:v>
                </c:pt>
                <c:pt idx="516">
                  <c:v>1597</c:v>
                </c:pt>
                <c:pt idx="517">
                  <c:v>1589</c:v>
                </c:pt>
                <c:pt idx="518">
                  <c:v>1573</c:v>
                </c:pt>
                <c:pt idx="519">
                  <c:v>1552</c:v>
                </c:pt>
                <c:pt idx="520">
                  <c:v>1528</c:v>
                </c:pt>
                <c:pt idx="521">
                  <c:v>1516</c:v>
                </c:pt>
                <c:pt idx="522">
                  <c:v>1513</c:v>
                </c:pt>
                <c:pt idx="523">
                  <c:v>1497</c:v>
                </c:pt>
                <c:pt idx="524">
                  <c:v>1910</c:v>
                </c:pt>
                <c:pt idx="525">
                  <c:v>1229</c:v>
                </c:pt>
                <c:pt idx="526">
                  <c:v>2057</c:v>
                </c:pt>
                <c:pt idx="527">
                  <c:v>786</c:v>
                </c:pt>
                <c:pt idx="528">
                  <c:v>1632</c:v>
                </c:pt>
                <c:pt idx="529">
                  <c:v>1580</c:v>
                </c:pt>
                <c:pt idx="530">
                  <c:v>1410</c:v>
                </c:pt>
                <c:pt idx="531">
                  <c:v>1509</c:v>
                </c:pt>
                <c:pt idx="532">
                  <c:v>1575</c:v>
                </c:pt>
                <c:pt idx="533">
                  <c:v>1540</c:v>
                </c:pt>
                <c:pt idx="534">
                  <c:v>1544</c:v>
                </c:pt>
                <c:pt idx="535">
                  <c:v>1585</c:v>
                </c:pt>
                <c:pt idx="536">
                  <c:v>1614</c:v>
                </c:pt>
                <c:pt idx="537">
                  <c:v>1626</c:v>
                </c:pt>
                <c:pt idx="538">
                  <c:v>1641</c:v>
                </c:pt>
                <c:pt idx="539">
                  <c:v>1664</c:v>
                </c:pt>
                <c:pt idx="540">
                  <c:v>1683</c:v>
                </c:pt>
                <c:pt idx="541">
                  <c:v>1695</c:v>
                </c:pt>
                <c:pt idx="542">
                  <c:v>1709</c:v>
                </c:pt>
                <c:pt idx="543">
                  <c:v>835</c:v>
                </c:pt>
                <c:pt idx="544">
                  <c:v>1752</c:v>
                </c:pt>
                <c:pt idx="545">
                  <c:v>1951</c:v>
                </c:pt>
                <c:pt idx="546">
                  <c:v>1539</c:v>
                </c:pt>
                <c:pt idx="547">
                  <c:v>1724</c:v>
                </c:pt>
                <c:pt idx="548">
                  <c:v>1795</c:v>
                </c:pt>
                <c:pt idx="549">
                  <c:v>1682</c:v>
                </c:pt>
                <c:pt idx="550">
                  <c:v>1687</c:v>
                </c:pt>
                <c:pt idx="551">
                  <c:v>1697</c:v>
                </c:pt>
                <c:pt idx="552">
                  <c:v>1650</c:v>
                </c:pt>
                <c:pt idx="553">
                  <c:v>1621</c:v>
                </c:pt>
                <c:pt idx="554">
                  <c:v>1611</c:v>
                </c:pt>
                <c:pt idx="555">
                  <c:v>1583</c:v>
                </c:pt>
                <c:pt idx="556">
                  <c:v>1548</c:v>
                </c:pt>
                <c:pt idx="557">
                  <c:v>1532</c:v>
                </c:pt>
                <c:pt idx="558">
                  <c:v>1513</c:v>
                </c:pt>
                <c:pt idx="559">
                  <c:v>1496</c:v>
                </c:pt>
                <c:pt idx="560">
                  <c:v>1477</c:v>
                </c:pt>
                <c:pt idx="561">
                  <c:v>1461</c:v>
                </c:pt>
                <c:pt idx="562">
                  <c:v>2126</c:v>
                </c:pt>
                <c:pt idx="563">
                  <c:v>1104</c:v>
                </c:pt>
                <c:pt idx="564">
                  <c:v>1321</c:v>
                </c:pt>
                <c:pt idx="565">
                  <c:v>1815</c:v>
                </c:pt>
                <c:pt idx="566">
                  <c:v>1305</c:v>
                </c:pt>
                <c:pt idx="567">
                  <c:v>1414</c:v>
                </c:pt>
                <c:pt idx="568">
                  <c:v>1516</c:v>
                </c:pt>
                <c:pt idx="569">
                  <c:v>1557</c:v>
                </c:pt>
                <c:pt idx="570">
                  <c:v>1527</c:v>
                </c:pt>
                <c:pt idx="571">
                  <c:v>1553</c:v>
                </c:pt>
                <c:pt idx="572">
                  <c:v>1618</c:v>
                </c:pt>
                <c:pt idx="573">
                  <c:v>1617</c:v>
                </c:pt>
                <c:pt idx="574">
                  <c:v>1631</c:v>
                </c:pt>
                <c:pt idx="575">
                  <c:v>1662</c:v>
                </c:pt>
                <c:pt idx="576">
                  <c:v>1685</c:v>
                </c:pt>
                <c:pt idx="577">
                  <c:v>1697</c:v>
                </c:pt>
                <c:pt idx="578">
                  <c:v>1708</c:v>
                </c:pt>
                <c:pt idx="579">
                  <c:v>1733</c:v>
                </c:pt>
                <c:pt idx="580">
                  <c:v>1746</c:v>
                </c:pt>
                <c:pt idx="581">
                  <c:v>2895</c:v>
                </c:pt>
                <c:pt idx="582">
                  <c:v>1113</c:v>
                </c:pt>
                <c:pt idx="583">
                  <c:v>1751</c:v>
                </c:pt>
                <c:pt idx="584">
                  <c:v>1906</c:v>
                </c:pt>
                <c:pt idx="585">
                  <c:v>1617</c:v>
                </c:pt>
                <c:pt idx="586">
                  <c:v>1709</c:v>
                </c:pt>
                <c:pt idx="587">
                  <c:v>1739</c:v>
                </c:pt>
                <c:pt idx="588">
                  <c:v>1655</c:v>
                </c:pt>
                <c:pt idx="589">
                  <c:v>1624</c:v>
                </c:pt>
                <c:pt idx="590">
                  <c:v>1633</c:v>
                </c:pt>
                <c:pt idx="591">
                  <c:v>1608</c:v>
                </c:pt>
                <c:pt idx="592">
                  <c:v>1570</c:v>
                </c:pt>
                <c:pt idx="593">
                  <c:v>1552</c:v>
                </c:pt>
                <c:pt idx="594">
                  <c:v>1544</c:v>
                </c:pt>
                <c:pt idx="595">
                  <c:v>1517</c:v>
                </c:pt>
                <c:pt idx="596">
                  <c:v>1495</c:v>
                </c:pt>
                <c:pt idx="597">
                  <c:v>1493</c:v>
                </c:pt>
                <c:pt idx="598">
                  <c:v>1479</c:v>
                </c:pt>
                <c:pt idx="599">
                  <c:v>2226</c:v>
                </c:pt>
                <c:pt idx="600">
                  <c:v>760</c:v>
                </c:pt>
                <c:pt idx="601">
                  <c:v>2037</c:v>
                </c:pt>
                <c:pt idx="602">
                  <c:v>995</c:v>
                </c:pt>
                <c:pt idx="603">
                  <c:v>1346</c:v>
                </c:pt>
                <c:pt idx="604">
                  <c:v>1621</c:v>
                </c:pt>
                <c:pt idx="605">
                  <c:v>1496</c:v>
                </c:pt>
                <c:pt idx="606">
                  <c:v>1481</c:v>
                </c:pt>
                <c:pt idx="607">
                  <c:v>1553</c:v>
                </c:pt>
                <c:pt idx="608">
                  <c:v>1559</c:v>
                </c:pt>
                <c:pt idx="609">
                  <c:v>1567</c:v>
                </c:pt>
                <c:pt idx="610">
                  <c:v>1586</c:v>
                </c:pt>
                <c:pt idx="611">
                  <c:v>1611</c:v>
                </c:pt>
                <c:pt idx="612">
                  <c:v>1642</c:v>
                </c:pt>
                <c:pt idx="613">
                  <c:v>1651</c:v>
                </c:pt>
                <c:pt idx="614">
                  <c:v>1670</c:v>
                </c:pt>
                <c:pt idx="615">
                  <c:v>1689</c:v>
                </c:pt>
                <c:pt idx="616">
                  <c:v>1703</c:v>
                </c:pt>
                <c:pt idx="617">
                  <c:v>1717</c:v>
                </c:pt>
                <c:pt idx="618">
                  <c:v>1394</c:v>
                </c:pt>
                <c:pt idx="619">
                  <c:v>1651</c:v>
                </c:pt>
                <c:pt idx="620">
                  <c:v>2099</c:v>
                </c:pt>
                <c:pt idx="621">
                  <c:v>1679</c:v>
                </c:pt>
                <c:pt idx="622">
                  <c:v>1677</c:v>
                </c:pt>
                <c:pt idx="623">
                  <c:v>1801</c:v>
                </c:pt>
                <c:pt idx="624">
                  <c:v>1724</c:v>
                </c:pt>
                <c:pt idx="625">
                  <c:v>1671</c:v>
                </c:pt>
                <c:pt idx="626">
                  <c:v>1683</c:v>
                </c:pt>
                <c:pt idx="627">
                  <c:v>1679</c:v>
                </c:pt>
                <c:pt idx="628">
                  <c:v>1634</c:v>
                </c:pt>
                <c:pt idx="629">
                  <c:v>1599</c:v>
                </c:pt>
                <c:pt idx="630">
                  <c:v>1591</c:v>
                </c:pt>
                <c:pt idx="631">
                  <c:v>1563</c:v>
                </c:pt>
                <c:pt idx="632">
                  <c:v>1532</c:v>
                </c:pt>
                <c:pt idx="633">
                  <c:v>1511</c:v>
                </c:pt>
                <c:pt idx="634">
                  <c:v>1504</c:v>
                </c:pt>
                <c:pt idx="635">
                  <c:v>1479</c:v>
                </c:pt>
                <c:pt idx="636">
                  <c:v>1447</c:v>
                </c:pt>
                <c:pt idx="637">
                  <c:v>1923</c:v>
                </c:pt>
                <c:pt idx="638">
                  <c:v>1558</c:v>
                </c:pt>
                <c:pt idx="639">
                  <c:v>1093</c:v>
                </c:pt>
                <c:pt idx="640">
                  <c:v>1777</c:v>
                </c:pt>
                <c:pt idx="641">
                  <c:v>1383</c:v>
                </c:pt>
                <c:pt idx="642">
                  <c:v>1437</c:v>
                </c:pt>
                <c:pt idx="643">
                  <c:v>1531</c:v>
                </c:pt>
                <c:pt idx="644">
                  <c:v>1516</c:v>
                </c:pt>
                <c:pt idx="645">
                  <c:v>1517</c:v>
                </c:pt>
                <c:pt idx="646">
                  <c:v>1565</c:v>
                </c:pt>
                <c:pt idx="647">
                  <c:v>1596</c:v>
                </c:pt>
                <c:pt idx="648">
                  <c:v>1601</c:v>
                </c:pt>
                <c:pt idx="649">
                  <c:v>1629</c:v>
                </c:pt>
                <c:pt idx="650">
                  <c:v>1663</c:v>
                </c:pt>
                <c:pt idx="651">
                  <c:v>1679</c:v>
                </c:pt>
                <c:pt idx="652">
                  <c:v>1703</c:v>
                </c:pt>
                <c:pt idx="653">
                  <c:v>1715</c:v>
                </c:pt>
                <c:pt idx="654">
                  <c:v>1732</c:v>
                </c:pt>
                <c:pt idx="655">
                  <c:v>1747</c:v>
                </c:pt>
                <c:pt idx="656">
                  <c:v>2811</c:v>
                </c:pt>
                <c:pt idx="657">
                  <c:v>872</c:v>
                </c:pt>
                <c:pt idx="658">
                  <c:v>1967</c:v>
                </c:pt>
                <c:pt idx="659">
                  <c:v>1915</c:v>
                </c:pt>
                <c:pt idx="660">
                  <c:v>1510</c:v>
                </c:pt>
                <c:pt idx="661">
                  <c:v>1733</c:v>
                </c:pt>
                <c:pt idx="662">
                  <c:v>1743</c:v>
                </c:pt>
                <c:pt idx="663">
                  <c:v>1629</c:v>
                </c:pt>
                <c:pt idx="664">
                  <c:v>1647</c:v>
                </c:pt>
                <c:pt idx="665">
                  <c:v>1654</c:v>
                </c:pt>
                <c:pt idx="666">
                  <c:v>1613</c:v>
                </c:pt>
                <c:pt idx="667">
                  <c:v>1574</c:v>
                </c:pt>
                <c:pt idx="668">
                  <c:v>1566</c:v>
                </c:pt>
                <c:pt idx="669">
                  <c:v>1549</c:v>
                </c:pt>
                <c:pt idx="670">
                  <c:v>1523</c:v>
                </c:pt>
                <c:pt idx="671">
                  <c:v>1507</c:v>
                </c:pt>
                <c:pt idx="672">
                  <c:v>1497</c:v>
                </c:pt>
                <c:pt idx="673">
                  <c:v>1482</c:v>
                </c:pt>
                <c:pt idx="674">
                  <c:v>2394</c:v>
                </c:pt>
                <c:pt idx="675">
                  <c:v>654</c:v>
                </c:pt>
                <c:pt idx="676">
                  <c:v>1927</c:v>
                </c:pt>
                <c:pt idx="677">
                  <c:v>1124</c:v>
                </c:pt>
                <c:pt idx="678">
                  <c:v>1237</c:v>
                </c:pt>
                <c:pt idx="679">
                  <c:v>1617</c:v>
                </c:pt>
                <c:pt idx="680">
                  <c:v>1493</c:v>
                </c:pt>
                <c:pt idx="681">
                  <c:v>1445</c:v>
                </c:pt>
                <c:pt idx="682">
                  <c:v>1551</c:v>
                </c:pt>
                <c:pt idx="683">
                  <c:v>1572</c:v>
                </c:pt>
                <c:pt idx="684">
                  <c:v>1547</c:v>
                </c:pt>
                <c:pt idx="685">
                  <c:v>1571</c:v>
                </c:pt>
                <c:pt idx="686">
                  <c:v>1610</c:v>
                </c:pt>
                <c:pt idx="687">
                  <c:v>1631</c:v>
                </c:pt>
                <c:pt idx="688">
                  <c:v>1637</c:v>
                </c:pt>
                <c:pt idx="689">
                  <c:v>1667</c:v>
                </c:pt>
                <c:pt idx="690">
                  <c:v>1695</c:v>
                </c:pt>
                <c:pt idx="691">
                  <c:v>1703</c:v>
                </c:pt>
                <c:pt idx="692">
                  <c:v>1714</c:v>
                </c:pt>
                <c:pt idx="693">
                  <c:v>1933</c:v>
                </c:pt>
                <c:pt idx="694">
                  <c:v>1274</c:v>
                </c:pt>
                <c:pt idx="695">
                  <c:v>2069</c:v>
                </c:pt>
                <c:pt idx="696">
                  <c:v>1445</c:v>
                </c:pt>
                <c:pt idx="697">
                  <c:v>1720</c:v>
                </c:pt>
                <c:pt idx="698">
                  <c:v>1810</c:v>
                </c:pt>
                <c:pt idx="699">
                  <c:v>1718</c:v>
                </c:pt>
                <c:pt idx="700">
                  <c:v>1651</c:v>
                </c:pt>
                <c:pt idx="701">
                  <c:v>1697</c:v>
                </c:pt>
                <c:pt idx="702">
                  <c:v>1689</c:v>
                </c:pt>
                <c:pt idx="703">
                  <c:v>1628</c:v>
                </c:pt>
                <c:pt idx="704">
                  <c:v>1610</c:v>
                </c:pt>
                <c:pt idx="705">
                  <c:v>1608</c:v>
                </c:pt>
                <c:pt idx="706">
                  <c:v>1571</c:v>
                </c:pt>
                <c:pt idx="707">
                  <c:v>1536</c:v>
                </c:pt>
                <c:pt idx="708">
                  <c:v>1521</c:v>
                </c:pt>
                <c:pt idx="709">
                  <c:v>1516</c:v>
                </c:pt>
                <c:pt idx="710">
                  <c:v>1491</c:v>
                </c:pt>
                <c:pt idx="711">
                  <c:v>1469</c:v>
                </c:pt>
                <c:pt idx="712">
                  <c:v>505</c:v>
                </c:pt>
                <c:pt idx="713">
                  <c:v>1690</c:v>
                </c:pt>
                <c:pt idx="714">
                  <c:v>1688</c:v>
                </c:pt>
                <c:pt idx="715">
                  <c:v>1056</c:v>
                </c:pt>
                <c:pt idx="716">
                  <c:v>1730</c:v>
                </c:pt>
                <c:pt idx="717">
                  <c:v>1512</c:v>
                </c:pt>
                <c:pt idx="718">
                  <c:v>1368</c:v>
                </c:pt>
                <c:pt idx="719">
                  <c:v>1465</c:v>
                </c:pt>
                <c:pt idx="720">
                  <c:v>1519</c:v>
                </c:pt>
                <c:pt idx="721">
                  <c:v>1533</c:v>
                </c:pt>
                <c:pt idx="722">
                  <c:v>1537</c:v>
                </c:pt>
                <c:pt idx="723">
                  <c:v>1577</c:v>
                </c:pt>
                <c:pt idx="724">
                  <c:v>1600</c:v>
                </c:pt>
                <c:pt idx="725">
                  <c:v>1619</c:v>
                </c:pt>
                <c:pt idx="726">
                  <c:v>1635</c:v>
                </c:pt>
                <c:pt idx="727">
                  <c:v>1664</c:v>
                </c:pt>
                <c:pt idx="728">
                  <c:v>1688</c:v>
                </c:pt>
                <c:pt idx="729">
                  <c:v>1696</c:v>
                </c:pt>
                <c:pt idx="730">
                  <c:v>1720</c:v>
                </c:pt>
                <c:pt idx="731">
                  <c:v>0</c:v>
                </c:pt>
                <c:pt idx="732">
                  <c:v>2665</c:v>
                </c:pt>
                <c:pt idx="733">
                  <c:v>1098</c:v>
                </c:pt>
                <c:pt idx="734">
                  <c:v>1752</c:v>
                </c:pt>
                <c:pt idx="735">
                  <c:v>1905</c:v>
                </c:pt>
                <c:pt idx="736">
                  <c:v>1730</c:v>
                </c:pt>
                <c:pt idx="737">
                  <c:v>1664</c:v>
                </c:pt>
                <c:pt idx="738">
                  <c:v>1720</c:v>
                </c:pt>
                <c:pt idx="739">
                  <c:v>1705</c:v>
                </c:pt>
                <c:pt idx="740">
                  <c:v>1638</c:v>
                </c:pt>
                <c:pt idx="741">
                  <c:v>1625</c:v>
                </c:pt>
                <c:pt idx="742">
                  <c:v>1624</c:v>
                </c:pt>
                <c:pt idx="743">
                  <c:v>1595</c:v>
                </c:pt>
                <c:pt idx="744">
                  <c:v>1562</c:v>
                </c:pt>
                <c:pt idx="745">
                  <c:v>1544</c:v>
                </c:pt>
                <c:pt idx="746">
                  <c:v>1532</c:v>
                </c:pt>
                <c:pt idx="747">
                  <c:v>1509</c:v>
                </c:pt>
                <c:pt idx="748">
                  <c:v>1495</c:v>
                </c:pt>
                <c:pt idx="749">
                  <c:v>1485</c:v>
                </c:pt>
                <c:pt idx="750">
                  <c:v>2469</c:v>
                </c:pt>
                <c:pt idx="751">
                  <c:v>481</c:v>
                </c:pt>
                <c:pt idx="752">
                  <c:v>1704</c:v>
                </c:pt>
                <c:pt idx="753">
                  <c:v>1550</c:v>
                </c:pt>
                <c:pt idx="754">
                  <c:v>1188</c:v>
                </c:pt>
                <c:pt idx="755">
                  <c:v>1541</c:v>
                </c:pt>
                <c:pt idx="756">
                  <c:v>1539</c:v>
                </c:pt>
                <c:pt idx="757">
                  <c:v>1488</c:v>
                </c:pt>
                <c:pt idx="758">
                  <c:v>1527</c:v>
                </c:pt>
                <c:pt idx="759">
                  <c:v>1567</c:v>
                </c:pt>
                <c:pt idx="760">
                  <c:v>1572</c:v>
                </c:pt>
                <c:pt idx="761">
                  <c:v>1580</c:v>
                </c:pt>
                <c:pt idx="762">
                  <c:v>1607</c:v>
                </c:pt>
                <c:pt idx="763">
                  <c:v>1635</c:v>
                </c:pt>
                <c:pt idx="764">
                  <c:v>1646</c:v>
                </c:pt>
                <c:pt idx="765">
                  <c:v>1663</c:v>
                </c:pt>
                <c:pt idx="766">
                  <c:v>1678</c:v>
                </c:pt>
                <c:pt idx="767">
                  <c:v>1692</c:v>
                </c:pt>
                <c:pt idx="768">
                  <c:v>1703</c:v>
                </c:pt>
                <c:pt idx="769">
                  <c:v>1788</c:v>
                </c:pt>
                <c:pt idx="770">
                  <c:v>1396</c:v>
                </c:pt>
                <c:pt idx="771">
                  <c:v>2349</c:v>
                </c:pt>
                <c:pt idx="772">
                  <c:v>1087</c:v>
                </c:pt>
                <c:pt idx="773">
                  <c:v>1992</c:v>
                </c:pt>
                <c:pt idx="774">
                  <c:v>1779</c:v>
                </c:pt>
                <c:pt idx="775">
                  <c:v>1588</c:v>
                </c:pt>
                <c:pt idx="776">
                  <c:v>1661</c:v>
                </c:pt>
                <c:pt idx="777">
                  <c:v>1699</c:v>
                </c:pt>
                <c:pt idx="778">
                  <c:v>1663</c:v>
                </c:pt>
                <c:pt idx="779">
                  <c:v>1624</c:v>
                </c:pt>
                <c:pt idx="780">
                  <c:v>1614</c:v>
                </c:pt>
                <c:pt idx="781">
                  <c:v>1599</c:v>
                </c:pt>
                <c:pt idx="782">
                  <c:v>1569</c:v>
                </c:pt>
                <c:pt idx="783">
                  <c:v>1540</c:v>
                </c:pt>
                <c:pt idx="784">
                  <c:v>1529</c:v>
                </c:pt>
                <c:pt idx="785">
                  <c:v>1510</c:v>
                </c:pt>
                <c:pt idx="786">
                  <c:v>1491</c:v>
                </c:pt>
                <c:pt idx="787">
                  <c:v>829</c:v>
                </c:pt>
                <c:pt idx="788">
                  <c:v>1434</c:v>
                </c:pt>
                <c:pt idx="789">
                  <c:v>1914</c:v>
                </c:pt>
                <c:pt idx="790">
                  <c:v>1165</c:v>
                </c:pt>
                <c:pt idx="791">
                  <c:v>1382</c:v>
                </c:pt>
                <c:pt idx="792">
                  <c:v>1505</c:v>
                </c:pt>
                <c:pt idx="793">
                  <c:v>1445</c:v>
                </c:pt>
                <c:pt idx="794">
                  <c:v>1493</c:v>
                </c:pt>
                <c:pt idx="795">
                  <c:v>1544</c:v>
                </c:pt>
                <c:pt idx="796">
                  <c:v>1540</c:v>
                </c:pt>
                <c:pt idx="797">
                  <c:v>1545</c:v>
                </c:pt>
                <c:pt idx="798">
                  <c:v>1583</c:v>
                </c:pt>
                <c:pt idx="799">
                  <c:v>1612</c:v>
                </c:pt>
                <c:pt idx="800">
                  <c:v>1625</c:v>
                </c:pt>
                <c:pt idx="801">
                  <c:v>1647</c:v>
                </c:pt>
                <c:pt idx="802">
                  <c:v>1669</c:v>
                </c:pt>
                <c:pt idx="803">
                  <c:v>1689</c:v>
                </c:pt>
                <c:pt idx="804">
                  <c:v>1696</c:v>
                </c:pt>
                <c:pt idx="805">
                  <c:v>1713</c:v>
                </c:pt>
                <c:pt idx="806">
                  <c:v>0</c:v>
                </c:pt>
                <c:pt idx="807">
                  <c:v>2507</c:v>
                </c:pt>
                <c:pt idx="808">
                  <c:v>1442</c:v>
                </c:pt>
                <c:pt idx="809">
                  <c:v>1691</c:v>
                </c:pt>
                <c:pt idx="810">
                  <c:v>2039</c:v>
                </c:pt>
                <c:pt idx="811">
                  <c:v>1572</c:v>
                </c:pt>
                <c:pt idx="812">
                  <c:v>1651</c:v>
                </c:pt>
                <c:pt idx="813">
                  <c:v>1741</c:v>
                </c:pt>
                <c:pt idx="814">
                  <c:v>1681</c:v>
                </c:pt>
                <c:pt idx="815">
                  <c:v>1621</c:v>
                </c:pt>
                <c:pt idx="816">
                  <c:v>1623</c:v>
                </c:pt>
                <c:pt idx="817">
                  <c:v>1617</c:v>
                </c:pt>
                <c:pt idx="818">
                  <c:v>1579</c:v>
                </c:pt>
                <c:pt idx="819">
                  <c:v>1556</c:v>
                </c:pt>
                <c:pt idx="820">
                  <c:v>1542</c:v>
                </c:pt>
                <c:pt idx="821">
                  <c:v>1524</c:v>
                </c:pt>
                <c:pt idx="822">
                  <c:v>1512</c:v>
                </c:pt>
                <c:pt idx="823">
                  <c:v>1493</c:v>
                </c:pt>
                <c:pt idx="824">
                  <c:v>1487</c:v>
                </c:pt>
                <c:pt idx="825">
                  <c:v>2026</c:v>
                </c:pt>
                <c:pt idx="826">
                  <c:v>1150</c:v>
                </c:pt>
                <c:pt idx="827">
                  <c:v>1305</c:v>
                </c:pt>
                <c:pt idx="828">
                  <c:v>1601</c:v>
                </c:pt>
                <c:pt idx="829">
                  <c:v>1437</c:v>
                </c:pt>
                <c:pt idx="830">
                  <c:v>1452</c:v>
                </c:pt>
                <c:pt idx="831">
                  <c:v>1537</c:v>
                </c:pt>
                <c:pt idx="832">
                  <c:v>1535</c:v>
                </c:pt>
                <c:pt idx="833">
                  <c:v>1521</c:v>
                </c:pt>
                <c:pt idx="834">
                  <c:v>1568</c:v>
                </c:pt>
                <c:pt idx="835">
                  <c:v>1600</c:v>
                </c:pt>
                <c:pt idx="836">
                  <c:v>1601</c:v>
                </c:pt>
                <c:pt idx="837">
                  <c:v>1615</c:v>
                </c:pt>
                <c:pt idx="838">
                  <c:v>1645</c:v>
                </c:pt>
                <c:pt idx="839">
                  <c:v>1666</c:v>
                </c:pt>
                <c:pt idx="840">
                  <c:v>1675</c:v>
                </c:pt>
                <c:pt idx="841">
                  <c:v>1690</c:v>
                </c:pt>
                <c:pt idx="842">
                  <c:v>1704</c:v>
                </c:pt>
                <c:pt idx="843">
                  <c:v>1719</c:v>
                </c:pt>
                <c:pt idx="844">
                  <c:v>2719</c:v>
                </c:pt>
                <c:pt idx="845">
                  <c:v>914</c:v>
                </c:pt>
                <c:pt idx="846">
                  <c:v>2387</c:v>
                </c:pt>
                <c:pt idx="847">
                  <c:v>936</c:v>
                </c:pt>
                <c:pt idx="848">
                  <c:v>1956</c:v>
                </c:pt>
                <c:pt idx="849">
                  <c:v>1791</c:v>
                </c:pt>
                <c:pt idx="850">
                  <c:v>1508</c:v>
                </c:pt>
                <c:pt idx="851">
                  <c:v>1717</c:v>
                </c:pt>
                <c:pt idx="852">
                  <c:v>1697</c:v>
                </c:pt>
                <c:pt idx="853">
                  <c:v>1636</c:v>
                </c:pt>
                <c:pt idx="854">
                  <c:v>1600</c:v>
                </c:pt>
                <c:pt idx="855">
                  <c:v>1606</c:v>
                </c:pt>
                <c:pt idx="856">
                  <c:v>1585</c:v>
                </c:pt>
                <c:pt idx="857">
                  <c:v>1554</c:v>
                </c:pt>
                <c:pt idx="858">
                  <c:v>1528</c:v>
                </c:pt>
                <c:pt idx="859">
                  <c:v>1521</c:v>
                </c:pt>
                <c:pt idx="860">
                  <c:v>1509</c:v>
                </c:pt>
                <c:pt idx="861">
                  <c:v>1487</c:v>
                </c:pt>
                <c:pt idx="862">
                  <c:v>1240</c:v>
                </c:pt>
                <c:pt idx="863">
                  <c:v>1193</c:v>
                </c:pt>
                <c:pt idx="864">
                  <c:v>2076</c:v>
                </c:pt>
                <c:pt idx="865">
                  <c:v>932</c:v>
                </c:pt>
                <c:pt idx="866">
                  <c:v>1451</c:v>
                </c:pt>
                <c:pt idx="867">
                  <c:v>1585</c:v>
                </c:pt>
                <c:pt idx="868">
                  <c:v>1434</c:v>
                </c:pt>
                <c:pt idx="869">
                  <c:v>1504</c:v>
                </c:pt>
                <c:pt idx="870">
                  <c:v>1547</c:v>
                </c:pt>
                <c:pt idx="871">
                  <c:v>1534</c:v>
                </c:pt>
                <c:pt idx="872">
                  <c:v>1551</c:v>
                </c:pt>
                <c:pt idx="873">
                  <c:v>1593</c:v>
                </c:pt>
                <c:pt idx="874">
                  <c:v>1609</c:v>
                </c:pt>
                <c:pt idx="875">
                  <c:v>1627</c:v>
                </c:pt>
                <c:pt idx="876">
                  <c:v>1655</c:v>
                </c:pt>
                <c:pt idx="877">
                  <c:v>1677</c:v>
                </c:pt>
                <c:pt idx="878">
                  <c:v>1695</c:v>
                </c:pt>
                <c:pt idx="879">
                  <c:v>1709</c:v>
                </c:pt>
                <c:pt idx="880">
                  <c:v>1726</c:v>
                </c:pt>
                <c:pt idx="881">
                  <c:v>76</c:v>
                </c:pt>
                <c:pt idx="882">
                  <c:v>2473</c:v>
                </c:pt>
                <c:pt idx="883">
                  <c:v>1460</c:v>
                </c:pt>
                <c:pt idx="884">
                  <c:v>1653</c:v>
                </c:pt>
                <c:pt idx="885">
                  <c:v>2109</c:v>
                </c:pt>
                <c:pt idx="886">
                  <c:v>1519</c:v>
                </c:pt>
                <c:pt idx="887">
                  <c:v>1645</c:v>
                </c:pt>
                <c:pt idx="888">
                  <c:v>1775</c:v>
                </c:pt>
                <c:pt idx="889">
                  <c:v>1674</c:v>
                </c:pt>
                <c:pt idx="890">
                  <c:v>1614</c:v>
                </c:pt>
                <c:pt idx="891">
                  <c:v>1635</c:v>
                </c:pt>
                <c:pt idx="892">
                  <c:v>1615</c:v>
                </c:pt>
                <c:pt idx="893">
                  <c:v>1572</c:v>
                </c:pt>
                <c:pt idx="894">
                  <c:v>1547</c:v>
                </c:pt>
                <c:pt idx="895">
                  <c:v>1535</c:v>
                </c:pt>
                <c:pt idx="896">
                  <c:v>1518</c:v>
                </c:pt>
                <c:pt idx="897">
                  <c:v>1505</c:v>
                </c:pt>
                <c:pt idx="898">
                  <c:v>1487</c:v>
                </c:pt>
                <c:pt idx="899">
                  <c:v>1475</c:v>
                </c:pt>
                <c:pt idx="900">
                  <c:v>2366</c:v>
                </c:pt>
                <c:pt idx="901">
                  <c:v>714</c:v>
                </c:pt>
                <c:pt idx="902">
                  <c:v>1401</c:v>
                </c:pt>
                <c:pt idx="903">
                  <c:v>1564</c:v>
                </c:pt>
                <c:pt idx="904">
                  <c:v>1436</c:v>
                </c:pt>
                <c:pt idx="905">
                  <c:v>1455</c:v>
                </c:pt>
                <c:pt idx="906">
                  <c:v>1535</c:v>
                </c:pt>
                <c:pt idx="907">
                  <c:v>1529</c:v>
                </c:pt>
                <c:pt idx="908">
                  <c:v>1523</c:v>
                </c:pt>
                <c:pt idx="909">
                  <c:v>1571</c:v>
                </c:pt>
                <c:pt idx="910">
                  <c:v>1597</c:v>
                </c:pt>
                <c:pt idx="911">
                  <c:v>1597</c:v>
                </c:pt>
                <c:pt idx="912">
                  <c:v>1619</c:v>
                </c:pt>
                <c:pt idx="913">
                  <c:v>1651</c:v>
                </c:pt>
                <c:pt idx="914">
                  <c:v>1667</c:v>
                </c:pt>
                <c:pt idx="915">
                  <c:v>1679</c:v>
                </c:pt>
                <c:pt idx="916">
                  <c:v>1701</c:v>
                </c:pt>
                <c:pt idx="917">
                  <c:v>1720</c:v>
                </c:pt>
                <c:pt idx="918">
                  <c:v>1733</c:v>
                </c:pt>
                <c:pt idx="919">
                  <c:v>2879</c:v>
                </c:pt>
                <c:pt idx="920">
                  <c:v>785</c:v>
                </c:pt>
                <c:pt idx="921">
                  <c:v>2245</c:v>
                </c:pt>
                <c:pt idx="922">
                  <c:v>1279</c:v>
                </c:pt>
                <c:pt idx="923">
                  <c:v>1628</c:v>
                </c:pt>
                <c:pt idx="924">
                  <c:v>1886</c:v>
                </c:pt>
                <c:pt idx="925">
                  <c:v>1663</c:v>
                </c:pt>
                <c:pt idx="926">
                  <c:v>1678</c:v>
                </c:pt>
                <c:pt idx="927">
                  <c:v>1671</c:v>
                </c:pt>
                <c:pt idx="928">
                  <c:v>1636</c:v>
                </c:pt>
                <c:pt idx="929">
                  <c:v>1618</c:v>
                </c:pt>
                <c:pt idx="930">
                  <c:v>1598</c:v>
                </c:pt>
                <c:pt idx="931">
                  <c:v>1573</c:v>
                </c:pt>
                <c:pt idx="932">
                  <c:v>1552</c:v>
                </c:pt>
                <c:pt idx="933">
                  <c:v>1525</c:v>
                </c:pt>
                <c:pt idx="934">
                  <c:v>1510</c:v>
                </c:pt>
                <c:pt idx="935">
                  <c:v>1500</c:v>
                </c:pt>
                <c:pt idx="936">
                  <c:v>1482</c:v>
                </c:pt>
                <c:pt idx="937">
                  <c:v>1667</c:v>
                </c:pt>
                <c:pt idx="938">
                  <c:v>1356</c:v>
                </c:pt>
                <c:pt idx="939">
                  <c:v>1878</c:v>
                </c:pt>
                <c:pt idx="940">
                  <c:v>1328</c:v>
                </c:pt>
                <c:pt idx="941">
                  <c:v>1379</c:v>
                </c:pt>
                <c:pt idx="942">
                  <c:v>1544</c:v>
                </c:pt>
                <c:pt idx="943">
                  <c:v>1497</c:v>
                </c:pt>
                <c:pt idx="944">
                  <c:v>1459</c:v>
                </c:pt>
                <c:pt idx="945">
                  <c:v>1512</c:v>
                </c:pt>
                <c:pt idx="946">
                  <c:v>1559</c:v>
                </c:pt>
                <c:pt idx="947">
                  <c:v>1559</c:v>
                </c:pt>
                <c:pt idx="948">
                  <c:v>1563</c:v>
                </c:pt>
                <c:pt idx="949">
                  <c:v>1605</c:v>
                </c:pt>
                <c:pt idx="950">
                  <c:v>1635</c:v>
                </c:pt>
                <c:pt idx="951">
                  <c:v>1645</c:v>
                </c:pt>
                <c:pt idx="952">
                  <c:v>1665</c:v>
                </c:pt>
                <c:pt idx="953">
                  <c:v>1691</c:v>
                </c:pt>
                <c:pt idx="954">
                  <c:v>1705</c:v>
                </c:pt>
                <c:pt idx="955">
                  <c:v>1718</c:v>
                </c:pt>
                <c:pt idx="956">
                  <c:v>605</c:v>
                </c:pt>
                <c:pt idx="957">
                  <c:v>1909</c:v>
                </c:pt>
                <c:pt idx="958">
                  <c:v>2116</c:v>
                </c:pt>
                <c:pt idx="959">
                  <c:v>1419</c:v>
                </c:pt>
                <c:pt idx="960">
                  <c:v>2242</c:v>
                </c:pt>
                <c:pt idx="961">
                  <c:v>1400</c:v>
                </c:pt>
                <c:pt idx="962">
                  <c:v>1629</c:v>
                </c:pt>
                <c:pt idx="963">
                  <c:v>1805</c:v>
                </c:pt>
                <c:pt idx="964">
                  <c:v>1656</c:v>
                </c:pt>
                <c:pt idx="965">
                  <c:v>1617</c:v>
                </c:pt>
                <c:pt idx="966">
                  <c:v>1661</c:v>
                </c:pt>
                <c:pt idx="967">
                  <c:v>1631</c:v>
                </c:pt>
                <c:pt idx="968">
                  <c:v>1571</c:v>
                </c:pt>
                <c:pt idx="969">
                  <c:v>1561</c:v>
                </c:pt>
                <c:pt idx="970">
                  <c:v>1549</c:v>
                </c:pt>
                <c:pt idx="971">
                  <c:v>1519</c:v>
                </c:pt>
                <c:pt idx="972">
                  <c:v>1504</c:v>
                </c:pt>
                <c:pt idx="973">
                  <c:v>1491</c:v>
                </c:pt>
                <c:pt idx="974">
                  <c:v>1478</c:v>
                </c:pt>
                <c:pt idx="975">
                  <c:v>1945</c:v>
                </c:pt>
                <c:pt idx="976">
                  <c:v>979</c:v>
                </c:pt>
                <c:pt idx="977">
                  <c:v>1332</c:v>
                </c:pt>
                <c:pt idx="978">
                  <c:v>1465</c:v>
                </c:pt>
                <c:pt idx="979">
                  <c:v>1466</c:v>
                </c:pt>
                <c:pt idx="980">
                  <c:v>1461</c:v>
                </c:pt>
                <c:pt idx="981">
                  <c:v>1496</c:v>
                </c:pt>
                <c:pt idx="982">
                  <c:v>1520</c:v>
                </c:pt>
                <c:pt idx="983">
                  <c:v>1535</c:v>
                </c:pt>
                <c:pt idx="984">
                  <c:v>1557</c:v>
                </c:pt>
                <c:pt idx="985">
                  <c:v>1577</c:v>
                </c:pt>
                <c:pt idx="986">
                  <c:v>1594</c:v>
                </c:pt>
                <c:pt idx="987">
                  <c:v>1622</c:v>
                </c:pt>
                <c:pt idx="988">
                  <c:v>1643</c:v>
                </c:pt>
                <c:pt idx="989">
                  <c:v>1663</c:v>
                </c:pt>
                <c:pt idx="990">
                  <c:v>1683</c:v>
                </c:pt>
                <c:pt idx="991">
                  <c:v>1697</c:v>
                </c:pt>
                <c:pt idx="992">
                  <c:v>1714</c:v>
                </c:pt>
                <c:pt idx="993">
                  <c:v>1732</c:v>
                </c:pt>
                <c:pt idx="994">
                  <c:v>2879</c:v>
                </c:pt>
                <c:pt idx="995">
                  <c:v>805</c:v>
                </c:pt>
                <c:pt idx="996">
                  <c:v>1973</c:v>
                </c:pt>
                <c:pt idx="997">
                  <c:v>1745</c:v>
                </c:pt>
                <c:pt idx="998">
                  <c:v>1416</c:v>
                </c:pt>
                <c:pt idx="999">
                  <c:v>1835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DF-4F7C-AD34-C9D12770B2AD}"/>
            </c:ext>
          </c:extLst>
        </c:ser>
        <c:ser>
          <c:idx val="1"/>
          <c:order val="1"/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工作表1!$X$1:$X$1001</c:f>
              <c:numCache>
                <c:formatCode>General</c:formatCode>
                <c:ptCount val="1001"/>
                <c:pt idx="0">
                  <c:v>1318</c:v>
                </c:pt>
                <c:pt idx="1">
                  <c:v>1318</c:v>
                </c:pt>
                <c:pt idx="2">
                  <c:v>1371</c:v>
                </c:pt>
                <c:pt idx="3">
                  <c:v>1471</c:v>
                </c:pt>
                <c:pt idx="4">
                  <c:v>1464</c:v>
                </c:pt>
                <c:pt idx="5">
                  <c:v>1484</c:v>
                </c:pt>
                <c:pt idx="6">
                  <c:v>1578</c:v>
                </c:pt>
                <c:pt idx="7">
                  <c:v>1586</c:v>
                </c:pt>
                <c:pt idx="8">
                  <c:v>1583</c:v>
                </c:pt>
                <c:pt idx="9">
                  <c:v>1635</c:v>
                </c:pt>
                <c:pt idx="10">
                  <c:v>1679</c:v>
                </c:pt>
                <c:pt idx="11">
                  <c:v>1691</c:v>
                </c:pt>
                <c:pt idx="12">
                  <c:v>1703</c:v>
                </c:pt>
                <c:pt idx="13">
                  <c:v>1728</c:v>
                </c:pt>
                <c:pt idx="14">
                  <c:v>1746</c:v>
                </c:pt>
                <c:pt idx="15">
                  <c:v>1744</c:v>
                </c:pt>
                <c:pt idx="16">
                  <c:v>1739</c:v>
                </c:pt>
                <c:pt idx="17">
                  <c:v>1737</c:v>
                </c:pt>
                <c:pt idx="18">
                  <c:v>1737</c:v>
                </c:pt>
                <c:pt idx="19">
                  <c:v>2601</c:v>
                </c:pt>
                <c:pt idx="20">
                  <c:v>1274</c:v>
                </c:pt>
                <c:pt idx="21">
                  <c:v>1917</c:v>
                </c:pt>
                <c:pt idx="22">
                  <c:v>1682</c:v>
                </c:pt>
                <c:pt idx="23">
                  <c:v>1486</c:v>
                </c:pt>
                <c:pt idx="24">
                  <c:v>1497</c:v>
                </c:pt>
                <c:pt idx="25">
                  <c:v>1537</c:v>
                </c:pt>
                <c:pt idx="26">
                  <c:v>1471</c:v>
                </c:pt>
                <c:pt idx="27">
                  <c:v>1400</c:v>
                </c:pt>
                <c:pt idx="28">
                  <c:v>1383</c:v>
                </c:pt>
                <c:pt idx="29">
                  <c:v>1377</c:v>
                </c:pt>
                <c:pt idx="30">
                  <c:v>1344</c:v>
                </c:pt>
                <c:pt idx="31">
                  <c:v>1303</c:v>
                </c:pt>
                <c:pt idx="32">
                  <c:v>1305</c:v>
                </c:pt>
                <c:pt idx="33">
                  <c:v>1300</c:v>
                </c:pt>
                <c:pt idx="34">
                  <c:v>1289</c:v>
                </c:pt>
                <c:pt idx="35">
                  <c:v>1292</c:v>
                </c:pt>
                <c:pt idx="36">
                  <c:v>1285</c:v>
                </c:pt>
                <c:pt idx="37">
                  <c:v>1564</c:v>
                </c:pt>
                <c:pt idx="38">
                  <c:v>963</c:v>
                </c:pt>
                <c:pt idx="39">
                  <c:v>1603</c:v>
                </c:pt>
                <c:pt idx="40">
                  <c:v>1269</c:v>
                </c:pt>
                <c:pt idx="41">
                  <c:v>1447</c:v>
                </c:pt>
                <c:pt idx="42">
                  <c:v>1544</c:v>
                </c:pt>
                <c:pt idx="43">
                  <c:v>1545</c:v>
                </c:pt>
                <c:pt idx="44">
                  <c:v>1531</c:v>
                </c:pt>
                <c:pt idx="45">
                  <c:v>1628</c:v>
                </c:pt>
                <c:pt idx="46">
                  <c:v>1654</c:v>
                </c:pt>
                <c:pt idx="47">
                  <c:v>1651</c:v>
                </c:pt>
                <c:pt idx="48">
                  <c:v>1701</c:v>
                </c:pt>
                <c:pt idx="49">
                  <c:v>1717</c:v>
                </c:pt>
                <c:pt idx="50">
                  <c:v>1723</c:v>
                </c:pt>
                <c:pt idx="51">
                  <c:v>1743</c:v>
                </c:pt>
                <c:pt idx="52">
                  <c:v>1750</c:v>
                </c:pt>
                <c:pt idx="53">
                  <c:v>1759</c:v>
                </c:pt>
                <c:pt idx="54">
                  <c:v>1747</c:v>
                </c:pt>
                <c:pt idx="55">
                  <c:v>1744</c:v>
                </c:pt>
                <c:pt idx="56">
                  <c:v>795</c:v>
                </c:pt>
                <c:pt idx="57">
                  <c:v>1953</c:v>
                </c:pt>
                <c:pt idx="58">
                  <c:v>1861</c:v>
                </c:pt>
                <c:pt idx="59">
                  <c:v>1314</c:v>
                </c:pt>
                <c:pt idx="60">
                  <c:v>1691</c:v>
                </c:pt>
                <c:pt idx="61">
                  <c:v>1605</c:v>
                </c:pt>
                <c:pt idx="62">
                  <c:v>1432</c:v>
                </c:pt>
                <c:pt idx="63">
                  <c:v>1461</c:v>
                </c:pt>
                <c:pt idx="64">
                  <c:v>1477</c:v>
                </c:pt>
                <c:pt idx="65">
                  <c:v>1396</c:v>
                </c:pt>
                <c:pt idx="66">
                  <c:v>1355</c:v>
                </c:pt>
                <c:pt idx="67">
                  <c:v>1353</c:v>
                </c:pt>
                <c:pt idx="68">
                  <c:v>1325</c:v>
                </c:pt>
                <c:pt idx="69">
                  <c:v>1305</c:v>
                </c:pt>
                <c:pt idx="70">
                  <c:v>1294</c:v>
                </c:pt>
                <c:pt idx="71">
                  <c:v>1285</c:v>
                </c:pt>
                <c:pt idx="72">
                  <c:v>1278</c:v>
                </c:pt>
                <c:pt idx="73">
                  <c:v>1277</c:v>
                </c:pt>
                <c:pt idx="74">
                  <c:v>1282</c:v>
                </c:pt>
                <c:pt idx="75">
                  <c:v>1593</c:v>
                </c:pt>
                <c:pt idx="76">
                  <c:v>1362</c:v>
                </c:pt>
                <c:pt idx="77">
                  <c:v>1337</c:v>
                </c:pt>
                <c:pt idx="78">
                  <c:v>1459</c:v>
                </c:pt>
                <c:pt idx="79">
                  <c:v>1481</c:v>
                </c:pt>
                <c:pt idx="80">
                  <c:v>1468</c:v>
                </c:pt>
                <c:pt idx="81">
                  <c:v>1561</c:v>
                </c:pt>
                <c:pt idx="82">
                  <c:v>1602</c:v>
                </c:pt>
                <c:pt idx="83">
                  <c:v>1594</c:v>
                </c:pt>
                <c:pt idx="84">
                  <c:v>1629</c:v>
                </c:pt>
                <c:pt idx="85">
                  <c:v>1688</c:v>
                </c:pt>
                <c:pt idx="86">
                  <c:v>1705</c:v>
                </c:pt>
                <c:pt idx="87">
                  <c:v>1717</c:v>
                </c:pt>
                <c:pt idx="88">
                  <c:v>1739</c:v>
                </c:pt>
                <c:pt idx="89">
                  <c:v>1758</c:v>
                </c:pt>
                <c:pt idx="90">
                  <c:v>1761</c:v>
                </c:pt>
                <c:pt idx="91">
                  <c:v>1764</c:v>
                </c:pt>
                <c:pt idx="92">
                  <c:v>1753</c:v>
                </c:pt>
                <c:pt idx="93">
                  <c:v>1759</c:v>
                </c:pt>
                <c:pt idx="94">
                  <c:v>2645</c:v>
                </c:pt>
                <c:pt idx="95">
                  <c:v>1180</c:v>
                </c:pt>
                <c:pt idx="96">
                  <c:v>1837</c:v>
                </c:pt>
                <c:pt idx="97">
                  <c:v>1740</c:v>
                </c:pt>
                <c:pt idx="98">
                  <c:v>1527</c:v>
                </c:pt>
                <c:pt idx="99">
                  <c:v>1485</c:v>
                </c:pt>
                <c:pt idx="100">
                  <c:v>1535</c:v>
                </c:pt>
                <c:pt idx="101">
                  <c:v>1499</c:v>
                </c:pt>
                <c:pt idx="102">
                  <c:v>1412</c:v>
                </c:pt>
                <c:pt idx="103">
                  <c:v>1382</c:v>
                </c:pt>
                <c:pt idx="104">
                  <c:v>1369</c:v>
                </c:pt>
                <c:pt idx="105">
                  <c:v>1344</c:v>
                </c:pt>
                <c:pt idx="106">
                  <c:v>1307</c:v>
                </c:pt>
                <c:pt idx="107">
                  <c:v>1296</c:v>
                </c:pt>
                <c:pt idx="108">
                  <c:v>1286</c:v>
                </c:pt>
                <c:pt idx="109">
                  <c:v>1281</c:v>
                </c:pt>
                <c:pt idx="110">
                  <c:v>1278</c:v>
                </c:pt>
                <c:pt idx="111">
                  <c:v>1265</c:v>
                </c:pt>
                <c:pt idx="112">
                  <c:v>1866</c:v>
                </c:pt>
                <c:pt idx="113">
                  <c:v>813</c:v>
                </c:pt>
                <c:pt idx="114">
                  <c:v>1615</c:v>
                </c:pt>
                <c:pt idx="115">
                  <c:v>1292</c:v>
                </c:pt>
                <c:pt idx="116">
                  <c:v>1390</c:v>
                </c:pt>
                <c:pt idx="117">
                  <c:v>1518</c:v>
                </c:pt>
                <c:pt idx="118">
                  <c:v>1544</c:v>
                </c:pt>
                <c:pt idx="119">
                  <c:v>1525</c:v>
                </c:pt>
                <c:pt idx="120">
                  <c:v>1601</c:v>
                </c:pt>
                <c:pt idx="121">
                  <c:v>1639</c:v>
                </c:pt>
                <c:pt idx="122">
                  <c:v>1656</c:v>
                </c:pt>
                <c:pt idx="123">
                  <c:v>1691</c:v>
                </c:pt>
                <c:pt idx="124">
                  <c:v>1701</c:v>
                </c:pt>
                <c:pt idx="125">
                  <c:v>1725</c:v>
                </c:pt>
                <c:pt idx="126">
                  <c:v>1746</c:v>
                </c:pt>
                <c:pt idx="127">
                  <c:v>1741</c:v>
                </c:pt>
                <c:pt idx="128">
                  <c:v>1761</c:v>
                </c:pt>
                <c:pt idx="129">
                  <c:v>1763</c:v>
                </c:pt>
                <c:pt idx="130">
                  <c:v>1759</c:v>
                </c:pt>
                <c:pt idx="131">
                  <c:v>1205</c:v>
                </c:pt>
                <c:pt idx="132">
                  <c:v>1746</c:v>
                </c:pt>
                <c:pt idx="133">
                  <c:v>2103</c:v>
                </c:pt>
                <c:pt idx="134">
                  <c:v>1231</c:v>
                </c:pt>
                <c:pt idx="135">
                  <c:v>1673</c:v>
                </c:pt>
                <c:pt idx="136">
                  <c:v>1641</c:v>
                </c:pt>
                <c:pt idx="137">
                  <c:v>1447</c:v>
                </c:pt>
                <c:pt idx="138">
                  <c:v>1466</c:v>
                </c:pt>
                <c:pt idx="139">
                  <c:v>1497</c:v>
                </c:pt>
                <c:pt idx="140">
                  <c:v>1418</c:v>
                </c:pt>
                <c:pt idx="141">
                  <c:v>1366</c:v>
                </c:pt>
                <c:pt idx="142">
                  <c:v>1368</c:v>
                </c:pt>
                <c:pt idx="143">
                  <c:v>1340</c:v>
                </c:pt>
                <c:pt idx="144">
                  <c:v>1320</c:v>
                </c:pt>
                <c:pt idx="145">
                  <c:v>1302</c:v>
                </c:pt>
                <c:pt idx="146">
                  <c:v>1288</c:v>
                </c:pt>
                <c:pt idx="147">
                  <c:v>1284</c:v>
                </c:pt>
                <c:pt idx="148">
                  <c:v>1270</c:v>
                </c:pt>
                <c:pt idx="149">
                  <c:v>1279</c:v>
                </c:pt>
                <c:pt idx="150">
                  <c:v>1442</c:v>
                </c:pt>
                <c:pt idx="151">
                  <c:v>1389</c:v>
                </c:pt>
                <c:pt idx="152">
                  <c:v>1327</c:v>
                </c:pt>
                <c:pt idx="153">
                  <c:v>1447</c:v>
                </c:pt>
                <c:pt idx="154">
                  <c:v>1481</c:v>
                </c:pt>
                <c:pt idx="155">
                  <c:v>1457</c:v>
                </c:pt>
                <c:pt idx="156">
                  <c:v>1541</c:v>
                </c:pt>
                <c:pt idx="157">
                  <c:v>1597</c:v>
                </c:pt>
                <c:pt idx="158">
                  <c:v>1577</c:v>
                </c:pt>
                <c:pt idx="159">
                  <c:v>1611</c:v>
                </c:pt>
                <c:pt idx="160">
                  <c:v>1679</c:v>
                </c:pt>
                <c:pt idx="161">
                  <c:v>1683</c:v>
                </c:pt>
                <c:pt idx="162">
                  <c:v>1699</c:v>
                </c:pt>
                <c:pt idx="163">
                  <c:v>1722</c:v>
                </c:pt>
                <c:pt idx="164">
                  <c:v>1743</c:v>
                </c:pt>
                <c:pt idx="165">
                  <c:v>1744</c:v>
                </c:pt>
                <c:pt idx="166">
                  <c:v>1752</c:v>
                </c:pt>
                <c:pt idx="167">
                  <c:v>1750</c:v>
                </c:pt>
                <c:pt idx="168">
                  <c:v>1758</c:v>
                </c:pt>
                <c:pt idx="169">
                  <c:v>2601</c:v>
                </c:pt>
                <c:pt idx="170">
                  <c:v>1032</c:v>
                </c:pt>
                <c:pt idx="171">
                  <c:v>1695</c:v>
                </c:pt>
                <c:pt idx="172">
                  <c:v>1765</c:v>
                </c:pt>
                <c:pt idx="173">
                  <c:v>1565</c:v>
                </c:pt>
                <c:pt idx="174">
                  <c:v>1485</c:v>
                </c:pt>
                <c:pt idx="175">
                  <c:v>1528</c:v>
                </c:pt>
                <c:pt idx="176">
                  <c:v>1517</c:v>
                </c:pt>
                <c:pt idx="177">
                  <c:v>1429</c:v>
                </c:pt>
                <c:pt idx="178">
                  <c:v>1393</c:v>
                </c:pt>
                <c:pt idx="179">
                  <c:v>1394</c:v>
                </c:pt>
                <c:pt idx="180">
                  <c:v>1366</c:v>
                </c:pt>
                <c:pt idx="181">
                  <c:v>1331</c:v>
                </c:pt>
                <c:pt idx="182">
                  <c:v>1316</c:v>
                </c:pt>
                <c:pt idx="183">
                  <c:v>1298</c:v>
                </c:pt>
                <c:pt idx="184">
                  <c:v>1296</c:v>
                </c:pt>
                <c:pt idx="185">
                  <c:v>1291</c:v>
                </c:pt>
                <c:pt idx="186">
                  <c:v>1269</c:v>
                </c:pt>
                <c:pt idx="187">
                  <c:v>2085</c:v>
                </c:pt>
                <c:pt idx="188">
                  <c:v>669</c:v>
                </c:pt>
                <c:pt idx="189">
                  <c:v>1609</c:v>
                </c:pt>
                <c:pt idx="190">
                  <c:v>1340</c:v>
                </c:pt>
                <c:pt idx="191">
                  <c:v>1371</c:v>
                </c:pt>
                <c:pt idx="192">
                  <c:v>1497</c:v>
                </c:pt>
                <c:pt idx="193">
                  <c:v>1544</c:v>
                </c:pt>
                <c:pt idx="194">
                  <c:v>1519</c:v>
                </c:pt>
                <c:pt idx="195">
                  <c:v>1578</c:v>
                </c:pt>
                <c:pt idx="196">
                  <c:v>1626</c:v>
                </c:pt>
                <c:pt idx="197">
                  <c:v>1634</c:v>
                </c:pt>
                <c:pt idx="198">
                  <c:v>1663</c:v>
                </c:pt>
                <c:pt idx="199">
                  <c:v>1693</c:v>
                </c:pt>
                <c:pt idx="200">
                  <c:v>1709</c:v>
                </c:pt>
                <c:pt idx="201">
                  <c:v>1714</c:v>
                </c:pt>
                <c:pt idx="202">
                  <c:v>1731</c:v>
                </c:pt>
                <c:pt idx="203">
                  <c:v>1754</c:v>
                </c:pt>
                <c:pt idx="204">
                  <c:v>1737</c:v>
                </c:pt>
                <c:pt idx="205">
                  <c:v>1747</c:v>
                </c:pt>
                <c:pt idx="206">
                  <c:v>1597</c:v>
                </c:pt>
                <c:pt idx="207">
                  <c:v>1497</c:v>
                </c:pt>
                <c:pt idx="208">
                  <c:v>2237</c:v>
                </c:pt>
                <c:pt idx="209">
                  <c:v>1156</c:v>
                </c:pt>
                <c:pt idx="210">
                  <c:v>1587</c:v>
                </c:pt>
                <c:pt idx="211">
                  <c:v>1649</c:v>
                </c:pt>
                <c:pt idx="212">
                  <c:v>1462</c:v>
                </c:pt>
                <c:pt idx="213">
                  <c:v>1448</c:v>
                </c:pt>
                <c:pt idx="214">
                  <c:v>1491</c:v>
                </c:pt>
                <c:pt idx="215">
                  <c:v>1443</c:v>
                </c:pt>
                <c:pt idx="216">
                  <c:v>1384</c:v>
                </c:pt>
                <c:pt idx="217">
                  <c:v>1373</c:v>
                </c:pt>
                <c:pt idx="218">
                  <c:v>1359</c:v>
                </c:pt>
                <c:pt idx="219">
                  <c:v>1348</c:v>
                </c:pt>
                <c:pt idx="220">
                  <c:v>1320</c:v>
                </c:pt>
                <c:pt idx="221">
                  <c:v>1303</c:v>
                </c:pt>
                <c:pt idx="222">
                  <c:v>1305</c:v>
                </c:pt>
                <c:pt idx="223">
                  <c:v>1298</c:v>
                </c:pt>
                <c:pt idx="224">
                  <c:v>1289</c:v>
                </c:pt>
                <c:pt idx="225">
                  <c:v>1392</c:v>
                </c:pt>
                <c:pt idx="226">
                  <c:v>1437</c:v>
                </c:pt>
                <c:pt idx="227">
                  <c:v>1329</c:v>
                </c:pt>
                <c:pt idx="228">
                  <c:v>1455</c:v>
                </c:pt>
                <c:pt idx="229">
                  <c:v>1515</c:v>
                </c:pt>
                <c:pt idx="230">
                  <c:v>1467</c:v>
                </c:pt>
                <c:pt idx="231">
                  <c:v>1541</c:v>
                </c:pt>
                <c:pt idx="232">
                  <c:v>1603</c:v>
                </c:pt>
                <c:pt idx="233">
                  <c:v>1590</c:v>
                </c:pt>
                <c:pt idx="234">
                  <c:v>1599</c:v>
                </c:pt>
                <c:pt idx="235">
                  <c:v>1662</c:v>
                </c:pt>
                <c:pt idx="236">
                  <c:v>1683</c:v>
                </c:pt>
                <c:pt idx="237">
                  <c:v>1693</c:v>
                </c:pt>
                <c:pt idx="238">
                  <c:v>1704</c:v>
                </c:pt>
                <c:pt idx="239">
                  <c:v>1727</c:v>
                </c:pt>
                <c:pt idx="240">
                  <c:v>1740</c:v>
                </c:pt>
                <c:pt idx="241">
                  <c:v>1729</c:v>
                </c:pt>
                <c:pt idx="242">
                  <c:v>1728</c:v>
                </c:pt>
                <c:pt idx="243">
                  <c:v>1730</c:v>
                </c:pt>
                <c:pt idx="244">
                  <c:v>2530</c:v>
                </c:pt>
                <c:pt idx="245">
                  <c:v>1036</c:v>
                </c:pt>
                <c:pt idx="246">
                  <c:v>1614</c:v>
                </c:pt>
                <c:pt idx="247">
                  <c:v>1742</c:v>
                </c:pt>
                <c:pt idx="248">
                  <c:v>1585</c:v>
                </c:pt>
                <c:pt idx="249">
                  <c:v>1471</c:v>
                </c:pt>
                <c:pt idx="250">
                  <c:v>1480</c:v>
                </c:pt>
                <c:pt idx="251">
                  <c:v>1507</c:v>
                </c:pt>
                <c:pt idx="252">
                  <c:v>1435</c:v>
                </c:pt>
                <c:pt idx="253">
                  <c:v>1388</c:v>
                </c:pt>
                <c:pt idx="254">
                  <c:v>1381</c:v>
                </c:pt>
                <c:pt idx="255">
                  <c:v>1365</c:v>
                </c:pt>
                <c:pt idx="256">
                  <c:v>1344</c:v>
                </c:pt>
                <c:pt idx="257">
                  <c:v>1317</c:v>
                </c:pt>
                <c:pt idx="258">
                  <c:v>1308</c:v>
                </c:pt>
                <c:pt idx="259">
                  <c:v>1314</c:v>
                </c:pt>
                <c:pt idx="260">
                  <c:v>1304</c:v>
                </c:pt>
                <c:pt idx="261">
                  <c:v>1289</c:v>
                </c:pt>
                <c:pt idx="262">
                  <c:v>2206</c:v>
                </c:pt>
                <c:pt idx="263">
                  <c:v>547</c:v>
                </c:pt>
                <c:pt idx="264">
                  <c:v>1628</c:v>
                </c:pt>
                <c:pt idx="265">
                  <c:v>1407</c:v>
                </c:pt>
                <c:pt idx="266">
                  <c:v>1370</c:v>
                </c:pt>
                <c:pt idx="267">
                  <c:v>1497</c:v>
                </c:pt>
                <c:pt idx="268">
                  <c:v>1559</c:v>
                </c:pt>
                <c:pt idx="269">
                  <c:v>1543</c:v>
                </c:pt>
                <c:pt idx="270">
                  <c:v>1588</c:v>
                </c:pt>
                <c:pt idx="271">
                  <c:v>1637</c:v>
                </c:pt>
                <c:pt idx="272">
                  <c:v>1657</c:v>
                </c:pt>
                <c:pt idx="273">
                  <c:v>1668</c:v>
                </c:pt>
                <c:pt idx="274">
                  <c:v>1695</c:v>
                </c:pt>
                <c:pt idx="275">
                  <c:v>1720</c:v>
                </c:pt>
                <c:pt idx="276">
                  <c:v>1718</c:v>
                </c:pt>
                <c:pt idx="277">
                  <c:v>1727</c:v>
                </c:pt>
                <c:pt idx="278">
                  <c:v>1745</c:v>
                </c:pt>
                <c:pt idx="279">
                  <c:v>1739</c:v>
                </c:pt>
                <c:pt idx="280">
                  <c:v>1739</c:v>
                </c:pt>
                <c:pt idx="281">
                  <c:v>1991</c:v>
                </c:pt>
                <c:pt idx="282">
                  <c:v>1291</c:v>
                </c:pt>
                <c:pt idx="283">
                  <c:v>2265</c:v>
                </c:pt>
                <c:pt idx="284">
                  <c:v>1207</c:v>
                </c:pt>
                <c:pt idx="285">
                  <c:v>1506</c:v>
                </c:pt>
                <c:pt idx="286">
                  <c:v>1632</c:v>
                </c:pt>
                <c:pt idx="287">
                  <c:v>1466</c:v>
                </c:pt>
                <c:pt idx="288">
                  <c:v>1419</c:v>
                </c:pt>
                <c:pt idx="289">
                  <c:v>1455</c:v>
                </c:pt>
                <c:pt idx="290">
                  <c:v>1425</c:v>
                </c:pt>
                <c:pt idx="291">
                  <c:v>1374</c:v>
                </c:pt>
                <c:pt idx="292">
                  <c:v>1357</c:v>
                </c:pt>
                <c:pt idx="293">
                  <c:v>1335</c:v>
                </c:pt>
                <c:pt idx="294">
                  <c:v>1329</c:v>
                </c:pt>
                <c:pt idx="295">
                  <c:v>1310</c:v>
                </c:pt>
                <c:pt idx="296">
                  <c:v>1292</c:v>
                </c:pt>
                <c:pt idx="297">
                  <c:v>1296</c:v>
                </c:pt>
                <c:pt idx="298">
                  <c:v>1294</c:v>
                </c:pt>
                <c:pt idx="299">
                  <c:v>572</c:v>
                </c:pt>
                <c:pt idx="300">
                  <c:v>1284</c:v>
                </c:pt>
                <c:pt idx="301">
                  <c:v>1455</c:v>
                </c:pt>
                <c:pt idx="302">
                  <c:v>1327</c:v>
                </c:pt>
                <c:pt idx="303">
                  <c:v>1446</c:v>
                </c:pt>
                <c:pt idx="304">
                  <c:v>1519</c:v>
                </c:pt>
                <c:pt idx="305">
                  <c:v>1512</c:v>
                </c:pt>
                <c:pt idx="306">
                  <c:v>1545</c:v>
                </c:pt>
                <c:pt idx="307">
                  <c:v>1620</c:v>
                </c:pt>
                <c:pt idx="308">
                  <c:v>1623</c:v>
                </c:pt>
                <c:pt idx="309">
                  <c:v>1629</c:v>
                </c:pt>
                <c:pt idx="310">
                  <c:v>1681</c:v>
                </c:pt>
                <c:pt idx="311">
                  <c:v>1697</c:v>
                </c:pt>
                <c:pt idx="312">
                  <c:v>1719</c:v>
                </c:pt>
                <c:pt idx="313">
                  <c:v>1727</c:v>
                </c:pt>
                <c:pt idx="314">
                  <c:v>1729</c:v>
                </c:pt>
                <c:pt idx="315">
                  <c:v>1756</c:v>
                </c:pt>
                <c:pt idx="316">
                  <c:v>1737</c:v>
                </c:pt>
                <c:pt idx="317">
                  <c:v>1721</c:v>
                </c:pt>
                <c:pt idx="318">
                  <c:v>183</c:v>
                </c:pt>
                <c:pt idx="319">
                  <c:v>2375</c:v>
                </c:pt>
                <c:pt idx="320">
                  <c:v>1208</c:v>
                </c:pt>
                <c:pt idx="321">
                  <c:v>1513</c:v>
                </c:pt>
                <c:pt idx="322">
                  <c:v>1722</c:v>
                </c:pt>
                <c:pt idx="323">
                  <c:v>1604</c:v>
                </c:pt>
                <c:pt idx="324">
                  <c:v>1480</c:v>
                </c:pt>
                <c:pt idx="325">
                  <c:v>1449</c:v>
                </c:pt>
                <c:pt idx="326">
                  <c:v>1484</c:v>
                </c:pt>
                <c:pt idx="327">
                  <c:v>1433</c:v>
                </c:pt>
                <c:pt idx="328">
                  <c:v>1374</c:v>
                </c:pt>
                <c:pt idx="329">
                  <c:v>1352</c:v>
                </c:pt>
                <c:pt idx="330">
                  <c:v>1334</c:v>
                </c:pt>
                <c:pt idx="331">
                  <c:v>1336</c:v>
                </c:pt>
                <c:pt idx="332">
                  <c:v>1301</c:v>
                </c:pt>
                <c:pt idx="333">
                  <c:v>1283</c:v>
                </c:pt>
                <c:pt idx="334">
                  <c:v>1305</c:v>
                </c:pt>
                <c:pt idx="335">
                  <c:v>1292</c:v>
                </c:pt>
                <c:pt idx="336">
                  <c:v>1277</c:v>
                </c:pt>
                <c:pt idx="337">
                  <c:v>2172</c:v>
                </c:pt>
                <c:pt idx="338">
                  <c:v>423</c:v>
                </c:pt>
                <c:pt idx="339">
                  <c:v>1569</c:v>
                </c:pt>
                <c:pt idx="340">
                  <c:v>1460</c:v>
                </c:pt>
                <c:pt idx="341">
                  <c:v>1364</c:v>
                </c:pt>
                <c:pt idx="342">
                  <c:v>1483</c:v>
                </c:pt>
                <c:pt idx="343">
                  <c:v>1566</c:v>
                </c:pt>
                <c:pt idx="344">
                  <c:v>1568</c:v>
                </c:pt>
                <c:pt idx="345">
                  <c:v>1591</c:v>
                </c:pt>
                <c:pt idx="346">
                  <c:v>1657</c:v>
                </c:pt>
                <c:pt idx="347">
                  <c:v>1679</c:v>
                </c:pt>
                <c:pt idx="348">
                  <c:v>1683</c:v>
                </c:pt>
                <c:pt idx="349">
                  <c:v>1711</c:v>
                </c:pt>
                <c:pt idx="350">
                  <c:v>1732</c:v>
                </c:pt>
                <c:pt idx="351">
                  <c:v>1738</c:v>
                </c:pt>
                <c:pt idx="352">
                  <c:v>1744</c:v>
                </c:pt>
                <c:pt idx="353">
                  <c:v>1755</c:v>
                </c:pt>
                <c:pt idx="354">
                  <c:v>1750</c:v>
                </c:pt>
                <c:pt idx="355">
                  <c:v>1751</c:v>
                </c:pt>
                <c:pt idx="356">
                  <c:v>2335</c:v>
                </c:pt>
                <c:pt idx="357">
                  <c:v>1152</c:v>
                </c:pt>
                <c:pt idx="358">
                  <c:v>2243</c:v>
                </c:pt>
                <c:pt idx="359">
                  <c:v>1363</c:v>
                </c:pt>
                <c:pt idx="360">
                  <c:v>1461</c:v>
                </c:pt>
                <c:pt idx="361">
                  <c:v>1619</c:v>
                </c:pt>
                <c:pt idx="362">
                  <c:v>1498</c:v>
                </c:pt>
                <c:pt idx="363">
                  <c:v>1411</c:v>
                </c:pt>
                <c:pt idx="364">
                  <c:v>1429</c:v>
                </c:pt>
                <c:pt idx="365">
                  <c:v>1420</c:v>
                </c:pt>
                <c:pt idx="366">
                  <c:v>1366</c:v>
                </c:pt>
                <c:pt idx="367">
                  <c:v>1338</c:v>
                </c:pt>
                <c:pt idx="368">
                  <c:v>1322</c:v>
                </c:pt>
                <c:pt idx="369">
                  <c:v>1317</c:v>
                </c:pt>
                <c:pt idx="370">
                  <c:v>1301</c:v>
                </c:pt>
                <c:pt idx="371">
                  <c:v>1277</c:v>
                </c:pt>
                <c:pt idx="372">
                  <c:v>1279</c:v>
                </c:pt>
                <c:pt idx="373">
                  <c:v>1281</c:v>
                </c:pt>
                <c:pt idx="374">
                  <c:v>876</c:v>
                </c:pt>
                <c:pt idx="375">
                  <c:v>1164</c:v>
                </c:pt>
                <c:pt idx="376">
                  <c:v>1470</c:v>
                </c:pt>
                <c:pt idx="377">
                  <c:v>1326</c:v>
                </c:pt>
                <c:pt idx="378">
                  <c:v>1429</c:v>
                </c:pt>
                <c:pt idx="379">
                  <c:v>1526</c:v>
                </c:pt>
                <c:pt idx="380">
                  <c:v>1520</c:v>
                </c:pt>
                <c:pt idx="381">
                  <c:v>1535</c:v>
                </c:pt>
                <c:pt idx="382">
                  <c:v>1627</c:v>
                </c:pt>
                <c:pt idx="383">
                  <c:v>1647</c:v>
                </c:pt>
                <c:pt idx="384">
                  <c:v>1639</c:v>
                </c:pt>
                <c:pt idx="385">
                  <c:v>1684</c:v>
                </c:pt>
                <c:pt idx="386">
                  <c:v>1713</c:v>
                </c:pt>
                <c:pt idx="387">
                  <c:v>1729</c:v>
                </c:pt>
                <c:pt idx="388">
                  <c:v>1739</c:v>
                </c:pt>
                <c:pt idx="389">
                  <c:v>1743</c:v>
                </c:pt>
                <c:pt idx="390">
                  <c:v>1765</c:v>
                </c:pt>
                <c:pt idx="391">
                  <c:v>1747</c:v>
                </c:pt>
                <c:pt idx="392">
                  <c:v>1737</c:v>
                </c:pt>
                <c:pt idx="393">
                  <c:v>329</c:v>
                </c:pt>
                <c:pt idx="394">
                  <c:v>2265</c:v>
                </c:pt>
                <c:pt idx="395">
                  <c:v>1551</c:v>
                </c:pt>
                <c:pt idx="396">
                  <c:v>1433</c:v>
                </c:pt>
                <c:pt idx="397">
                  <c:v>1683</c:v>
                </c:pt>
                <c:pt idx="398">
                  <c:v>1630</c:v>
                </c:pt>
                <c:pt idx="399">
                  <c:v>1487</c:v>
                </c:pt>
                <c:pt idx="400">
                  <c:v>1453</c:v>
                </c:pt>
                <c:pt idx="401">
                  <c:v>1479</c:v>
                </c:pt>
                <c:pt idx="402">
                  <c:v>1431</c:v>
                </c:pt>
                <c:pt idx="403">
                  <c:v>1380</c:v>
                </c:pt>
                <c:pt idx="404">
                  <c:v>1358</c:v>
                </c:pt>
                <c:pt idx="405">
                  <c:v>1329</c:v>
                </c:pt>
                <c:pt idx="406">
                  <c:v>1331</c:v>
                </c:pt>
                <c:pt idx="407">
                  <c:v>1298</c:v>
                </c:pt>
                <c:pt idx="408">
                  <c:v>1282</c:v>
                </c:pt>
                <c:pt idx="409">
                  <c:v>1288</c:v>
                </c:pt>
                <c:pt idx="410">
                  <c:v>1282</c:v>
                </c:pt>
                <c:pt idx="411">
                  <c:v>1269</c:v>
                </c:pt>
                <c:pt idx="412">
                  <c:v>2101</c:v>
                </c:pt>
                <c:pt idx="413">
                  <c:v>572</c:v>
                </c:pt>
                <c:pt idx="414">
                  <c:v>1436</c:v>
                </c:pt>
                <c:pt idx="415">
                  <c:v>1479</c:v>
                </c:pt>
                <c:pt idx="416">
                  <c:v>1371</c:v>
                </c:pt>
                <c:pt idx="417">
                  <c:v>1455</c:v>
                </c:pt>
                <c:pt idx="418">
                  <c:v>1556</c:v>
                </c:pt>
                <c:pt idx="419">
                  <c:v>1575</c:v>
                </c:pt>
                <c:pt idx="420">
                  <c:v>1570</c:v>
                </c:pt>
                <c:pt idx="421">
                  <c:v>1635</c:v>
                </c:pt>
                <c:pt idx="422">
                  <c:v>1678</c:v>
                </c:pt>
                <c:pt idx="423">
                  <c:v>1679</c:v>
                </c:pt>
                <c:pt idx="424">
                  <c:v>1700</c:v>
                </c:pt>
                <c:pt idx="425">
                  <c:v>1725</c:v>
                </c:pt>
                <c:pt idx="426">
                  <c:v>1739</c:v>
                </c:pt>
                <c:pt idx="427">
                  <c:v>1743</c:v>
                </c:pt>
                <c:pt idx="428">
                  <c:v>1753</c:v>
                </c:pt>
                <c:pt idx="429">
                  <c:v>1762</c:v>
                </c:pt>
                <c:pt idx="430">
                  <c:v>1760</c:v>
                </c:pt>
                <c:pt idx="431">
                  <c:v>2562</c:v>
                </c:pt>
                <c:pt idx="432">
                  <c:v>1031</c:v>
                </c:pt>
                <c:pt idx="433">
                  <c:v>2180</c:v>
                </c:pt>
                <c:pt idx="434">
                  <c:v>1501</c:v>
                </c:pt>
                <c:pt idx="435">
                  <c:v>1438</c:v>
                </c:pt>
                <c:pt idx="436">
                  <c:v>1612</c:v>
                </c:pt>
                <c:pt idx="437">
                  <c:v>1529</c:v>
                </c:pt>
                <c:pt idx="438">
                  <c:v>1438</c:v>
                </c:pt>
                <c:pt idx="439">
                  <c:v>1434</c:v>
                </c:pt>
                <c:pt idx="440">
                  <c:v>1424</c:v>
                </c:pt>
                <c:pt idx="441">
                  <c:v>1389</c:v>
                </c:pt>
                <c:pt idx="442">
                  <c:v>1362</c:v>
                </c:pt>
                <c:pt idx="443">
                  <c:v>1333</c:v>
                </c:pt>
                <c:pt idx="444">
                  <c:v>1329</c:v>
                </c:pt>
                <c:pt idx="445">
                  <c:v>1305</c:v>
                </c:pt>
                <c:pt idx="446">
                  <c:v>1291</c:v>
                </c:pt>
                <c:pt idx="447">
                  <c:v>1285</c:v>
                </c:pt>
                <c:pt idx="448">
                  <c:v>1270</c:v>
                </c:pt>
                <c:pt idx="449">
                  <c:v>1138</c:v>
                </c:pt>
                <c:pt idx="450">
                  <c:v>1137</c:v>
                </c:pt>
                <c:pt idx="451">
                  <c:v>1465</c:v>
                </c:pt>
                <c:pt idx="452">
                  <c:v>1363</c:v>
                </c:pt>
                <c:pt idx="453">
                  <c:v>1413</c:v>
                </c:pt>
                <c:pt idx="454">
                  <c:v>1533</c:v>
                </c:pt>
                <c:pt idx="455">
                  <c:v>1521</c:v>
                </c:pt>
                <c:pt idx="456">
                  <c:v>1521</c:v>
                </c:pt>
                <c:pt idx="457">
                  <c:v>1605</c:v>
                </c:pt>
                <c:pt idx="458">
                  <c:v>1639</c:v>
                </c:pt>
                <c:pt idx="459">
                  <c:v>1622</c:v>
                </c:pt>
                <c:pt idx="460">
                  <c:v>1667</c:v>
                </c:pt>
                <c:pt idx="461">
                  <c:v>1695</c:v>
                </c:pt>
                <c:pt idx="462">
                  <c:v>1720</c:v>
                </c:pt>
                <c:pt idx="463">
                  <c:v>1717</c:v>
                </c:pt>
                <c:pt idx="464">
                  <c:v>1719</c:v>
                </c:pt>
                <c:pt idx="465">
                  <c:v>1754</c:v>
                </c:pt>
                <c:pt idx="466">
                  <c:v>1746</c:v>
                </c:pt>
                <c:pt idx="467">
                  <c:v>1734</c:v>
                </c:pt>
                <c:pt idx="468">
                  <c:v>604</c:v>
                </c:pt>
                <c:pt idx="469">
                  <c:v>2073</c:v>
                </c:pt>
                <c:pt idx="470">
                  <c:v>1760</c:v>
                </c:pt>
                <c:pt idx="471">
                  <c:v>1394</c:v>
                </c:pt>
                <c:pt idx="472">
                  <c:v>1625</c:v>
                </c:pt>
                <c:pt idx="473">
                  <c:v>1646</c:v>
                </c:pt>
                <c:pt idx="474">
                  <c:v>1505</c:v>
                </c:pt>
                <c:pt idx="475">
                  <c:v>1442</c:v>
                </c:pt>
                <c:pt idx="476">
                  <c:v>1473</c:v>
                </c:pt>
                <c:pt idx="477">
                  <c:v>1447</c:v>
                </c:pt>
                <c:pt idx="478">
                  <c:v>1394</c:v>
                </c:pt>
                <c:pt idx="479">
                  <c:v>1365</c:v>
                </c:pt>
                <c:pt idx="480">
                  <c:v>1346</c:v>
                </c:pt>
                <c:pt idx="481">
                  <c:v>1350</c:v>
                </c:pt>
                <c:pt idx="482">
                  <c:v>1319</c:v>
                </c:pt>
                <c:pt idx="483">
                  <c:v>1292</c:v>
                </c:pt>
                <c:pt idx="484">
                  <c:v>1297</c:v>
                </c:pt>
                <c:pt idx="485">
                  <c:v>1289</c:v>
                </c:pt>
                <c:pt idx="486">
                  <c:v>1279</c:v>
                </c:pt>
                <c:pt idx="487">
                  <c:v>2021</c:v>
                </c:pt>
                <c:pt idx="488">
                  <c:v>832</c:v>
                </c:pt>
                <c:pt idx="489">
                  <c:v>1364</c:v>
                </c:pt>
                <c:pt idx="490">
                  <c:v>1506</c:v>
                </c:pt>
                <c:pt idx="491">
                  <c:v>1391</c:v>
                </c:pt>
                <c:pt idx="492">
                  <c:v>1455</c:v>
                </c:pt>
                <c:pt idx="493">
                  <c:v>1556</c:v>
                </c:pt>
                <c:pt idx="494">
                  <c:v>1571</c:v>
                </c:pt>
                <c:pt idx="495">
                  <c:v>1571</c:v>
                </c:pt>
                <c:pt idx="496">
                  <c:v>1635</c:v>
                </c:pt>
                <c:pt idx="497">
                  <c:v>1665</c:v>
                </c:pt>
                <c:pt idx="498">
                  <c:v>1661</c:v>
                </c:pt>
                <c:pt idx="499">
                  <c:v>1696</c:v>
                </c:pt>
                <c:pt idx="500">
                  <c:v>1714</c:v>
                </c:pt>
                <c:pt idx="501">
                  <c:v>1721</c:v>
                </c:pt>
                <c:pt idx="502">
                  <c:v>1735</c:v>
                </c:pt>
                <c:pt idx="503">
                  <c:v>1744</c:v>
                </c:pt>
                <c:pt idx="504">
                  <c:v>1751</c:v>
                </c:pt>
                <c:pt idx="505">
                  <c:v>1749</c:v>
                </c:pt>
                <c:pt idx="506">
                  <c:v>2649</c:v>
                </c:pt>
                <c:pt idx="507">
                  <c:v>877</c:v>
                </c:pt>
                <c:pt idx="508">
                  <c:v>2062</c:v>
                </c:pt>
                <c:pt idx="509">
                  <c:v>1647</c:v>
                </c:pt>
                <c:pt idx="510">
                  <c:v>1421</c:v>
                </c:pt>
                <c:pt idx="511">
                  <c:v>1566</c:v>
                </c:pt>
                <c:pt idx="512">
                  <c:v>1547</c:v>
                </c:pt>
                <c:pt idx="513">
                  <c:v>1436</c:v>
                </c:pt>
                <c:pt idx="514">
                  <c:v>1421</c:v>
                </c:pt>
                <c:pt idx="515">
                  <c:v>1434</c:v>
                </c:pt>
                <c:pt idx="516">
                  <c:v>1402</c:v>
                </c:pt>
                <c:pt idx="517">
                  <c:v>1369</c:v>
                </c:pt>
                <c:pt idx="518">
                  <c:v>1349</c:v>
                </c:pt>
                <c:pt idx="519">
                  <c:v>1334</c:v>
                </c:pt>
                <c:pt idx="520">
                  <c:v>1321</c:v>
                </c:pt>
                <c:pt idx="521">
                  <c:v>1301</c:v>
                </c:pt>
                <c:pt idx="522">
                  <c:v>1289</c:v>
                </c:pt>
                <c:pt idx="523">
                  <c:v>1289</c:v>
                </c:pt>
                <c:pt idx="524">
                  <c:v>1354</c:v>
                </c:pt>
                <c:pt idx="525">
                  <c:v>1120</c:v>
                </c:pt>
                <c:pt idx="526">
                  <c:v>1481</c:v>
                </c:pt>
                <c:pt idx="527">
                  <c:v>1399</c:v>
                </c:pt>
                <c:pt idx="528">
                  <c:v>1415</c:v>
                </c:pt>
                <c:pt idx="529">
                  <c:v>1533</c:v>
                </c:pt>
                <c:pt idx="530">
                  <c:v>1547</c:v>
                </c:pt>
                <c:pt idx="531">
                  <c:v>1522</c:v>
                </c:pt>
                <c:pt idx="532">
                  <c:v>1585</c:v>
                </c:pt>
                <c:pt idx="533">
                  <c:v>1643</c:v>
                </c:pt>
                <c:pt idx="534">
                  <c:v>1625</c:v>
                </c:pt>
                <c:pt idx="535">
                  <c:v>1662</c:v>
                </c:pt>
                <c:pt idx="536">
                  <c:v>1687</c:v>
                </c:pt>
                <c:pt idx="537">
                  <c:v>1714</c:v>
                </c:pt>
                <c:pt idx="538">
                  <c:v>1721</c:v>
                </c:pt>
                <c:pt idx="539">
                  <c:v>1717</c:v>
                </c:pt>
                <c:pt idx="540">
                  <c:v>1737</c:v>
                </c:pt>
                <c:pt idx="541">
                  <c:v>1735</c:v>
                </c:pt>
                <c:pt idx="542">
                  <c:v>1725</c:v>
                </c:pt>
                <c:pt idx="543">
                  <c:v>948</c:v>
                </c:pt>
                <c:pt idx="544">
                  <c:v>1923</c:v>
                </c:pt>
                <c:pt idx="545">
                  <c:v>1866</c:v>
                </c:pt>
                <c:pt idx="546">
                  <c:v>1387</c:v>
                </c:pt>
                <c:pt idx="547">
                  <c:v>1574</c:v>
                </c:pt>
                <c:pt idx="548">
                  <c:v>1623</c:v>
                </c:pt>
                <c:pt idx="549">
                  <c:v>1515</c:v>
                </c:pt>
                <c:pt idx="550">
                  <c:v>1433</c:v>
                </c:pt>
                <c:pt idx="551">
                  <c:v>1455</c:v>
                </c:pt>
                <c:pt idx="552">
                  <c:v>1431</c:v>
                </c:pt>
                <c:pt idx="553">
                  <c:v>1388</c:v>
                </c:pt>
                <c:pt idx="554">
                  <c:v>1369</c:v>
                </c:pt>
                <c:pt idx="555">
                  <c:v>1345</c:v>
                </c:pt>
                <c:pt idx="556">
                  <c:v>1339</c:v>
                </c:pt>
                <c:pt idx="557">
                  <c:v>1321</c:v>
                </c:pt>
                <c:pt idx="558">
                  <c:v>1296</c:v>
                </c:pt>
                <c:pt idx="559">
                  <c:v>1304</c:v>
                </c:pt>
                <c:pt idx="560">
                  <c:v>1299</c:v>
                </c:pt>
                <c:pt idx="561">
                  <c:v>1290</c:v>
                </c:pt>
                <c:pt idx="562">
                  <c:v>1899</c:v>
                </c:pt>
                <c:pt idx="563">
                  <c:v>1008</c:v>
                </c:pt>
                <c:pt idx="564">
                  <c:v>1305</c:v>
                </c:pt>
                <c:pt idx="565">
                  <c:v>1541</c:v>
                </c:pt>
                <c:pt idx="566">
                  <c:v>1433</c:v>
                </c:pt>
                <c:pt idx="567">
                  <c:v>1458</c:v>
                </c:pt>
                <c:pt idx="568">
                  <c:v>1552</c:v>
                </c:pt>
                <c:pt idx="569">
                  <c:v>1603</c:v>
                </c:pt>
                <c:pt idx="570">
                  <c:v>1587</c:v>
                </c:pt>
                <c:pt idx="571">
                  <c:v>1633</c:v>
                </c:pt>
                <c:pt idx="572">
                  <c:v>1685</c:v>
                </c:pt>
                <c:pt idx="573">
                  <c:v>1673</c:v>
                </c:pt>
                <c:pt idx="574">
                  <c:v>1705</c:v>
                </c:pt>
                <c:pt idx="575">
                  <c:v>1719</c:v>
                </c:pt>
                <c:pt idx="576">
                  <c:v>1727</c:v>
                </c:pt>
                <c:pt idx="577">
                  <c:v>1739</c:v>
                </c:pt>
                <c:pt idx="578">
                  <c:v>1738</c:v>
                </c:pt>
                <c:pt idx="579">
                  <c:v>1739</c:v>
                </c:pt>
                <c:pt idx="580">
                  <c:v>1735</c:v>
                </c:pt>
                <c:pt idx="581">
                  <c:v>2647</c:v>
                </c:pt>
                <c:pt idx="582">
                  <c:v>690</c:v>
                </c:pt>
                <c:pt idx="583">
                  <c:v>1922</c:v>
                </c:pt>
                <c:pt idx="584">
                  <c:v>1734</c:v>
                </c:pt>
                <c:pt idx="585">
                  <c:v>1430</c:v>
                </c:pt>
                <c:pt idx="586">
                  <c:v>1513</c:v>
                </c:pt>
                <c:pt idx="587">
                  <c:v>1548</c:v>
                </c:pt>
                <c:pt idx="588">
                  <c:v>1455</c:v>
                </c:pt>
                <c:pt idx="589">
                  <c:v>1393</c:v>
                </c:pt>
                <c:pt idx="590">
                  <c:v>1415</c:v>
                </c:pt>
                <c:pt idx="591">
                  <c:v>1393</c:v>
                </c:pt>
                <c:pt idx="592">
                  <c:v>1345</c:v>
                </c:pt>
                <c:pt idx="593">
                  <c:v>1335</c:v>
                </c:pt>
                <c:pt idx="594">
                  <c:v>1320</c:v>
                </c:pt>
                <c:pt idx="595">
                  <c:v>1305</c:v>
                </c:pt>
                <c:pt idx="596">
                  <c:v>1296</c:v>
                </c:pt>
                <c:pt idx="597">
                  <c:v>1286</c:v>
                </c:pt>
                <c:pt idx="598">
                  <c:v>1283</c:v>
                </c:pt>
                <c:pt idx="599">
                  <c:v>1458</c:v>
                </c:pt>
                <c:pt idx="600">
                  <c:v>1038</c:v>
                </c:pt>
                <c:pt idx="601">
                  <c:v>1467</c:v>
                </c:pt>
                <c:pt idx="602">
                  <c:v>1417</c:v>
                </c:pt>
                <c:pt idx="603">
                  <c:v>1449</c:v>
                </c:pt>
                <c:pt idx="604">
                  <c:v>1512</c:v>
                </c:pt>
                <c:pt idx="605">
                  <c:v>1560</c:v>
                </c:pt>
                <c:pt idx="606">
                  <c:v>1547</c:v>
                </c:pt>
                <c:pt idx="607">
                  <c:v>1589</c:v>
                </c:pt>
                <c:pt idx="608">
                  <c:v>1649</c:v>
                </c:pt>
                <c:pt idx="609">
                  <c:v>1655</c:v>
                </c:pt>
                <c:pt idx="610">
                  <c:v>1681</c:v>
                </c:pt>
                <c:pt idx="611">
                  <c:v>1705</c:v>
                </c:pt>
                <c:pt idx="612">
                  <c:v>1729</c:v>
                </c:pt>
                <c:pt idx="613">
                  <c:v>1739</c:v>
                </c:pt>
                <c:pt idx="614">
                  <c:v>1737</c:v>
                </c:pt>
                <c:pt idx="615">
                  <c:v>1743</c:v>
                </c:pt>
                <c:pt idx="616">
                  <c:v>1743</c:v>
                </c:pt>
                <c:pt idx="617">
                  <c:v>1733</c:v>
                </c:pt>
                <c:pt idx="618">
                  <c:v>1363</c:v>
                </c:pt>
                <c:pt idx="619">
                  <c:v>1835</c:v>
                </c:pt>
                <c:pt idx="620">
                  <c:v>1949</c:v>
                </c:pt>
                <c:pt idx="621">
                  <c:v>1409</c:v>
                </c:pt>
                <c:pt idx="622">
                  <c:v>1552</c:v>
                </c:pt>
                <c:pt idx="623">
                  <c:v>1590</c:v>
                </c:pt>
                <c:pt idx="624">
                  <c:v>1533</c:v>
                </c:pt>
                <c:pt idx="625">
                  <c:v>1435</c:v>
                </c:pt>
                <c:pt idx="626">
                  <c:v>1429</c:v>
                </c:pt>
                <c:pt idx="627">
                  <c:v>1419</c:v>
                </c:pt>
                <c:pt idx="628">
                  <c:v>1377</c:v>
                </c:pt>
                <c:pt idx="629">
                  <c:v>1347</c:v>
                </c:pt>
                <c:pt idx="630">
                  <c:v>1331</c:v>
                </c:pt>
                <c:pt idx="631">
                  <c:v>1327</c:v>
                </c:pt>
                <c:pt idx="632">
                  <c:v>1300</c:v>
                </c:pt>
                <c:pt idx="633">
                  <c:v>1287</c:v>
                </c:pt>
                <c:pt idx="634">
                  <c:v>1286</c:v>
                </c:pt>
                <c:pt idx="635">
                  <c:v>1287</c:v>
                </c:pt>
                <c:pt idx="636">
                  <c:v>1291</c:v>
                </c:pt>
                <c:pt idx="637">
                  <c:v>1726</c:v>
                </c:pt>
                <c:pt idx="638">
                  <c:v>1165</c:v>
                </c:pt>
                <c:pt idx="639">
                  <c:v>1233</c:v>
                </c:pt>
                <c:pt idx="640">
                  <c:v>1535</c:v>
                </c:pt>
                <c:pt idx="641">
                  <c:v>1470</c:v>
                </c:pt>
                <c:pt idx="642">
                  <c:v>1464</c:v>
                </c:pt>
                <c:pt idx="643">
                  <c:v>1545</c:v>
                </c:pt>
                <c:pt idx="644">
                  <c:v>1614</c:v>
                </c:pt>
                <c:pt idx="645">
                  <c:v>1600</c:v>
                </c:pt>
                <c:pt idx="646">
                  <c:v>1646</c:v>
                </c:pt>
                <c:pt idx="647">
                  <c:v>1701</c:v>
                </c:pt>
                <c:pt idx="648">
                  <c:v>1673</c:v>
                </c:pt>
                <c:pt idx="649">
                  <c:v>1713</c:v>
                </c:pt>
                <c:pt idx="650">
                  <c:v>1737</c:v>
                </c:pt>
                <c:pt idx="651">
                  <c:v>1736</c:v>
                </c:pt>
                <c:pt idx="652">
                  <c:v>1752</c:v>
                </c:pt>
                <c:pt idx="653">
                  <c:v>1741</c:v>
                </c:pt>
                <c:pt idx="654">
                  <c:v>1753</c:v>
                </c:pt>
                <c:pt idx="655">
                  <c:v>1752</c:v>
                </c:pt>
                <c:pt idx="656">
                  <c:v>2567</c:v>
                </c:pt>
                <c:pt idx="657">
                  <c:v>821</c:v>
                </c:pt>
                <c:pt idx="658">
                  <c:v>1810</c:v>
                </c:pt>
                <c:pt idx="659">
                  <c:v>1782</c:v>
                </c:pt>
                <c:pt idx="660">
                  <c:v>1483</c:v>
                </c:pt>
                <c:pt idx="661">
                  <c:v>1487</c:v>
                </c:pt>
                <c:pt idx="662">
                  <c:v>1550</c:v>
                </c:pt>
                <c:pt idx="663">
                  <c:v>1472</c:v>
                </c:pt>
                <c:pt idx="664">
                  <c:v>1388</c:v>
                </c:pt>
                <c:pt idx="665">
                  <c:v>1399</c:v>
                </c:pt>
                <c:pt idx="666">
                  <c:v>1391</c:v>
                </c:pt>
                <c:pt idx="667">
                  <c:v>1345</c:v>
                </c:pt>
                <c:pt idx="668">
                  <c:v>1325</c:v>
                </c:pt>
                <c:pt idx="669">
                  <c:v>1313</c:v>
                </c:pt>
                <c:pt idx="670">
                  <c:v>1301</c:v>
                </c:pt>
                <c:pt idx="671">
                  <c:v>1288</c:v>
                </c:pt>
                <c:pt idx="672">
                  <c:v>1273</c:v>
                </c:pt>
                <c:pt idx="673">
                  <c:v>1279</c:v>
                </c:pt>
                <c:pt idx="674">
                  <c:v>1575</c:v>
                </c:pt>
                <c:pt idx="675">
                  <c:v>1056</c:v>
                </c:pt>
                <c:pt idx="676">
                  <c:v>1433</c:v>
                </c:pt>
                <c:pt idx="677">
                  <c:v>1420</c:v>
                </c:pt>
                <c:pt idx="678">
                  <c:v>1438</c:v>
                </c:pt>
                <c:pt idx="679">
                  <c:v>1481</c:v>
                </c:pt>
                <c:pt idx="680">
                  <c:v>1561</c:v>
                </c:pt>
                <c:pt idx="681">
                  <c:v>1561</c:v>
                </c:pt>
                <c:pt idx="682">
                  <c:v>1572</c:v>
                </c:pt>
                <c:pt idx="683">
                  <c:v>1645</c:v>
                </c:pt>
                <c:pt idx="684">
                  <c:v>1666</c:v>
                </c:pt>
                <c:pt idx="685">
                  <c:v>1685</c:v>
                </c:pt>
                <c:pt idx="686">
                  <c:v>1699</c:v>
                </c:pt>
                <c:pt idx="687">
                  <c:v>1729</c:v>
                </c:pt>
                <c:pt idx="688">
                  <c:v>1745</c:v>
                </c:pt>
                <c:pt idx="689">
                  <c:v>1746</c:v>
                </c:pt>
                <c:pt idx="690">
                  <c:v>1742</c:v>
                </c:pt>
                <c:pt idx="691">
                  <c:v>1746</c:v>
                </c:pt>
                <c:pt idx="692">
                  <c:v>1748</c:v>
                </c:pt>
                <c:pt idx="693">
                  <c:v>1779</c:v>
                </c:pt>
                <c:pt idx="694">
                  <c:v>1728</c:v>
                </c:pt>
                <c:pt idx="695">
                  <c:v>2047</c:v>
                </c:pt>
                <c:pt idx="696">
                  <c:v>1460</c:v>
                </c:pt>
                <c:pt idx="697">
                  <c:v>1528</c:v>
                </c:pt>
                <c:pt idx="698">
                  <c:v>1576</c:v>
                </c:pt>
                <c:pt idx="699">
                  <c:v>1547</c:v>
                </c:pt>
                <c:pt idx="700">
                  <c:v>1450</c:v>
                </c:pt>
                <c:pt idx="701">
                  <c:v>1426</c:v>
                </c:pt>
                <c:pt idx="702">
                  <c:v>1412</c:v>
                </c:pt>
                <c:pt idx="703">
                  <c:v>1385</c:v>
                </c:pt>
                <c:pt idx="704">
                  <c:v>1347</c:v>
                </c:pt>
                <c:pt idx="705">
                  <c:v>1326</c:v>
                </c:pt>
                <c:pt idx="706">
                  <c:v>1327</c:v>
                </c:pt>
                <c:pt idx="707">
                  <c:v>1298</c:v>
                </c:pt>
                <c:pt idx="708">
                  <c:v>1288</c:v>
                </c:pt>
                <c:pt idx="709">
                  <c:v>1288</c:v>
                </c:pt>
                <c:pt idx="710">
                  <c:v>1275</c:v>
                </c:pt>
                <c:pt idx="711">
                  <c:v>1279</c:v>
                </c:pt>
                <c:pt idx="712">
                  <c:v>429</c:v>
                </c:pt>
                <c:pt idx="713">
                  <c:v>1518</c:v>
                </c:pt>
                <c:pt idx="714">
                  <c:v>1308</c:v>
                </c:pt>
                <c:pt idx="715">
                  <c:v>1196</c:v>
                </c:pt>
                <c:pt idx="716">
                  <c:v>1502</c:v>
                </c:pt>
                <c:pt idx="717">
                  <c:v>1495</c:v>
                </c:pt>
                <c:pt idx="718">
                  <c:v>1467</c:v>
                </c:pt>
                <c:pt idx="719">
                  <c:v>1517</c:v>
                </c:pt>
                <c:pt idx="720">
                  <c:v>1613</c:v>
                </c:pt>
                <c:pt idx="721">
                  <c:v>1613</c:v>
                </c:pt>
                <c:pt idx="722">
                  <c:v>1625</c:v>
                </c:pt>
                <c:pt idx="723">
                  <c:v>1681</c:v>
                </c:pt>
                <c:pt idx="724">
                  <c:v>1685</c:v>
                </c:pt>
                <c:pt idx="725">
                  <c:v>1707</c:v>
                </c:pt>
                <c:pt idx="726">
                  <c:v>1716</c:v>
                </c:pt>
                <c:pt idx="727">
                  <c:v>1733</c:v>
                </c:pt>
                <c:pt idx="728">
                  <c:v>1752</c:v>
                </c:pt>
                <c:pt idx="729">
                  <c:v>1747</c:v>
                </c:pt>
                <c:pt idx="730">
                  <c:v>1749</c:v>
                </c:pt>
                <c:pt idx="731">
                  <c:v>0</c:v>
                </c:pt>
                <c:pt idx="732">
                  <c:v>2463</c:v>
                </c:pt>
                <c:pt idx="733">
                  <c:v>1038</c:v>
                </c:pt>
                <c:pt idx="734">
                  <c:v>1718</c:v>
                </c:pt>
                <c:pt idx="735">
                  <c:v>1812</c:v>
                </c:pt>
                <c:pt idx="736">
                  <c:v>1535</c:v>
                </c:pt>
                <c:pt idx="737">
                  <c:v>1468</c:v>
                </c:pt>
                <c:pt idx="738">
                  <c:v>1540</c:v>
                </c:pt>
                <c:pt idx="739">
                  <c:v>1497</c:v>
                </c:pt>
                <c:pt idx="740">
                  <c:v>1404</c:v>
                </c:pt>
                <c:pt idx="741">
                  <c:v>1400</c:v>
                </c:pt>
                <c:pt idx="742">
                  <c:v>1400</c:v>
                </c:pt>
                <c:pt idx="743">
                  <c:v>1369</c:v>
                </c:pt>
                <c:pt idx="744">
                  <c:v>1345</c:v>
                </c:pt>
                <c:pt idx="745">
                  <c:v>1320</c:v>
                </c:pt>
                <c:pt idx="746">
                  <c:v>1308</c:v>
                </c:pt>
                <c:pt idx="747">
                  <c:v>1294</c:v>
                </c:pt>
                <c:pt idx="748">
                  <c:v>1286</c:v>
                </c:pt>
                <c:pt idx="749">
                  <c:v>1283</c:v>
                </c:pt>
                <c:pt idx="750">
                  <c:v>1648</c:v>
                </c:pt>
                <c:pt idx="751">
                  <c:v>1118</c:v>
                </c:pt>
                <c:pt idx="752">
                  <c:v>1400</c:v>
                </c:pt>
                <c:pt idx="753">
                  <c:v>1407</c:v>
                </c:pt>
                <c:pt idx="754">
                  <c:v>1440</c:v>
                </c:pt>
                <c:pt idx="755">
                  <c:v>1483</c:v>
                </c:pt>
                <c:pt idx="756">
                  <c:v>1551</c:v>
                </c:pt>
                <c:pt idx="757">
                  <c:v>1553</c:v>
                </c:pt>
                <c:pt idx="758">
                  <c:v>1558</c:v>
                </c:pt>
                <c:pt idx="759">
                  <c:v>1627</c:v>
                </c:pt>
                <c:pt idx="760">
                  <c:v>1655</c:v>
                </c:pt>
                <c:pt idx="761">
                  <c:v>1663</c:v>
                </c:pt>
                <c:pt idx="762">
                  <c:v>1694</c:v>
                </c:pt>
                <c:pt idx="763">
                  <c:v>1717</c:v>
                </c:pt>
                <c:pt idx="764">
                  <c:v>1729</c:v>
                </c:pt>
                <c:pt idx="765">
                  <c:v>1732</c:v>
                </c:pt>
                <c:pt idx="766">
                  <c:v>1743</c:v>
                </c:pt>
                <c:pt idx="767">
                  <c:v>1739</c:v>
                </c:pt>
                <c:pt idx="768">
                  <c:v>1748</c:v>
                </c:pt>
                <c:pt idx="769">
                  <c:v>2155</c:v>
                </c:pt>
                <c:pt idx="770">
                  <c:v>1615</c:v>
                </c:pt>
                <c:pt idx="771">
                  <c:v>2082</c:v>
                </c:pt>
                <c:pt idx="772">
                  <c:v>1510</c:v>
                </c:pt>
                <c:pt idx="773">
                  <c:v>1515</c:v>
                </c:pt>
                <c:pt idx="774">
                  <c:v>1549</c:v>
                </c:pt>
                <c:pt idx="775">
                  <c:v>1556</c:v>
                </c:pt>
                <c:pt idx="776">
                  <c:v>1467</c:v>
                </c:pt>
                <c:pt idx="777">
                  <c:v>1416</c:v>
                </c:pt>
                <c:pt idx="778">
                  <c:v>1414</c:v>
                </c:pt>
                <c:pt idx="779">
                  <c:v>1403</c:v>
                </c:pt>
                <c:pt idx="780">
                  <c:v>1365</c:v>
                </c:pt>
                <c:pt idx="781">
                  <c:v>1332</c:v>
                </c:pt>
                <c:pt idx="782">
                  <c:v>1328</c:v>
                </c:pt>
                <c:pt idx="783">
                  <c:v>1323</c:v>
                </c:pt>
                <c:pt idx="784">
                  <c:v>1304</c:v>
                </c:pt>
                <c:pt idx="785">
                  <c:v>1287</c:v>
                </c:pt>
                <c:pt idx="786">
                  <c:v>1284</c:v>
                </c:pt>
                <c:pt idx="787">
                  <c:v>771</c:v>
                </c:pt>
                <c:pt idx="788">
                  <c:v>1309</c:v>
                </c:pt>
                <c:pt idx="789">
                  <c:v>1446</c:v>
                </c:pt>
                <c:pt idx="790">
                  <c:v>1180</c:v>
                </c:pt>
                <c:pt idx="791">
                  <c:v>1492</c:v>
                </c:pt>
                <c:pt idx="792">
                  <c:v>1519</c:v>
                </c:pt>
                <c:pt idx="793">
                  <c:v>1486</c:v>
                </c:pt>
                <c:pt idx="794">
                  <c:v>1515</c:v>
                </c:pt>
                <c:pt idx="795">
                  <c:v>1607</c:v>
                </c:pt>
                <c:pt idx="796">
                  <c:v>1607</c:v>
                </c:pt>
                <c:pt idx="797">
                  <c:v>1617</c:v>
                </c:pt>
                <c:pt idx="798">
                  <c:v>1677</c:v>
                </c:pt>
                <c:pt idx="799">
                  <c:v>1677</c:v>
                </c:pt>
                <c:pt idx="800">
                  <c:v>1692</c:v>
                </c:pt>
                <c:pt idx="801">
                  <c:v>1714</c:v>
                </c:pt>
                <c:pt idx="802">
                  <c:v>1731</c:v>
                </c:pt>
                <c:pt idx="803">
                  <c:v>1743</c:v>
                </c:pt>
                <c:pt idx="804">
                  <c:v>1733</c:v>
                </c:pt>
                <c:pt idx="805">
                  <c:v>1749</c:v>
                </c:pt>
                <c:pt idx="806">
                  <c:v>280</c:v>
                </c:pt>
                <c:pt idx="807">
                  <c:v>2354</c:v>
                </c:pt>
                <c:pt idx="808">
                  <c:v>1306</c:v>
                </c:pt>
                <c:pt idx="809">
                  <c:v>1560</c:v>
                </c:pt>
                <c:pt idx="810">
                  <c:v>1773</c:v>
                </c:pt>
                <c:pt idx="811">
                  <c:v>1570</c:v>
                </c:pt>
                <c:pt idx="812">
                  <c:v>1455</c:v>
                </c:pt>
                <c:pt idx="813">
                  <c:v>1516</c:v>
                </c:pt>
                <c:pt idx="814">
                  <c:v>1509</c:v>
                </c:pt>
                <c:pt idx="815">
                  <c:v>1420</c:v>
                </c:pt>
                <c:pt idx="816">
                  <c:v>1397</c:v>
                </c:pt>
                <c:pt idx="817">
                  <c:v>1398</c:v>
                </c:pt>
                <c:pt idx="818">
                  <c:v>1375</c:v>
                </c:pt>
                <c:pt idx="819">
                  <c:v>1346</c:v>
                </c:pt>
                <c:pt idx="820">
                  <c:v>1321</c:v>
                </c:pt>
                <c:pt idx="821">
                  <c:v>1313</c:v>
                </c:pt>
                <c:pt idx="822">
                  <c:v>1311</c:v>
                </c:pt>
                <c:pt idx="823">
                  <c:v>1289</c:v>
                </c:pt>
                <c:pt idx="824">
                  <c:v>1289</c:v>
                </c:pt>
                <c:pt idx="825">
                  <c:v>1861</c:v>
                </c:pt>
                <c:pt idx="826">
                  <c:v>1174</c:v>
                </c:pt>
                <c:pt idx="827">
                  <c:v>1352</c:v>
                </c:pt>
                <c:pt idx="828">
                  <c:v>1462</c:v>
                </c:pt>
                <c:pt idx="829">
                  <c:v>1451</c:v>
                </c:pt>
                <c:pt idx="830">
                  <c:v>1459</c:v>
                </c:pt>
                <c:pt idx="831">
                  <c:v>1558</c:v>
                </c:pt>
                <c:pt idx="832">
                  <c:v>1573</c:v>
                </c:pt>
                <c:pt idx="833">
                  <c:v>1558</c:v>
                </c:pt>
                <c:pt idx="834">
                  <c:v>1617</c:v>
                </c:pt>
                <c:pt idx="835">
                  <c:v>1660</c:v>
                </c:pt>
                <c:pt idx="836">
                  <c:v>1669</c:v>
                </c:pt>
                <c:pt idx="837">
                  <c:v>1685</c:v>
                </c:pt>
                <c:pt idx="838">
                  <c:v>1705</c:v>
                </c:pt>
                <c:pt idx="839">
                  <c:v>1732</c:v>
                </c:pt>
                <c:pt idx="840">
                  <c:v>1737</c:v>
                </c:pt>
                <c:pt idx="841">
                  <c:v>1720</c:v>
                </c:pt>
                <c:pt idx="842">
                  <c:v>1732</c:v>
                </c:pt>
                <c:pt idx="843">
                  <c:v>1740</c:v>
                </c:pt>
                <c:pt idx="844">
                  <c:v>2450</c:v>
                </c:pt>
                <c:pt idx="845">
                  <c:v>1472</c:v>
                </c:pt>
                <c:pt idx="846">
                  <c:v>2073</c:v>
                </c:pt>
                <c:pt idx="847">
                  <c:v>1567</c:v>
                </c:pt>
                <c:pt idx="848">
                  <c:v>1513</c:v>
                </c:pt>
                <c:pt idx="849">
                  <c:v>1511</c:v>
                </c:pt>
                <c:pt idx="850">
                  <c:v>1543</c:v>
                </c:pt>
                <c:pt idx="851">
                  <c:v>1481</c:v>
                </c:pt>
                <c:pt idx="852">
                  <c:v>1415</c:v>
                </c:pt>
                <c:pt idx="853">
                  <c:v>1410</c:v>
                </c:pt>
                <c:pt idx="854">
                  <c:v>1392</c:v>
                </c:pt>
                <c:pt idx="855">
                  <c:v>1358</c:v>
                </c:pt>
                <c:pt idx="856">
                  <c:v>1336</c:v>
                </c:pt>
                <c:pt idx="857">
                  <c:v>1326</c:v>
                </c:pt>
                <c:pt idx="858">
                  <c:v>1305</c:v>
                </c:pt>
                <c:pt idx="859">
                  <c:v>1305</c:v>
                </c:pt>
                <c:pt idx="860">
                  <c:v>1299</c:v>
                </c:pt>
                <c:pt idx="861">
                  <c:v>1286</c:v>
                </c:pt>
                <c:pt idx="862">
                  <c:v>1164</c:v>
                </c:pt>
                <c:pt idx="863">
                  <c:v>1127</c:v>
                </c:pt>
                <c:pt idx="864">
                  <c:v>1593</c:v>
                </c:pt>
                <c:pt idx="865">
                  <c:v>1189</c:v>
                </c:pt>
                <c:pt idx="866">
                  <c:v>1467</c:v>
                </c:pt>
                <c:pt idx="867">
                  <c:v>1527</c:v>
                </c:pt>
                <c:pt idx="868">
                  <c:v>1521</c:v>
                </c:pt>
                <c:pt idx="869">
                  <c:v>1521</c:v>
                </c:pt>
                <c:pt idx="870">
                  <c:v>1609</c:v>
                </c:pt>
                <c:pt idx="871">
                  <c:v>1633</c:v>
                </c:pt>
                <c:pt idx="872">
                  <c:v>1631</c:v>
                </c:pt>
                <c:pt idx="873">
                  <c:v>1673</c:v>
                </c:pt>
                <c:pt idx="874">
                  <c:v>1691</c:v>
                </c:pt>
                <c:pt idx="875">
                  <c:v>1704</c:v>
                </c:pt>
                <c:pt idx="876">
                  <c:v>1710</c:v>
                </c:pt>
                <c:pt idx="877">
                  <c:v>1733</c:v>
                </c:pt>
                <c:pt idx="878">
                  <c:v>1744</c:v>
                </c:pt>
                <c:pt idx="879">
                  <c:v>1736</c:v>
                </c:pt>
                <c:pt idx="880">
                  <c:v>1739</c:v>
                </c:pt>
                <c:pt idx="881">
                  <c:v>363</c:v>
                </c:pt>
                <c:pt idx="882">
                  <c:v>2200</c:v>
                </c:pt>
                <c:pt idx="883">
                  <c:v>1597</c:v>
                </c:pt>
                <c:pt idx="884">
                  <c:v>1432</c:v>
                </c:pt>
                <c:pt idx="885">
                  <c:v>1745</c:v>
                </c:pt>
                <c:pt idx="886">
                  <c:v>1597</c:v>
                </c:pt>
                <c:pt idx="887">
                  <c:v>1444</c:v>
                </c:pt>
                <c:pt idx="888">
                  <c:v>1483</c:v>
                </c:pt>
                <c:pt idx="889">
                  <c:v>1501</c:v>
                </c:pt>
                <c:pt idx="890">
                  <c:v>1422</c:v>
                </c:pt>
                <c:pt idx="891">
                  <c:v>1381</c:v>
                </c:pt>
                <c:pt idx="892">
                  <c:v>1382</c:v>
                </c:pt>
                <c:pt idx="893">
                  <c:v>1363</c:v>
                </c:pt>
                <c:pt idx="894">
                  <c:v>1333</c:v>
                </c:pt>
                <c:pt idx="895">
                  <c:v>1311</c:v>
                </c:pt>
                <c:pt idx="896">
                  <c:v>1299</c:v>
                </c:pt>
                <c:pt idx="897">
                  <c:v>1299</c:v>
                </c:pt>
                <c:pt idx="898">
                  <c:v>1287</c:v>
                </c:pt>
                <c:pt idx="899">
                  <c:v>1293</c:v>
                </c:pt>
                <c:pt idx="900">
                  <c:v>1762</c:v>
                </c:pt>
                <c:pt idx="901">
                  <c:v>1215</c:v>
                </c:pt>
                <c:pt idx="902">
                  <c:v>1303</c:v>
                </c:pt>
                <c:pt idx="903">
                  <c:v>1420</c:v>
                </c:pt>
                <c:pt idx="904">
                  <c:v>1487</c:v>
                </c:pt>
                <c:pt idx="905">
                  <c:v>1479</c:v>
                </c:pt>
                <c:pt idx="906">
                  <c:v>1543</c:v>
                </c:pt>
                <c:pt idx="907">
                  <c:v>1593</c:v>
                </c:pt>
                <c:pt idx="908">
                  <c:v>1581</c:v>
                </c:pt>
                <c:pt idx="909">
                  <c:v>1624</c:v>
                </c:pt>
                <c:pt idx="910">
                  <c:v>1673</c:v>
                </c:pt>
                <c:pt idx="911">
                  <c:v>1682</c:v>
                </c:pt>
                <c:pt idx="912">
                  <c:v>1705</c:v>
                </c:pt>
                <c:pt idx="913">
                  <c:v>1713</c:v>
                </c:pt>
                <c:pt idx="914">
                  <c:v>1735</c:v>
                </c:pt>
                <c:pt idx="915">
                  <c:v>1747</c:v>
                </c:pt>
                <c:pt idx="916">
                  <c:v>1737</c:v>
                </c:pt>
                <c:pt idx="917">
                  <c:v>1732</c:v>
                </c:pt>
                <c:pt idx="918">
                  <c:v>1741</c:v>
                </c:pt>
                <c:pt idx="919">
                  <c:v>2593</c:v>
                </c:pt>
                <c:pt idx="920">
                  <c:v>1355</c:v>
                </c:pt>
                <c:pt idx="921">
                  <c:v>2024</c:v>
                </c:pt>
                <c:pt idx="922">
                  <c:v>1644</c:v>
                </c:pt>
                <c:pt idx="923">
                  <c:v>1539</c:v>
                </c:pt>
                <c:pt idx="924">
                  <c:v>1494</c:v>
                </c:pt>
                <c:pt idx="925">
                  <c:v>1523</c:v>
                </c:pt>
                <c:pt idx="926">
                  <c:v>1486</c:v>
                </c:pt>
                <c:pt idx="927">
                  <c:v>1413</c:v>
                </c:pt>
                <c:pt idx="928">
                  <c:v>1392</c:v>
                </c:pt>
                <c:pt idx="929">
                  <c:v>1385</c:v>
                </c:pt>
                <c:pt idx="930">
                  <c:v>1350</c:v>
                </c:pt>
                <c:pt idx="931">
                  <c:v>1317</c:v>
                </c:pt>
                <c:pt idx="932">
                  <c:v>1307</c:v>
                </c:pt>
                <c:pt idx="933">
                  <c:v>1297</c:v>
                </c:pt>
                <c:pt idx="934">
                  <c:v>1296</c:v>
                </c:pt>
                <c:pt idx="935">
                  <c:v>1277</c:v>
                </c:pt>
                <c:pt idx="936">
                  <c:v>1279</c:v>
                </c:pt>
                <c:pt idx="937">
                  <c:v>1566</c:v>
                </c:pt>
                <c:pt idx="938">
                  <c:v>955</c:v>
                </c:pt>
                <c:pt idx="939">
                  <c:v>1663</c:v>
                </c:pt>
                <c:pt idx="940">
                  <c:v>1231</c:v>
                </c:pt>
                <c:pt idx="941">
                  <c:v>1433</c:v>
                </c:pt>
                <c:pt idx="942">
                  <c:v>1516</c:v>
                </c:pt>
                <c:pt idx="943">
                  <c:v>1529</c:v>
                </c:pt>
                <c:pt idx="944">
                  <c:v>1537</c:v>
                </c:pt>
                <c:pt idx="945">
                  <c:v>1607</c:v>
                </c:pt>
                <c:pt idx="946">
                  <c:v>1635</c:v>
                </c:pt>
                <c:pt idx="947">
                  <c:v>1641</c:v>
                </c:pt>
                <c:pt idx="948">
                  <c:v>1689</c:v>
                </c:pt>
                <c:pt idx="949">
                  <c:v>1706</c:v>
                </c:pt>
                <c:pt idx="950">
                  <c:v>1715</c:v>
                </c:pt>
                <c:pt idx="951">
                  <c:v>1721</c:v>
                </c:pt>
                <c:pt idx="952">
                  <c:v>1741</c:v>
                </c:pt>
                <c:pt idx="953">
                  <c:v>1759</c:v>
                </c:pt>
                <c:pt idx="954">
                  <c:v>1747</c:v>
                </c:pt>
                <c:pt idx="955">
                  <c:v>1746</c:v>
                </c:pt>
                <c:pt idx="956">
                  <c:v>796</c:v>
                </c:pt>
                <c:pt idx="957">
                  <c:v>1973</c:v>
                </c:pt>
                <c:pt idx="958">
                  <c:v>1862</c:v>
                </c:pt>
                <c:pt idx="959">
                  <c:v>1335</c:v>
                </c:pt>
                <c:pt idx="960">
                  <c:v>1719</c:v>
                </c:pt>
                <c:pt idx="961">
                  <c:v>1619</c:v>
                </c:pt>
                <c:pt idx="962">
                  <c:v>1442</c:v>
                </c:pt>
                <c:pt idx="963">
                  <c:v>1476</c:v>
                </c:pt>
                <c:pt idx="964">
                  <c:v>1502</c:v>
                </c:pt>
                <c:pt idx="965">
                  <c:v>1424</c:v>
                </c:pt>
                <c:pt idx="966">
                  <c:v>1377</c:v>
                </c:pt>
                <c:pt idx="967">
                  <c:v>1372</c:v>
                </c:pt>
                <c:pt idx="968">
                  <c:v>1357</c:v>
                </c:pt>
                <c:pt idx="969">
                  <c:v>1334</c:v>
                </c:pt>
                <c:pt idx="970">
                  <c:v>1303</c:v>
                </c:pt>
                <c:pt idx="971">
                  <c:v>1285</c:v>
                </c:pt>
                <c:pt idx="972">
                  <c:v>1303</c:v>
                </c:pt>
                <c:pt idx="973">
                  <c:v>1282</c:v>
                </c:pt>
                <c:pt idx="974">
                  <c:v>1273</c:v>
                </c:pt>
                <c:pt idx="975">
                  <c:v>1650</c:v>
                </c:pt>
                <c:pt idx="976">
                  <c:v>1305</c:v>
                </c:pt>
                <c:pt idx="977">
                  <c:v>1273</c:v>
                </c:pt>
                <c:pt idx="978">
                  <c:v>1413</c:v>
                </c:pt>
                <c:pt idx="979">
                  <c:v>1487</c:v>
                </c:pt>
                <c:pt idx="980">
                  <c:v>1469</c:v>
                </c:pt>
                <c:pt idx="981">
                  <c:v>1536</c:v>
                </c:pt>
                <c:pt idx="982">
                  <c:v>1596</c:v>
                </c:pt>
                <c:pt idx="983">
                  <c:v>1587</c:v>
                </c:pt>
                <c:pt idx="984">
                  <c:v>1614</c:v>
                </c:pt>
                <c:pt idx="985">
                  <c:v>1668</c:v>
                </c:pt>
                <c:pt idx="986">
                  <c:v>1693</c:v>
                </c:pt>
                <c:pt idx="987">
                  <c:v>1709</c:v>
                </c:pt>
                <c:pt idx="988">
                  <c:v>1715</c:v>
                </c:pt>
                <c:pt idx="989">
                  <c:v>1738</c:v>
                </c:pt>
                <c:pt idx="990">
                  <c:v>1753</c:v>
                </c:pt>
                <c:pt idx="991">
                  <c:v>1742</c:v>
                </c:pt>
                <c:pt idx="992">
                  <c:v>1737</c:v>
                </c:pt>
                <c:pt idx="993">
                  <c:v>1746</c:v>
                </c:pt>
                <c:pt idx="994">
                  <c:v>2635</c:v>
                </c:pt>
                <c:pt idx="995">
                  <c:v>1227</c:v>
                </c:pt>
                <c:pt idx="996">
                  <c:v>1913</c:v>
                </c:pt>
                <c:pt idx="997">
                  <c:v>1715</c:v>
                </c:pt>
                <c:pt idx="998">
                  <c:v>1554</c:v>
                </c:pt>
                <c:pt idx="999">
                  <c:v>1485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DF-4F7C-AD34-C9D12770B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0495072"/>
        <c:axId val="1910491328"/>
      </c:lineChart>
      <c:catAx>
        <c:axId val="19104950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91328"/>
        <c:crosses val="autoZero"/>
        <c:auto val="1"/>
        <c:lblAlgn val="ctr"/>
        <c:lblOffset val="100"/>
        <c:noMultiLvlLbl val="0"/>
      </c:catAx>
      <c:valAx>
        <c:axId val="1910491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95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濾波後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工作表1!$Y$1:$Y$1000</c:f>
              <c:numCache>
                <c:formatCode>General</c:formatCode>
                <c:ptCount val="1000"/>
                <c:pt idx="0">
                  <c:v>1633.7</c:v>
                </c:pt>
                <c:pt idx="1">
                  <c:v>1633.53</c:v>
                </c:pt>
                <c:pt idx="2">
                  <c:v>1633.65</c:v>
                </c:pt>
                <c:pt idx="3">
                  <c:v>1634.21</c:v>
                </c:pt>
                <c:pt idx="4">
                  <c:v>1635.38</c:v>
                </c:pt>
                <c:pt idx="5">
                  <c:v>1637.3</c:v>
                </c:pt>
                <c:pt idx="6">
                  <c:v>1640.09</c:v>
                </c:pt>
                <c:pt idx="7">
                  <c:v>1643.82</c:v>
                </c:pt>
                <c:pt idx="8">
                  <c:v>1648.52</c:v>
                </c:pt>
                <c:pt idx="9">
                  <c:v>1654.19</c:v>
                </c:pt>
                <c:pt idx="10">
                  <c:v>1660.75</c:v>
                </c:pt>
                <c:pt idx="11">
                  <c:v>1668.09</c:v>
                </c:pt>
                <c:pt idx="12">
                  <c:v>1676.03</c:v>
                </c:pt>
                <c:pt idx="13">
                  <c:v>1684.34</c:v>
                </c:pt>
                <c:pt idx="14">
                  <c:v>1692.77</c:v>
                </c:pt>
                <c:pt idx="15">
                  <c:v>1701.02</c:v>
                </c:pt>
                <c:pt idx="16">
                  <c:v>1708.75</c:v>
                </c:pt>
                <c:pt idx="17">
                  <c:v>1715.62</c:v>
                </c:pt>
                <c:pt idx="18">
                  <c:v>1721.3</c:v>
                </c:pt>
                <c:pt idx="19">
                  <c:v>1725.46</c:v>
                </c:pt>
                <c:pt idx="20">
                  <c:v>1727.78</c:v>
                </c:pt>
                <c:pt idx="21">
                  <c:v>1728.01</c:v>
                </c:pt>
                <c:pt idx="22">
                  <c:v>1725.93</c:v>
                </c:pt>
                <c:pt idx="23">
                  <c:v>1721.37</c:v>
                </c:pt>
                <c:pt idx="24">
                  <c:v>1714.26</c:v>
                </c:pt>
                <c:pt idx="25">
                  <c:v>1704.59</c:v>
                </c:pt>
                <c:pt idx="26">
                  <c:v>1692.42</c:v>
                </c:pt>
                <c:pt idx="27">
                  <c:v>1677.92</c:v>
                </c:pt>
                <c:pt idx="28">
                  <c:v>1661.31</c:v>
                </c:pt>
                <c:pt idx="29">
                  <c:v>1642.91</c:v>
                </c:pt>
                <c:pt idx="30">
                  <c:v>1623.1</c:v>
                </c:pt>
                <c:pt idx="31">
                  <c:v>1602.32</c:v>
                </c:pt>
                <c:pt idx="32">
                  <c:v>1581.06</c:v>
                </c:pt>
                <c:pt idx="33">
                  <c:v>1559.85</c:v>
                </c:pt>
                <c:pt idx="34">
                  <c:v>1539.22</c:v>
                </c:pt>
                <c:pt idx="35">
                  <c:v>1519.72</c:v>
                </c:pt>
                <c:pt idx="36">
                  <c:v>1501.88</c:v>
                </c:pt>
                <c:pt idx="37">
                  <c:v>1486.17</c:v>
                </c:pt>
                <c:pt idx="38">
                  <c:v>1473.06</c:v>
                </c:pt>
                <c:pt idx="39">
                  <c:v>1462.91</c:v>
                </c:pt>
                <c:pt idx="40">
                  <c:v>1456.04</c:v>
                </c:pt>
                <c:pt idx="41">
                  <c:v>1452.65</c:v>
                </c:pt>
                <c:pt idx="42">
                  <c:v>1452.85</c:v>
                </c:pt>
                <c:pt idx="43">
                  <c:v>1456.67</c:v>
                </c:pt>
                <c:pt idx="44">
                  <c:v>1464.01</c:v>
                </c:pt>
                <c:pt idx="45">
                  <c:v>1474.68</c:v>
                </c:pt>
                <c:pt idx="46">
                  <c:v>1488.38</c:v>
                </c:pt>
                <c:pt idx="47">
                  <c:v>1504.73</c:v>
                </c:pt>
                <c:pt idx="48">
                  <c:v>1523.26</c:v>
                </c:pt>
                <c:pt idx="49">
                  <c:v>1543.45</c:v>
                </c:pt>
                <c:pt idx="50">
                  <c:v>1564.7</c:v>
                </c:pt>
                <c:pt idx="51">
                  <c:v>1586.4</c:v>
                </c:pt>
                <c:pt idx="52">
                  <c:v>1607.92</c:v>
                </c:pt>
                <c:pt idx="53">
                  <c:v>1628.63</c:v>
                </c:pt>
                <c:pt idx="54">
                  <c:v>1647.91</c:v>
                </c:pt>
                <c:pt idx="55">
                  <c:v>1665.22</c:v>
                </c:pt>
                <c:pt idx="56">
                  <c:v>1680.03</c:v>
                </c:pt>
                <c:pt idx="57">
                  <c:v>1691.92</c:v>
                </c:pt>
                <c:pt idx="58">
                  <c:v>1700.56</c:v>
                </c:pt>
                <c:pt idx="59">
                  <c:v>1705.68</c:v>
                </c:pt>
                <c:pt idx="60">
                  <c:v>1707.17</c:v>
                </c:pt>
                <c:pt idx="61">
                  <c:v>1704.99</c:v>
                </c:pt>
                <c:pt idx="62">
                  <c:v>1699.24</c:v>
                </c:pt>
                <c:pt idx="63">
                  <c:v>1690.11</c:v>
                </c:pt>
                <c:pt idx="64">
                  <c:v>1677.91</c:v>
                </c:pt>
                <c:pt idx="65">
                  <c:v>1663.04</c:v>
                </c:pt>
                <c:pt idx="66">
                  <c:v>1645.99</c:v>
                </c:pt>
                <c:pt idx="67">
                  <c:v>1627.29</c:v>
                </c:pt>
                <c:pt idx="68">
                  <c:v>1607.56</c:v>
                </c:pt>
                <c:pt idx="69">
                  <c:v>1587.44</c:v>
                </c:pt>
                <c:pt idx="70">
                  <c:v>1567.57</c:v>
                </c:pt>
                <c:pt idx="71">
                  <c:v>1548.61</c:v>
                </c:pt>
                <c:pt idx="72">
                  <c:v>1531.17</c:v>
                </c:pt>
                <c:pt idx="73">
                  <c:v>1515.83</c:v>
                </c:pt>
                <c:pt idx="74">
                  <c:v>1503.11</c:v>
                </c:pt>
                <c:pt idx="75">
                  <c:v>1493.45</c:v>
                </c:pt>
                <c:pt idx="76">
                  <c:v>1487.18</c:v>
                </c:pt>
                <c:pt idx="77">
                  <c:v>1484.57</c:v>
                </c:pt>
                <c:pt idx="78">
                  <c:v>1485.73</c:v>
                </c:pt>
                <c:pt idx="79">
                  <c:v>1490.71</c:v>
                </c:pt>
                <c:pt idx="80">
                  <c:v>1499.39</c:v>
                </c:pt>
                <c:pt idx="81">
                  <c:v>1511.58</c:v>
                </c:pt>
                <c:pt idx="82">
                  <c:v>1526.98</c:v>
                </c:pt>
                <c:pt idx="83">
                  <c:v>1545.16</c:v>
                </c:pt>
                <c:pt idx="84">
                  <c:v>1565.64</c:v>
                </c:pt>
                <c:pt idx="85">
                  <c:v>1587.86</c:v>
                </c:pt>
                <c:pt idx="86">
                  <c:v>1611.19</c:v>
                </c:pt>
                <c:pt idx="87">
                  <c:v>1634.98</c:v>
                </c:pt>
                <c:pt idx="88">
                  <c:v>1658.56</c:v>
                </c:pt>
                <c:pt idx="89">
                  <c:v>1681.25</c:v>
                </c:pt>
                <c:pt idx="90">
                  <c:v>1702.41</c:v>
                </c:pt>
                <c:pt idx="91">
                  <c:v>1721.42</c:v>
                </c:pt>
                <c:pt idx="92">
                  <c:v>1737.74</c:v>
                </c:pt>
                <c:pt idx="93">
                  <c:v>1750.88</c:v>
                </c:pt>
                <c:pt idx="94">
                  <c:v>1760.45</c:v>
                </c:pt>
                <c:pt idx="95">
                  <c:v>1766.16</c:v>
                </c:pt>
                <c:pt idx="96">
                  <c:v>1767.81</c:v>
                </c:pt>
                <c:pt idx="97">
                  <c:v>1765.35</c:v>
                </c:pt>
                <c:pt idx="98">
                  <c:v>1758.79</c:v>
                </c:pt>
                <c:pt idx="99">
                  <c:v>1748.3</c:v>
                </c:pt>
                <c:pt idx="100">
                  <c:v>1734.12</c:v>
                </c:pt>
                <c:pt idx="101">
                  <c:v>1716.62</c:v>
                </c:pt>
                <c:pt idx="102">
                  <c:v>1696.24</c:v>
                </c:pt>
                <c:pt idx="103">
                  <c:v>1673.51</c:v>
                </c:pt>
                <c:pt idx="104">
                  <c:v>1649.02</c:v>
                </c:pt>
                <c:pt idx="105">
                  <c:v>1623.4</c:v>
                </c:pt>
                <c:pt idx="106">
                  <c:v>1597.31</c:v>
                </c:pt>
                <c:pt idx="107">
                  <c:v>1571.42</c:v>
                </c:pt>
                <c:pt idx="108">
                  <c:v>1546.4</c:v>
                </c:pt>
                <c:pt idx="109">
                  <c:v>1522.88</c:v>
                </c:pt>
                <c:pt idx="110">
                  <c:v>1501.45</c:v>
                </c:pt>
                <c:pt idx="111">
                  <c:v>1482.64</c:v>
                </c:pt>
                <c:pt idx="112">
                  <c:v>1466.91</c:v>
                </c:pt>
                <c:pt idx="113">
                  <c:v>1454.62</c:v>
                </c:pt>
                <c:pt idx="114">
                  <c:v>1446.06</c:v>
                </c:pt>
                <c:pt idx="115">
                  <c:v>1441.38</c:v>
                </c:pt>
                <c:pt idx="116">
                  <c:v>1440.65</c:v>
                </c:pt>
                <c:pt idx="117">
                  <c:v>1443.82</c:v>
                </c:pt>
                <c:pt idx="118">
                  <c:v>1450.74</c:v>
                </c:pt>
                <c:pt idx="119">
                  <c:v>1461.17</c:v>
                </c:pt>
                <c:pt idx="120">
                  <c:v>1474.75</c:v>
                </c:pt>
                <c:pt idx="121">
                  <c:v>1491.05</c:v>
                </c:pt>
                <c:pt idx="122">
                  <c:v>1509.58</c:v>
                </c:pt>
                <c:pt idx="123">
                  <c:v>1529.78</c:v>
                </c:pt>
                <c:pt idx="124">
                  <c:v>1551.06</c:v>
                </c:pt>
                <c:pt idx="125">
                  <c:v>1572.79</c:v>
                </c:pt>
                <c:pt idx="126">
                  <c:v>1594.36</c:v>
                </c:pt>
                <c:pt idx="127">
                  <c:v>1615.16</c:v>
                </c:pt>
                <c:pt idx="128">
                  <c:v>1634.59</c:v>
                </c:pt>
                <c:pt idx="129">
                  <c:v>1652.12</c:v>
                </c:pt>
                <c:pt idx="130">
                  <c:v>1667.28</c:v>
                </c:pt>
                <c:pt idx="131">
                  <c:v>1679.66</c:v>
                </c:pt>
                <c:pt idx="132">
                  <c:v>1688.93</c:v>
                </c:pt>
                <c:pt idx="133">
                  <c:v>1694.87</c:v>
                </c:pt>
                <c:pt idx="134">
                  <c:v>1697.34</c:v>
                </c:pt>
                <c:pt idx="135">
                  <c:v>1696.33</c:v>
                </c:pt>
                <c:pt idx="136">
                  <c:v>1691.9</c:v>
                </c:pt>
                <c:pt idx="137">
                  <c:v>1684.23</c:v>
                </c:pt>
                <c:pt idx="138">
                  <c:v>1673.58</c:v>
                </c:pt>
                <c:pt idx="139">
                  <c:v>1660.32</c:v>
                </c:pt>
                <c:pt idx="140">
                  <c:v>1644.88</c:v>
                </c:pt>
                <c:pt idx="141">
                  <c:v>1627.74</c:v>
                </c:pt>
                <c:pt idx="142">
                  <c:v>1609.46</c:v>
                </c:pt>
                <c:pt idx="143">
                  <c:v>1590.62</c:v>
                </c:pt>
                <c:pt idx="144">
                  <c:v>1571.82</c:v>
                </c:pt>
                <c:pt idx="145">
                  <c:v>1553.65</c:v>
                </c:pt>
                <c:pt idx="146">
                  <c:v>1536.69</c:v>
                </c:pt>
                <c:pt idx="147">
                  <c:v>1521.5</c:v>
                </c:pt>
                <c:pt idx="148">
                  <c:v>1508.58</c:v>
                </c:pt>
                <c:pt idx="149">
                  <c:v>1498.35</c:v>
                </c:pt>
                <c:pt idx="150">
                  <c:v>1491.19</c:v>
                </c:pt>
                <c:pt idx="151">
                  <c:v>1487.36</c:v>
                </c:pt>
                <c:pt idx="152">
                  <c:v>1487.05</c:v>
                </c:pt>
                <c:pt idx="153">
                  <c:v>1490.33</c:v>
                </c:pt>
                <c:pt idx="154">
                  <c:v>1497.18</c:v>
                </c:pt>
                <c:pt idx="155">
                  <c:v>1507.48</c:v>
                </c:pt>
                <c:pt idx="156">
                  <c:v>1521</c:v>
                </c:pt>
                <c:pt idx="157">
                  <c:v>1537.42</c:v>
                </c:pt>
                <c:pt idx="158">
                  <c:v>1556.33</c:v>
                </c:pt>
                <c:pt idx="159">
                  <c:v>1577.26</c:v>
                </c:pt>
                <c:pt idx="160">
                  <c:v>1599.67</c:v>
                </c:pt>
                <c:pt idx="161">
                  <c:v>1622.97</c:v>
                </c:pt>
                <c:pt idx="162">
                  <c:v>1646.55</c:v>
                </c:pt>
                <c:pt idx="163">
                  <c:v>1669.77</c:v>
                </c:pt>
                <c:pt idx="164">
                  <c:v>1692.01</c:v>
                </c:pt>
                <c:pt idx="165">
                  <c:v>1712.67</c:v>
                </c:pt>
                <c:pt idx="166">
                  <c:v>1731.19</c:v>
                </c:pt>
                <c:pt idx="167">
                  <c:v>1747.04</c:v>
                </c:pt>
                <c:pt idx="168">
                  <c:v>1759.8</c:v>
                </c:pt>
                <c:pt idx="169">
                  <c:v>1769.11</c:v>
                </c:pt>
                <c:pt idx="170">
                  <c:v>1774.69</c:v>
                </c:pt>
                <c:pt idx="171">
                  <c:v>1776.37</c:v>
                </c:pt>
                <c:pt idx="172">
                  <c:v>1774.11</c:v>
                </c:pt>
                <c:pt idx="173">
                  <c:v>1767.93</c:v>
                </c:pt>
                <c:pt idx="174">
                  <c:v>1757.99</c:v>
                </c:pt>
                <c:pt idx="175">
                  <c:v>1744.53</c:v>
                </c:pt>
                <c:pt idx="176">
                  <c:v>1727.91</c:v>
                </c:pt>
                <c:pt idx="177">
                  <c:v>1708.56</c:v>
                </c:pt>
                <c:pt idx="178">
                  <c:v>1686.97</c:v>
                </c:pt>
                <c:pt idx="179">
                  <c:v>1663.73</c:v>
                </c:pt>
                <c:pt idx="180">
                  <c:v>1639.42</c:v>
                </c:pt>
                <c:pt idx="181">
                  <c:v>1614.7</c:v>
                </c:pt>
                <c:pt idx="182">
                  <c:v>1590.21</c:v>
                </c:pt>
                <c:pt idx="183">
                  <c:v>1566.59</c:v>
                </c:pt>
                <c:pt idx="184">
                  <c:v>1544.45</c:v>
                </c:pt>
                <c:pt idx="185">
                  <c:v>1524.36</c:v>
                </c:pt>
                <c:pt idx="186">
                  <c:v>1506.83</c:v>
                </c:pt>
                <c:pt idx="187">
                  <c:v>1492.3</c:v>
                </c:pt>
                <c:pt idx="188">
                  <c:v>1481.13</c:v>
                </c:pt>
                <c:pt idx="189">
                  <c:v>1473.57</c:v>
                </c:pt>
                <c:pt idx="190">
                  <c:v>1469.78</c:v>
                </c:pt>
                <c:pt idx="191">
                  <c:v>1469.81</c:v>
                </c:pt>
                <c:pt idx="192">
                  <c:v>1473.6</c:v>
                </c:pt>
                <c:pt idx="193">
                  <c:v>1481</c:v>
                </c:pt>
                <c:pt idx="194">
                  <c:v>1491.75</c:v>
                </c:pt>
                <c:pt idx="195">
                  <c:v>1505.48</c:v>
                </c:pt>
                <c:pt idx="196">
                  <c:v>1521.77</c:v>
                </c:pt>
                <c:pt idx="197">
                  <c:v>1540.1</c:v>
                </c:pt>
                <c:pt idx="198">
                  <c:v>1559.92</c:v>
                </c:pt>
                <c:pt idx="199">
                  <c:v>1580.63</c:v>
                </c:pt>
                <c:pt idx="200">
                  <c:v>1601.6</c:v>
                </c:pt>
                <c:pt idx="201">
                  <c:v>1622.22</c:v>
                </c:pt>
                <c:pt idx="202">
                  <c:v>1641.86</c:v>
                </c:pt>
                <c:pt idx="203">
                  <c:v>1659.96</c:v>
                </c:pt>
                <c:pt idx="204">
                  <c:v>1675.99</c:v>
                </c:pt>
                <c:pt idx="205">
                  <c:v>1689.47</c:v>
                </c:pt>
                <c:pt idx="206">
                  <c:v>1700.03</c:v>
                </c:pt>
                <c:pt idx="207">
                  <c:v>1707.36</c:v>
                </c:pt>
                <c:pt idx="208">
                  <c:v>1711.26</c:v>
                </c:pt>
                <c:pt idx="209">
                  <c:v>1711.64</c:v>
                </c:pt>
                <c:pt idx="210">
                  <c:v>1708.5</c:v>
                </c:pt>
                <c:pt idx="211">
                  <c:v>1701.96</c:v>
                </c:pt>
                <c:pt idx="212">
                  <c:v>1692.23</c:v>
                </c:pt>
                <c:pt idx="213">
                  <c:v>1679.62</c:v>
                </c:pt>
                <c:pt idx="214">
                  <c:v>1664.53</c:v>
                </c:pt>
                <c:pt idx="215">
                  <c:v>1647.44</c:v>
                </c:pt>
                <c:pt idx="216">
                  <c:v>1628.88</c:v>
                </c:pt>
                <c:pt idx="217">
                  <c:v>1609.42</c:v>
                </c:pt>
                <c:pt idx="218">
                  <c:v>1589.69</c:v>
                </c:pt>
                <c:pt idx="219">
                  <c:v>1570.29</c:v>
                </c:pt>
                <c:pt idx="220">
                  <c:v>1551.84</c:v>
                </c:pt>
                <c:pt idx="221">
                  <c:v>1534.92</c:v>
                </c:pt>
                <c:pt idx="222">
                  <c:v>1520.07</c:v>
                </c:pt>
                <c:pt idx="223">
                  <c:v>1507.78</c:v>
                </c:pt>
                <c:pt idx="224">
                  <c:v>1498.44</c:v>
                </c:pt>
                <c:pt idx="225">
                  <c:v>1492.39</c:v>
                </c:pt>
                <c:pt idx="226">
                  <c:v>1489.84</c:v>
                </c:pt>
                <c:pt idx="227">
                  <c:v>1490.91</c:v>
                </c:pt>
                <c:pt idx="228">
                  <c:v>1495.62</c:v>
                </c:pt>
                <c:pt idx="229">
                  <c:v>1503.88</c:v>
                </c:pt>
                <c:pt idx="230">
                  <c:v>1515.47</c:v>
                </c:pt>
                <c:pt idx="231">
                  <c:v>1530.1</c:v>
                </c:pt>
                <c:pt idx="232">
                  <c:v>1547.38</c:v>
                </c:pt>
                <c:pt idx="233">
                  <c:v>1566.82</c:v>
                </c:pt>
                <c:pt idx="234">
                  <c:v>1587.89</c:v>
                </c:pt>
                <c:pt idx="235">
                  <c:v>1609.99</c:v>
                </c:pt>
                <c:pt idx="236">
                  <c:v>1632.49</c:v>
                </c:pt>
                <c:pt idx="237">
                  <c:v>1654.75</c:v>
                </c:pt>
                <c:pt idx="238">
                  <c:v>1676.12</c:v>
                </c:pt>
                <c:pt idx="239">
                  <c:v>1695.98</c:v>
                </c:pt>
                <c:pt idx="240">
                  <c:v>1713.76</c:v>
                </c:pt>
                <c:pt idx="241">
                  <c:v>1728.93</c:v>
                </c:pt>
                <c:pt idx="242">
                  <c:v>1741.03</c:v>
                </c:pt>
                <c:pt idx="243">
                  <c:v>1749.7</c:v>
                </c:pt>
                <c:pt idx="244">
                  <c:v>1754.67</c:v>
                </c:pt>
                <c:pt idx="245">
                  <c:v>1755.78</c:v>
                </c:pt>
                <c:pt idx="246">
                  <c:v>1752.97</c:v>
                </c:pt>
                <c:pt idx="247">
                  <c:v>1746.3</c:v>
                </c:pt>
                <c:pt idx="248">
                  <c:v>1735.94</c:v>
                </c:pt>
                <c:pt idx="249">
                  <c:v>1722.17</c:v>
                </c:pt>
                <c:pt idx="250">
                  <c:v>1705.36</c:v>
                </c:pt>
                <c:pt idx="251">
                  <c:v>1685.97</c:v>
                </c:pt>
                <c:pt idx="252">
                  <c:v>1664.55</c:v>
                </c:pt>
                <c:pt idx="253">
                  <c:v>1641.68</c:v>
                </c:pt>
                <c:pt idx="254">
                  <c:v>1618.01</c:v>
                </c:pt>
                <c:pt idx="255">
                  <c:v>1594.2</c:v>
                </c:pt>
                <c:pt idx="256">
                  <c:v>1570.92</c:v>
                </c:pt>
                <c:pt idx="257">
                  <c:v>1548.83</c:v>
                </c:pt>
                <c:pt idx="258">
                  <c:v>1528.54</c:v>
                </c:pt>
                <c:pt idx="259">
                  <c:v>1510.63</c:v>
                </c:pt>
                <c:pt idx="260">
                  <c:v>1495.61</c:v>
                </c:pt>
                <c:pt idx="261">
                  <c:v>1483.88</c:v>
                </c:pt>
                <c:pt idx="262">
                  <c:v>1475.78</c:v>
                </c:pt>
                <c:pt idx="263">
                  <c:v>1471.54</c:v>
                </c:pt>
                <c:pt idx="264">
                  <c:v>1471.27</c:v>
                </c:pt>
                <c:pt idx="265">
                  <c:v>1474.96</c:v>
                </c:pt>
                <c:pt idx="266">
                  <c:v>1482.5</c:v>
                </c:pt>
                <c:pt idx="267">
                  <c:v>1493.68</c:v>
                </c:pt>
                <c:pt idx="268">
                  <c:v>1508.16</c:v>
                </c:pt>
                <c:pt idx="269">
                  <c:v>1525.53</c:v>
                </c:pt>
                <c:pt idx="270">
                  <c:v>1545.28</c:v>
                </c:pt>
                <c:pt idx="271">
                  <c:v>1566.84</c:v>
                </c:pt>
                <c:pt idx="272">
                  <c:v>1589.59</c:v>
                </c:pt>
                <c:pt idx="273">
                  <c:v>1612.87</c:v>
                </c:pt>
                <c:pt idx="274">
                  <c:v>1636</c:v>
                </c:pt>
                <c:pt idx="275">
                  <c:v>1658.32</c:v>
                </c:pt>
                <c:pt idx="276">
                  <c:v>1679.19</c:v>
                </c:pt>
                <c:pt idx="277">
                  <c:v>1697.99</c:v>
                </c:pt>
                <c:pt idx="278">
                  <c:v>1714.17</c:v>
                </c:pt>
                <c:pt idx="279">
                  <c:v>1727.26</c:v>
                </c:pt>
                <c:pt idx="280">
                  <c:v>1736.87</c:v>
                </c:pt>
                <c:pt idx="281">
                  <c:v>1742.7</c:v>
                </c:pt>
                <c:pt idx="282">
                  <c:v>1744.55</c:v>
                </c:pt>
                <c:pt idx="283">
                  <c:v>1742.36</c:v>
                </c:pt>
                <c:pt idx="284">
                  <c:v>1736.14</c:v>
                </c:pt>
                <c:pt idx="285">
                  <c:v>1726.03</c:v>
                </c:pt>
                <c:pt idx="286">
                  <c:v>1712.29</c:v>
                </c:pt>
                <c:pt idx="287">
                  <c:v>1695.25</c:v>
                </c:pt>
                <c:pt idx="288">
                  <c:v>1675.34</c:v>
                </c:pt>
                <c:pt idx="289">
                  <c:v>1653.08</c:v>
                </c:pt>
                <c:pt idx="290">
                  <c:v>1629.02</c:v>
                </c:pt>
                <c:pt idx="291">
                  <c:v>1603.79</c:v>
                </c:pt>
                <c:pt idx="292">
                  <c:v>1578.02</c:v>
                </c:pt>
                <c:pt idx="293">
                  <c:v>1552.38</c:v>
                </c:pt>
                <c:pt idx="294">
                  <c:v>1527.5</c:v>
                </c:pt>
                <c:pt idx="295">
                  <c:v>1504.02</c:v>
                </c:pt>
                <c:pt idx="296">
                  <c:v>1482.51</c:v>
                </c:pt>
                <c:pt idx="297">
                  <c:v>1463.5</c:v>
                </c:pt>
                <c:pt idx="298">
                  <c:v>1447.44</c:v>
                </c:pt>
                <c:pt idx="299">
                  <c:v>1434.69</c:v>
                </c:pt>
                <c:pt idx="300">
                  <c:v>1425.55</c:v>
                </c:pt>
                <c:pt idx="301">
                  <c:v>1420.18</c:v>
                </c:pt>
                <c:pt idx="302">
                  <c:v>1418.66</c:v>
                </c:pt>
                <c:pt idx="303">
                  <c:v>1420.96</c:v>
                </c:pt>
                <c:pt idx="304">
                  <c:v>1426.95</c:v>
                </c:pt>
                <c:pt idx="305">
                  <c:v>1436.41</c:v>
                </c:pt>
                <c:pt idx="306">
                  <c:v>1449</c:v>
                </c:pt>
                <c:pt idx="307">
                  <c:v>1464.33</c:v>
                </c:pt>
                <c:pt idx="308">
                  <c:v>1481.93</c:v>
                </c:pt>
                <c:pt idx="309">
                  <c:v>1501.26</c:v>
                </c:pt>
                <c:pt idx="310">
                  <c:v>1521.76</c:v>
                </c:pt>
                <c:pt idx="311">
                  <c:v>1542.84</c:v>
                </c:pt>
                <c:pt idx="312">
                  <c:v>1563.89</c:v>
                </c:pt>
                <c:pt idx="313">
                  <c:v>1584.32</c:v>
                </c:pt>
                <c:pt idx="314">
                  <c:v>1603.55</c:v>
                </c:pt>
                <c:pt idx="315">
                  <c:v>1621.07</c:v>
                </c:pt>
                <c:pt idx="316">
                  <c:v>1636.39</c:v>
                </c:pt>
                <c:pt idx="317">
                  <c:v>1649.11</c:v>
                </c:pt>
                <c:pt idx="318">
                  <c:v>1658.91</c:v>
                </c:pt>
                <c:pt idx="319">
                  <c:v>1665.54</c:v>
                </c:pt>
                <c:pt idx="320">
                  <c:v>1668.85</c:v>
                </c:pt>
                <c:pt idx="321">
                  <c:v>1668.79</c:v>
                </c:pt>
                <c:pt idx="322">
                  <c:v>1665.42</c:v>
                </c:pt>
                <c:pt idx="323">
                  <c:v>1658.87</c:v>
                </c:pt>
                <c:pt idx="324">
                  <c:v>1649.39</c:v>
                </c:pt>
                <c:pt idx="325">
                  <c:v>1637.29</c:v>
                </c:pt>
                <c:pt idx="326">
                  <c:v>1622.97</c:v>
                </c:pt>
                <c:pt idx="327">
                  <c:v>1606.88</c:v>
                </c:pt>
                <c:pt idx="328">
                  <c:v>1589.55</c:v>
                </c:pt>
                <c:pt idx="329">
                  <c:v>1571.51</c:v>
                </c:pt>
                <c:pt idx="330">
                  <c:v>1553.34</c:v>
                </c:pt>
                <c:pt idx="331">
                  <c:v>1535.6</c:v>
                </c:pt>
                <c:pt idx="332">
                  <c:v>1518.87</c:v>
                </c:pt>
                <c:pt idx="333">
                  <c:v>1503.67</c:v>
                </c:pt>
                <c:pt idx="334">
                  <c:v>1490.51</c:v>
                </c:pt>
                <c:pt idx="335">
                  <c:v>1479.81</c:v>
                </c:pt>
                <c:pt idx="336">
                  <c:v>1471.94</c:v>
                </c:pt>
                <c:pt idx="337">
                  <c:v>1467.2</c:v>
                </c:pt>
                <c:pt idx="338">
                  <c:v>1465.78</c:v>
                </c:pt>
                <c:pt idx="339">
                  <c:v>1467.8</c:v>
                </c:pt>
                <c:pt idx="340">
                  <c:v>1473.26</c:v>
                </c:pt>
                <c:pt idx="341">
                  <c:v>1482.09</c:v>
                </c:pt>
                <c:pt idx="342">
                  <c:v>1494.1</c:v>
                </c:pt>
                <c:pt idx="343">
                  <c:v>1509.01</c:v>
                </c:pt>
                <c:pt idx="344">
                  <c:v>1526.48</c:v>
                </c:pt>
                <c:pt idx="345">
                  <c:v>1546.07</c:v>
                </c:pt>
                <c:pt idx="346">
                  <c:v>1567.3</c:v>
                </c:pt>
                <c:pt idx="347">
                  <c:v>1589.61</c:v>
                </c:pt>
                <c:pt idx="348">
                  <c:v>1612.44</c:v>
                </c:pt>
                <c:pt idx="349">
                  <c:v>1635.19</c:v>
                </c:pt>
                <c:pt idx="350">
                  <c:v>1657.26</c:v>
                </c:pt>
                <c:pt idx="351">
                  <c:v>1678.06</c:v>
                </c:pt>
                <c:pt idx="352">
                  <c:v>1697.04</c:v>
                </c:pt>
                <c:pt idx="353">
                  <c:v>1713.69</c:v>
                </c:pt>
                <c:pt idx="354">
                  <c:v>1727.55</c:v>
                </c:pt>
                <c:pt idx="355">
                  <c:v>1738.24</c:v>
                </c:pt>
                <c:pt idx="356">
                  <c:v>1745.46</c:v>
                </c:pt>
                <c:pt idx="357">
                  <c:v>1749</c:v>
                </c:pt>
                <c:pt idx="358">
                  <c:v>1748.74</c:v>
                </c:pt>
                <c:pt idx="359">
                  <c:v>1744.66</c:v>
                </c:pt>
                <c:pt idx="360">
                  <c:v>1736.86</c:v>
                </c:pt>
                <c:pt idx="361">
                  <c:v>1725.51</c:v>
                </c:pt>
                <c:pt idx="362">
                  <c:v>1710.88</c:v>
                </c:pt>
                <c:pt idx="363">
                  <c:v>1693.33</c:v>
                </c:pt>
                <c:pt idx="364">
                  <c:v>1673.3</c:v>
                </c:pt>
                <c:pt idx="365">
                  <c:v>1651.29</c:v>
                </c:pt>
                <c:pt idx="366">
                  <c:v>1627.84</c:v>
                </c:pt>
                <c:pt idx="367">
                  <c:v>1603.55</c:v>
                </c:pt>
                <c:pt idx="368">
                  <c:v>1579.03</c:v>
                </c:pt>
                <c:pt idx="369">
                  <c:v>1554.88</c:v>
                </c:pt>
                <c:pt idx="370">
                  <c:v>1531.71</c:v>
                </c:pt>
                <c:pt idx="371">
                  <c:v>1510.08</c:v>
                </c:pt>
                <c:pt idx="372">
                  <c:v>1490.53</c:v>
                </c:pt>
                <c:pt idx="373">
                  <c:v>1473.54</c:v>
                </c:pt>
                <c:pt idx="374">
                  <c:v>1459.49</c:v>
                </c:pt>
                <c:pt idx="375">
                  <c:v>1448.71</c:v>
                </c:pt>
                <c:pt idx="376">
                  <c:v>1441.44</c:v>
                </c:pt>
                <c:pt idx="377">
                  <c:v>1437.81</c:v>
                </c:pt>
                <c:pt idx="378">
                  <c:v>1437.87</c:v>
                </c:pt>
                <c:pt idx="379">
                  <c:v>1441.55</c:v>
                </c:pt>
                <c:pt idx="380">
                  <c:v>1448.7</c:v>
                </c:pt>
                <c:pt idx="381">
                  <c:v>1459.06</c:v>
                </c:pt>
                <c:pt idx="382">
                  <c:v>1472.32</c:v>
                </c:pt>
                <c:pt idx="383">
                  <c:v>1488.06</c:v>
                </c:pt>
                <c:pt idx="384">
                  <c:v>1505.81</c:v>
                </c:pt>
                <c:pt idx="385">
                  <c:v>1525.05</c:v>
                </c:pt>
                <c:pt idx="386">
                  <c:v>1545.21</c:v>
                </c:pt>
                <c:pt idx="387">
                  <c:v>1565.73</c:v>
                </c:pt>
                <c:pt idx="388">
                  <c:v>1586.02</c:v>
                </c:pt>
                <c:pt idx="389">
                  <c:v>1605.5</c:v>
                </c:pt>
                <c:pt idx="390">
                  <c:v>1623.64</c:v>
                </c:pt>
                <c:pt idx="391">
                  <c:v>1639.93</c:v>
                </c:pt>
                <c:pt idx="392">
                  <c:v>1653.93</c:v>
                </c:pt>
                <c:pt idx="393">
                  <c:v>1665.27</c:v>
                </c:pt>
                <c:pt idx="394">
                  <c:v>1673.66</c:v>
                </c:pt>
                <c:pt idx="395">
                  <c:v>1678.87</c:v>
                </c:pt>
                <c:pt idx="396">
                  <c:v>1680.8</c:v>
                </c:pt>
                <c:pt idx="397">
                  <c:v>1679.43</c:v>
                </c:pt>
                <c:pt idx="398">
                  <c:v>1674.84</c:v>
                </c:pt>
                <c:pt idx="399">
                  <c:v>1667.18</c:v>
                </c:pt>
                <c:pt idx="400">
                  <c:v>1656.73</c:v>
                </c:pt>
                <c:pt idx="401">
                  <c:v>1643.83</c:v>
                </c:pt>
                <c:pt idx="402">
                  <c:v>1628.88</c:v>
                </c:pt>
                <c:pt idx="403">
                  <c:v>1612.35</c:v>
                </c:pt>
                <c:pt idx="404">
                  <c:v>1594.77</c:v>
                </c:pt>
                <c:pt idx="405">
                  <c:v>1576.68</c:v>
                </c:pt>
                <c:pt idx="406">
                  <c:v>1558.65</c:v>
                </c:pt>
                <c:pt idx="407">
                  <c:v>1541.24</c:v>
                </c:pt>
                <c:pt idx="408">
                  <c:v>1524.99</c:v>
                </c:pt>
                <c:pt idx="409">
                  <c:v>1510.42</c:v>
                </c:pt>
                <c:pt idx="410">
                  <c:v>1498</c:v>
                </c:pt>
                <c:pt idx="411">
                  <c:v>1488.13</c:v>
                </c:pt>
                <c:pt idx="412">
                  <c:v>1481.15</c:v>
                </c:pt>
                <c:pt idx="413">
                  <c:v>1477.31</c:v>
                </c:pt>
                <c:pt idx="414">
                  <c:v>1476.77</c:v>
                </c:pt>
                <c:pt idx="415">
                  <c:v>1479.59</c:v>
                </c:pt>
                <c:pt idx="416">
                  <c:v>1485.76</c:v>
                </c:pt>
                <c:pt idx="417">
                  <c:v>1495.14</c:v>
                </c:pt>
                <c:pt idx="418">
                  <c:v>1507.51</c:v>
                </c:pt>
                <c:pt idx="419">
                  <c:v>1522.57</c:v>
                </c:pt>
                <c:pt idx="420">
                  <c:v>1539.94</c:v>
                </c:pt>
                <c:pt idx="421">
                  <c:v>1559.17</c:v>
                </c:pt>
                <c:pt idx="422">
                  <c:v>1579.74</c:v>
                </c:pt>
                <c:pt idx="423">
                  <c:v>1601.1</c:v>
                </c:pt>
                <c:pt idx="424">
                  <c:v>1622.69</c:v>
                </c:pt>
                <c:pt idx="425">
                  <c:v>1643.92</c:v>
                </c:pt>
                <c:pt idx="426">
                  <c:v>1664.2</c:v>
                </c:pt>
                <c:pt idx="427">
                  <c:v>1682.98</c:v>
                </c:pt>
                <c:pt idx="428">
                  <c:v>1699.75</c:v>
                </c:pt>
                <c:pt idx="429">
                  <c:v>1714.03</c:v>
                </c:pt>
                <c:pt idx="430">
                  <c:v>1725.42</c:v>
                </c:pt>
                <c:pt idx="431">
                  <c:v>1733.6</c:v>
                </c:pt>
                <c:pt idx="432">
                  <c:v>1738.34</c:v>
                </c:pt>
                <c:pt idx="433">
                  <c:v>1739.47</c:v>
                </c:pt>
                <c:pt idx="434">
                  <c:v>1736.97</c:v>
                </c:pt>
                <c:pt idx="435">
                  <c:v>1730.86</c:v>
                </c:pt>
                <c:pt idx="436">
                  <c:v>1721.31</c:v>
                </c:pt>
                <c:pt idx="437">
                  <c:v>1708.54</c:v>
                </c:pt>
                <c:pt idx="438">
                  <c:v>1692.89</c:v>
                </c:pt>
                <c:pt idx="439">
                  <c:v>1674.75</c:v>
                </c:pt>
                <c:pt idx="440">
                  <c:v>1654.58</c:v>
                </c:pt>
                <c:pt idx="441">
                  <c:v>1632.92</c:v>
                </c:pt>
                <c:pt idx="442">
                  <c:v>1610.32</c:v>
                </c:pt>
                <c:pt idx="443">
                  <c:v>1587.36</c:v>
                </c:pt>
                <c:pt idx="444">
                  <c:v>1564.63</c:v>
                </c:pt>
                <c:pt idx="445">
                  <c:v>1542.71</c:v>
                </c:pt>
                <c:pt idx="446">
                  <c:v>1522.16</c:v>
                </c:pt>
                <c:pt idx="447">
                  <c:v>1503.51</c:v>
                </c:pt>
                <c:pt idx="448">
                  <c:v>1487.2</c:v>
                </c:pt>
                <c:pt idx="449">
                  <c:v>1473.64</c:v>
                </c:pt>
                <c:pt idx="450">
                  <c:v>1463.15</c:v>
                </c:pt>
                <c:pt idx="451">
                  <c:v>1455.97</c:v>
                </c:pt>
                <c:pt idx="452">
                  <c:v>1452.23</c:v>
                </c:pt>
                <c:pt idx="453">
                  <c:v>1452</c:v>
                </c:pt>
                <c:pt idx="454">
                  <c:v>1455.22</c:v>
                </c:pt>
                <c:pt idx="455">
                  <c:v>1461.76</c:v>
                </c:pt>
                <c:pt idx="456">
                  <c:v>1471.39</c:v>
                </c:pt>
                <c:pt idx="457">
                  <c:v>1483.8</c:v>
                </c:pt>
                <c:pt idx="458">
                  <c:v>1498.6</c:v>
                </c:pt>
                <c:pt idx="459">
                  <c:v>1515.36</c:v>
                </c:pt>
                <c:pt idx="460">
                  <c:v>1533.57</c:v>
                </c:pt>
                <c:pt idx="461">
                  <c:v>1552.72</c:v>
                </c:pt>
                <c:pt idx="462">
                  <c:v>1572.25</c:v>
                </c:pt>
                <c:pt idx="463">
                  <c:v>1591.6</c:v>
                </c:pt>
                <c:pt idx="464">
                  <c:v>1610.25</c:v>
                </c:pt>
                <c:pt idx="465">
                  <c:v>1627.66</c:v>
                </c:pt>
                <c:pt idx="466">
                  <c:v>1643.37</c:v>
                </c:pt>
                <c:pt idx="467">
                  <c:v>1656.95</c:v>
                </c:pt>
                <c:pt idx="468">
                  <c:v>1668.06</c:v>
                </c:pt>
                <c:pt idx="469">
                  <c:v>1676.39</c:v>
                </c:pt>
                <c:pt idx="470">
                  <c:v>1681.77</c:v>
                </c:pt>
                <c:pt idx="471">
                  <c:v>1684.07</c:v>
                </c:pt>
                <c:pt idx="472">
                  <c:v>1683.27</c:v>
                </c:pt>
                <c:pt idx="473">
                  <c:v>1679.45</c:v>
                </c:pt>
                <c:pt idx="474">
                  <c:v>1672.77</c:v>
                </c:pt>
                <c:pt idx="475">
                  <c:v>1663.45</c:v>
                </c:pt>
                <c:pt idx="476">
                  <c:v>1651.83</c:v>
                </c:pt>
                <c:pt idx="477">
                  <c:v>1638.27</c:v>
                </c:pt>
                <c:pt idx="478">
                  <c:v>1623.23</c:v>
                </c:pt>
                <c:pt idx="479">
                  <c:v>1607.17</c:v>
                </c:pt>
                <c:pt idx="480">
                  <c:v>1590.61</c:v>
                </c:pt>
                <c:pt idx="481">
                  <c:v>1574.07</c:v>
                </c:pt>
                <c:pt idx="482">
                  <c:v>1558.07</c:v>
                </c:pt>
                <c:pt idx="483">
                  <c:v>1543.11</c:v>
                </c:pt>
                <c:pt idx="484">
                  <c:v>1529.67</c:v>
                </c:pt>
                <c:pt idx="485">
                  <c:v>1518.17</c:v>
                </c:pt>
                <c:pt idx="486">
                  <c:v>1509</c:v>
                </c:pt>
                <c:pt idx="487">
                  <c:v>1502.44</c:v>
                </c:pt>
                <c:pt idx="488">
                  <c:v>1498.74</c:v>
                </c:pt>
                <c:pt idx="489">
                  <c:v>1498.04</c:v>
                </c:pt>
                <c:pt idx="490">
                  <c:v>1500.4</c:v>
                </c:pt>
                <c:pt idx="491">
                  <c:v>1505.79</c:v>
                </c:pt>
                <c:pt idx="492">
                  <c:v>1514.09</c:v>
                </c:pt>
                <c:pt idx="493">
                  <c:v>1525.11</c:v>
                </c:pt>
                <c:pt idx="494">
                  <c:v>1538.56</c:v>
                </c:pt>
                <c:pt idx="495">
                  <c:v>1554.1</c:v>
                </c:pt>
                <c:pt idx="496">
                  <c:v>1571.31</c:v>
                </c:pt>
                <c:pt idx="497">
                  <c:v>1589.73</c:v>
                </c:pt>
                <c:pt idx="498">
                  <c:v>1608.87</c:v>
                </c:pt>
                <c:pt idx="499">
                  <c:v>1628.2</c:v>
                </c:pt>
                <c:pt idx="500">
                  <c:v>1647.21</c:v>
                </c:pt>
                <c:pt idx="501">
                  <c:v>1665.36</c:v>
                </c:pt>
                <c:pt idx="502">
                  <c:v>1682.16</c:v>
                </c:pt>
                <c:pt idx="503">
                  <c:v>1697.14</c:v>
                </c:pt>
                <c:pt idx="504">
                  <c:v>1709.9</c:v>
                </c:pt>
                <c:pt idx="505">
                  <c:v>1720.06</c:v>
                </c:pt>
                <c:pt idx="506">
                  <c:v>1727.36</c:v>
                </c:pt>
                <c:pt idx="507">
                  <c:v>1731.57</c:v>
                </c:pt>
                <c:pt idx="508">
                  <c:v>1732.58</c:v>
                </c:pt>
                <c:pt idx="509">
                  <c:v>1730.35</c:v>
                </c:pt>
                <c:pt idx="510">
                  <c:v>1724.92</c:v>
                </c:pt>
                <c:pt idx="511">
                  <c:v>1716.44</c:v>
                </c:pt>
                <c:pt idx="512">
                  <c:v>1705.12</c:v>
                </c:pt>
                <c:pt idx="513">
                  <c:v>1691.26</c:v>
                </c:pt>
                <c:pt idx="514">
                  <c:v>1675.22</c:v>
                </c:pt>
                <c:pt idx="515">
                  <c:v>1657.43</c:v>
                </c:pt>
                <c:pt idx="516">
                  <c:v>1638.35</c:v>
                </c:pt>
                <c:pt idx="517">
                  <c:v>1618.49</c:v>
                </c:pt>
                <c:pt idx="518">
                  <c:v>1598.36</c:v>
                </c:pt>
                <c:pt idx="519">
                  <c:v>1578.5</c:v>
                </c:pt>
                <c:pt idx="520">
                  <c:v>1559.42</c:v>
                </c:pt>
                <c:pt idx="521">
                  <c:v>1541.62</c:v>
                </c:pt>
                <c:pt idx="522">
                  <c:v>1525.56</c:v>
                </c:pt>
                <c:pt idx="523">
                  <c:v>1511.64</c:v>
                </c:pt>
                <c:pt idx="524">
                  <c:v>1500.2</c:v>
                </c:pt>
                <c:pt idx="525">
                  <c:v>1491.54</c:v>
                </c:pt>
                <c:pt idx="526">
                  <c:v>1485.83</c:v>
                </c:pt>
                <c:pt idx="527">
                  <c:v>1483.21</c:v>
                </c:pt>
                <c:pt idx="528">
                  <c:v>1483.7</c:v>
                </c:pt>
                <c:pt idx="529">
                  <c:v>1487.24</c:v>
                </c:pt>
                <c:pt idx="530">
                  <c:v>1493.7</c:v>
                </c:pt>
                <c:pt idx="531">
                  <c:v>1502.85</c:v>
                </c:pt>
                <c:pt idx="532">
                  <c:v>1514.39</c:v>
                </c:pt>
                <c:pt idx="533">
                  <c:v>1527.96</c:v>
                </c:pt>
                <c:pt idx="534">
                  <c:v>1543.15</c:v>
                </c:pt>
                <c:pt idx="535">
                  <c:v>1559.49</c:v>
                </c:pt>
                <c:pt idx="536">
                  <c:v>1576.49</c:v>
                </c:pt>
                <c:pt idx="537">
                  <c:v>1593.64</c:v>
                </c:pt>
                <c:pt idx="538">
                  <c:v>1610.43</c:v>
                </c:pt>
                <c:pt idx="539">
                  <c:v>1626.36</c:v>
                </c:pt>
                <c:pt idx="540">
                  <c:v>1640.97</c:v>
                </c:pt>
                <c:pt idx="541">
                  <c:v>1653.82</c:v>
                </c:pt>
                <c:pt idx="542">
                  <c:v>1664.52</c:v>
                </c:pt>
                <c:pt idx="543">
                  <c:v>1672.78</c:v>
                </c:pt>
                <c:pt idx="544">
                  <c:v>1678.34</c:v>
                </c:pt>
                <c:pt idx="545">
                  <c:v>1681.05</c:v>
                </c:pt>
                <c:pt idx="546">
                  <c:v>1680.83</c:v>
                </c:pt>
                <c:pt idx="547">
                  <c:v>1677.69</c:v>
                </c:pt>
                <c:pt idx="548">
                  <c:v>1671.73</c:v>
                </c:pt>
                <c:pt idx="549">
                  <c:v>1663.14</c:v>
                </c:pt>
                <c:pt idx="550">
                  <c:v>1652.18</c:v>
                </c:pt>
                <c:pt idx="551">
                  <c:v>1639.2</c:v>
                </c:pt>
                <c:pt idx="552">
                  <c:v>1624.58</c:v>
                </c:pt>
                <c:pt idx="553">
                  <c:v>1608.8</c:v>
                </c:pt>
                <c:pt idx="554">
                  <c:v>1592.34</c:v>
                </c:pt>
                <c:pt idx="555">
                  <c:v>1575.73</c:v>
                </c:pt>
                <c:pt idx="556">
                  <c:v>1559.49</c:v>
                </c:pt>
                <c:pt idx="557">
                  <c:v>1544.16</c:v>
                </c:pt>
                <c:pt idx="558">
                  <c:v>1530.24</c:v>
                </c:pt>
                <c:pt idx="559">
                  <c:v>1518.21</c:v>
                </c:pt>
                <c:pt idx="560">
                  <c:v>1508.48</c:v>
                </c:pt>
                <c:pt idx="561">
                  <c:v>1501.41</c:v>
                </c:pt>
                <c:pt idx="562">
                  <c:v>1497.3</c:v>
                </c:pt>
                <c:pt idx="563">
                  <c:v>1496.35</c:v>
                </c:pt>
                <c:pt idx="564">
                  <c:v>1498.67</c:v>
                </c:pt>
                <c:pt idx="565">
                  <c:v>1504.29</c:v>
                </c:pt>
                <c:pt idx="566">
                  <c:v>1513.14</c:v>
                </c:pt>
                <c:pt idx="567">
                  <c:v>1525.05</c:v>
                </c:pt>
                <c:pt idx="568">
                  <c:v>1539.75</c:v>
                </c:pt>
                <c:pt idx="569">
                  <c:v>1556.92</c:v>
                </c:pt>
                <c:pt idx="570">
                  <c:v>1576.12</c:v>
                </c:pt>
                <c:pt idx="571">
                  <c:v>1596.89</c:v>
                </c:pt>
                <c:pt idx="572">
                  <c:v>1618.67</c:v>
                </c:pt>
                <c:pt idx="573">
                  <c:v>1640.92</c:v>
                </c:pt>
                <c:pt idx="574">
                  <c:v>1663.02</c:v>
                </c:pt>
                <c:pt idx="575">
                  <c:v>1684.39</c:v>
                </c:pt>
                <c:pt idx="576">
                  <c:v>1704.43</c:v>
                </c:pt>
                <c:pt idx="577">
                  <c:v>1722.6</c:v>
                </c:pt>
                <c:pt idx="578">
                  <c:v>1738.37</c:v>
                </c:pt>
                <c:pt idx="579">
                  <c:v>1751.31</c:v>
                </c:pt>
                <c:pt idx="580">
                  <c:v>1761.02</c:v>
                </c:pt>
                <c:pt idx="581">
                  <c:v>1767.21</c:v>
                </c:pt>
                <c:pt idx="582">
                  <c:v>1769.68</c:v>
                </c:pt>
                <c:pt idx="583">
                  <c:v>1768.32</c:v>
                </c:pt>
                <c:pt idx="584">
                  <c:v>1763.14</c:v>
                </c:pt>
                <c:pt idx="585">
                  <c:v>1754.23</c:v>
                </c:pt>
                <c:pt idx="586">
                  <c:v>1741.81</c:v>
                </c:pt>
                <c:pt idx="587">
                  <c:v>1726.16</c:v>
                </c:pt>
                <c:pt idx="588">
                  <c:v>1707.69</c:v>
                </c:pt>
                <c:pt idx="589">
                  <c:v>1686.86</c:v>
                </c:pt>
                <c:pt idx="590">
                  <c:v>1664.21</c:v>
                </c:pt>
                <c:pt idx="591">
                  <c:v>1640.32</c:v>
                </c:pt>
                <c:pt idx="592">
                  <c:v>1615.82</c:v>
                </c:pt>
                <c:pt idx="593">
                  <c:v>1591.34</c:v>
                </c:pt>
                <c:pt idx="594">
                  <c:v>1567.54</c:v>
                </c:pt>
                <c:pt idx="595">
                  <c:v>1545.03</c:v>
                </c:pt>
                <c:pt idx="596">
                  <c:v>1524.4</c:v>
                </c:pt>
                <c:pt idx="597">
                  <c:v>1506.2</c:v>
                </c:pt>
                <c:pt idx="598">
                  <c:v>1490.9</c:v>
                </c:pt>
                <c:pt idx="599">
                  <c:v>1478.88</c:v>
                </c:pt>
                <c:pt idx="600">
                  <c:v>1470.47</c:v>
                </c:pt>
                <c:pt idx="601">
                  <c:v>1465.85</c:v>
                </c:pt>
                <c:pt idx="602">
                  <c:v>1465.14</c:v>
                </c:pt>
                <c:pt idx="603">
                  <c:v>1468.32</c:v>
                </c:pt>
                <c:pt idx="604">
                  <c:v>1475.29</c:v>
                </c:pt>
                <c:pt idx="605">
                  <c:v>1485.82</c:v>
                </c:pt>
                <c:pt idx="606">
                  <c:v>1499.59</c:v>
                </c:pt>
                <c:pt idx="607">
                  <c:v>1516.21</c:v>
                </c:pt>
                <c:pt idx="608">
                  <c:v>1535.19</c:v>
                </c:pt>
                <c:pt idx="609">
                  <c:v>1555.99</c:v>
                </c:pt>
                <c:pt idx="610">
                  <c:v>1578</c:v>
                </c:pt>
                <c:pt idx="611">
                  <c:v>1600.61</c:v>
                </c:pt>
                <c:pt idx="612">
                  <c:v>1623.17</c:v>
                </c:pt>
                <c:pt idx="613">
                  <c:v>1645.04</c:v>
                </c:pt>
                <c:pt idx="614">
                  <c:v>1665.61</c:v>
                </c:pt>
                <c:pt idx="615">
                  <c:v>1684.3</c:v>
                </c:pt>
                <c:pt idx="616">
                  <c:v>1700.6</c:v>
                </c:pt>
                <c:pt idx="617">
                  <c:v>1714.05</c:v>
                </c:pt>
                <c:pt idx="618">
                  <c:v>1724.29</c:v>
                </c:pt>
                <c:pt idx="619">
                  <c:v>1731.05</c:v>
                </c:pt>
                <c:pt idx="620">
                  <c:v>1734.15</c:v>
                </c:pt>
                <c:pt idx="621">
                  <c:v>1733.52</c:v>
                </c:pt>
                <c:pt idx="622">
                  <c:v>1729.21</c:v>
                </c:pt>
                <c:pt idx="623">
                  <c:v>1721.37</c:v>
                </c:pt>
                <c:pt idx="624">
                  <c:v>1710.24</c:v>
                </c:pt>
                <c:pt idx="625">
                  <c:v>1696.17</c:v>
                </c:pt>
                <c:pt idx="626">
                  <c:v>1679.58</c:v>
                </c:pt>
                <c:pt idx="627">
                  <c:v>1660.98</c:v>
                </c:pt>
                <c:pt idx="628">
                  <c:v>1640.92</c:v>
                </c:pt>
                <c:pt idx="629">
                  <c:v>1620.01</c:v>
                </c:pt>
                <c:pt idx="630">
                  <c:v>1598.87</c:v>
                </c:pt>
                <c:pt idx="631">
                  <c:v>1578.14</c:v>
                </c:pt>
                <c:pt idx="632">
                  <c:v>1558.43</c:v>
                </c:pt>
                <c:pt idx="633">
                  <c:v>1540.33</c:v>
                </c:pt>
                <c:pt idx="634">
                  <c:v>1524.4</c:v>
                </c:pt>
                <c:pt idx="635">
                  <c:v>1511.11</c:v>
                </c:pt>
                <c:pt idx="636">
                  <c:v>1500.87</c:v>
                </c:pt>
                <c:pt idx="637">
                  <c:v>1494</c:v>
                </c:pt>
                <c:pt idx="638">
                  <c:v>1490.73</c:v>
                </c:pt>
                <c:pt idx="639">
                  <c:v>1491.18</c:v>
                </c:pt>
                <c:pt idx="640">
                  <c:v>1495.35</c:v>
                </c:pt>
                <c:pt idx="641">
                  <c:v>1503.17</c:v>
                </c:pt>
                <c:pt idx="642">
                  <c:v>1514.42</c:v>
                </c:pt>
                <c:pt idx="643">
                  <c:v>1528.81</c:v>
                </c:pt>
                <c:pt idx="644">
                  <c:v>1545.95</c:v>
                </c:pt>
                <c:pt idx="645">
                  <c:v>1565.38</c:v>
                </c:pt>
                <c:pt idx="646">
                  <c:v>1586.56</c:v>
                </c:pt>
                <c:pt idx="647">
                  <c:v>1608.9</c:v>
                </c:pt>
                <c:pt idx="648">
                  <c:v>1631.79</c:v>
                </c:pt>
                <c:pt idx="649">
                  <c:v>1654.58</c:v>
                </c:pt>
                <c:pt idx="650">
                  <c:v>1676.63</c:v>
                </c:pt>
                <c:pt idx="651">
                  <c:v>1697.33</c:v>
                </c:pt>
                <c:pt idx="652">
                  <c:v>1716.09</c:v>
                </c:pt>
                <c:pt idx="653">
                  <c:v>1732.37</c:v>
                </c:pt>
                <c:pt idx="654">
                  <c:v>1745.72</c:v>
                </c:pt>
                <c:pt idx="655">
                  <c:v>1755.76</c:v>
                </c:pt>
                <c:pt idx="656">
                  <c:v>1762.18</c:v>
                </c:pt>
                <c:pt idx="657">
                  <c:v>1764.79</c:v>
                </c:pt>
                <c:pt idx="658">
                  <c:v>1763.51</c:v>
                </c:pt>
                <c:pt idx="659">
                  <c:v>1758.36</c:v>
                </c:pt>
                <c:pt idx="660">
                  <c:v>1749.45</c:v>
                </c:pt>
                <c:pt idx="661">
                  <c:v>1737.01</c:v>
                </c:pt>
                <c:pt idx="662">
                  <c:v>1721.38</c:v>
                </c:pt>
                <c:pt idx="663">
                  <c:v>1702.96</c:v>
                </c:pt>
                <c:pt idx="664">
                  <c:v>1682.24</c:v>
                </c:pt>
                <c:pt idx="665">
                  <c:v>1659.76</c:v>
                </c:pt>
                <c:pt idx="666">
                  <c:v>1636.13</c:v>
                </c:pt>
                <c:pt idx="667">
                  <c:v>1611.98</c:v>
                </c:pt>
                <c:pt idx="668">
                  <c:v>1587.93</c:v>
                </c:pt>
                <c:pt idx="669">
                  <c:v>1564.63</c:v>
                </c:pt>
                <c:pt idx="670">
                  <c:v>1542.69</c:v>
                </c:pt>
                <c:pt idx="671">
                  <c:v>1522.68</c:v>
                </c:pt>
                <c:pt idx="672">
                  <c:v>1505.12</c:v>
                </c:pt>
                <c:pt idx="673">
                  <c:v>1490.47</c:v>
                </c:pt>
                <c:pt idx="674">
                  <c:v>1479.08</c:v>
                </c:pt>
                <c:pt idx="675">
                  <c:v>1471.24</c:v>
                </c:pt>
                <c:pt idx="676">
                  <c:v>1467.12</c:v>
                </c:pt>
                <c:pt idx="677">
                  <c:v>1466.81</c:v>
                </c:pt>
                <c:pt idx="678">
                  <c:v>1470.27</c:v>
                </c:pt>
                <c:pt idx="679">
                  <c:v>1477.37</c:v>
                </c:pt>
                <c:pt idx="680">
                  <c:v>1487.89</c:v>
                </c:pt>
                <c:pt idx="681">
                  <c:v>1501.5</c:v>
                </c:pt>
                <c:pt idx="682">
                  <c:v>1517.79</c:v>
                </c:pt>
                <c:pt idx="683">
                  <c:v>1536.28</c:v>
                </c:pt>
                <c:pt idx="684">
                  <c:v>1556.45</c:v>
                </c:pt>
                <c:pt idx="685">
                  <c:v>1577.69</c:v>
                </c:pt>
                <c:pt idx="686">
                  <c:v>1599.42</c:v>
                </c:pt>
                <c:pt idx="687">
                  <c:v>1621</c:v>
                </c:pt>
                <c:pt idx="688">
                  <c:v>1641.83</c:v>
                </c:pt>
                <c:pt idx="689">
                  <c:v>1661.3</c:v>
                </c:pt>
                <c:pt idx="690">
                  <c:v>1678.88</c:v>
                </c:pt>
                <c:pt idx="691">
                  <c:v>1694.05</c:v>
                </c:pt>
                <c:pt idx="692">
                  <c:v>1706.39</c:v>
                </c:pt>
                <c:pt idx="693">
                  <c:v>1715.54</c:v>
                </c:pt>
                <c:pt idx="694">
                  <c:v>1721.22</c:v>
                </c:pt>
                <c:pt idx="695">
                  <c:v>1723.26</c:v>
                </c:pt>
                <c:pt idx="696">
                  <c:v>1721.58</c:v>
                </c:pt>
                <c:pt idx="697">
                  <c:v>1716.2</c:v>
                </c:pt>
                <c:pt idx="698">
                  <c:v>1707.24</c:v>
                </c:pt>
                <c:pt idx="699">
                  <c:v>1694.91</c:v>
                </c:pt>
                <c:pt idx="700">
                  <c:v>1679.51</c:v>
                </c:pt>
                <c:pt idx="701">
                  <c:v>1661.42</c:v>
                </c:pt>
                <c:pt idx="702">
                  <c:v>1641.09</c:v>
                </c:pt>
                <c:pt idx="703">
                  <c:v>1619.03</c:v>
                </c:pt>
                <c:pt idx="704">
                  <c:v>1595.78</c:v>
                </c:pt>
                <c:pt idx="705">
                  <c:v>1571.92</c:v>
                </c:pt>
                <c:pt idx="706">
                  <c:v>1548.05</c:v>
                </c:pt>
                <c:pt idx="707">
                  <c:v>1524.74</c:v>
                </c:pt>
                <c:pt idx="708">
                  <c:v>1502.57</c:v>
                </c:pt>
                <c:pt idx="709">
                  <c:v>1482.08</c:v>
                </c:pt>
                <c:pt idx="710">
                  <c:v>1463.75</c:v>
                </c:pt>
                <c:pt idx="711">
                  <c:v>1448.01</c:v>
                </c:pt>
                <c:pt idx="712">
                  <c:v>1435.23</c:v>
                </c:pt>
                <c:pt idx="713">
                  <c:v>1425.68</c:v>
                </c:pt>
                <c:pt idx="714">
                  <c:v>1419.56</c:v>
                </c:pt>
                <c:pt idx="715">
                  <c:v>1416.99</c:v>
                </c:pt>
                <c:pt idx="716">
                  <c:v>1417.96</c:v>
                </c:pt>
                <c:pt idx="717">
                  <c:v>1422.42</c:v>
                </c:pt>
                <c:pt idx="718">
                  <c:v>1430.18</c:v>
                </c:pt>
                <c:pt idx="719">
                  <c:v>1441.01</c:v>
                </c:pt>
                <c:pt idx="720">
                  <c:v>1454.58</c:v>
                </c:pt>
                <c:pt idx="721">
                  <c:v>1470.49</c:v>
                </c:pt>
                <c:pt idx="722">
                  <c:v>1488.3</c:v>
                </c:pt>
                <c:pt idx="723">
                  <c:v>1507.52</c:v>
                </c:pt>
                <c:pt idx="724">
                  <c:v>1527.62</c:v>
                </c:pt>
                <c:pt idx="725">
                  <c:v>1548.07</c:v>
                </c:pt>
                <c:pt idx="726">
                  <c:v>1568.33</c:v>
                </c:pt>
                <c:pt idx="727">
                  <c:v>1587.87</c:v>
                </c:pt>
                <c:pt idx="728">
                  <c:v>1606.19</c:v>
                </c:pt>
                <c:pt idx="729">
                  <c:v>1622.82</c:v>
                </c:pt>
                <c:pt idx="730">
                  <c:v>1637.36</c:v>
                </c:pt>
                <c:pt idx="731">
                  <c:v>1649.46</c:v>
                </c:pt>
                <c:pt idx="732">
                  <c:v>1658.84</c:v>
                </c:pt>
                <c:pt idx="733">
                  <c:v>1665.3</c:v>
                </c:pt>
                <c:pt idx="734">
                  <c:v>1668.74</c:v>
                </c:pt>
                <c:pt idx="735">
                  <c:v>1669.1</c:v>
                </c:pt>
                <c:pt idx="736">
                  <c:v>1666.46</c:v>
                </c:pt>
                <c:pt idx="737">
                  <c:v>1660.96</c:v>
                </c:pt>
                <c:pt idx="738">
                  <c:v>1652.8</c:v>
                </c:pt>
                <c:pt idx="739">
                  <c:v>1642.28</c:v>
                </c:pt>
                <c:pt idx="740">
                  <c:v>1629.75</c:v>
                </c:pt>
                <c:pt idx="741">
                  <c:v>1615.64</c:v>
                </c:pt>
                <c:pt idx="742">
                  <c:v>1600.39</c:v>
                </c:pt>
                <c:pt idx="743">
                  <c:v>1584.48</c:v>
                </c:pt>
                <c:pt idx="744">
                  <c:v>1568.42</c:v>
                </c:pt>
                <c:pt idx="745">
                  <c:v>1552.72</c:v>
                </c:pt>
                <c:pt idx="746">
                  <c:v>1537.86</c:v>
                </c:pt>
                <c:pt idx="747">
                  <c:v>1524.31</c:v>
                </c:pt>
                <c:pt idx="748">
                  <c:v>1512.51</c:v>
                </c:pt>
                <c:pt idx="749">
                  <c:v>1502.83</c:v>
                </c:pt>
                <c:pt idx="750">
                  <c:v>1495.6</c:v>
                </c:pt>
                <c:pt idx="751">
                  <c:v>1491.05</c:v>
                </c:pt>
                <c:pt idx="752">
                  <c:v>1489.37</c:v>
                </c:pt>
                <c:pt idx="753">
                  <c:v>1490.65</c:v>
                </c:pt>
                <c:pt idx="754">
                  <c:v>1494.87</c:v>
                </c:pt>
                <c:pt idx="755">
                  <c:v>1501.98</c:v>
                </c:pt>
                <c:pt idx="756">
                  <c:v>1511.79</c:v>
                </c:pt>
                <c:pt idx="757">
                  <c:v>1524.06</c:v>
                </c:pt>
                <c:pt idx="758">
                  <c:v>1538.48</c:v>
                </c:pt>
                <c:pt idx="759">
                  <c:v>1554.66</c:v>
                </c:pt>
                <c:pt idx="760">
                  <c:v>1572.17</c:v>
                </c:pt>
                <c:pt idx="761">
                  <c:v>1590.53</c:v>
                </c:pt>
                <c:pt idx="762">
                  <c:v>1609.22</c:v>
                </c:pt>
                <c:pt idx="763">
                  <c:v>1627.73</c:v>
                </c:pt>
                <c:pt idx="764">
                  <c:v>1645.53</c:v>
                </c:pt>
                <c:pt idx="765">
                  <c:v>1662.11</c:v>
                </c:pt>
                <c:pt idx="766">
                  <c:v>1677</c:v>
                </c:pt>
                <c:pt idx="767">
                  <c:v>1689.75</c:v>
                </c:pt>
                <c:pt idx="768">
                  <c:v>1699.98</c:v>
                </c:pt>
                <c:pt idx="769">
                  <c:v>1707.37</c:v>
                </c:pt>
                <c:pt idx="770">
                  <c:v>1711.68</c:v>
                </c:pt>
                <c:pt idx="771">
                  <c:v>1712.75</c:v>
                </c:pt>
                <c:pt idx="772">
                  <c:v>1710.5</c:v>
                </c:pt>
                <c:pt idx="773">
                  <c:v>1704.95</c:v>
                </c:pt>
                <c:pt idx="774">
                  <c:v>1696.2</c:v>
                </c:pt>
                <c:pt idx="775">
                  <c:v>1684.46</c:v>
                </c:pt>
                <c:pt idx="776">
                  <c:v>1669.98</c:v>
                </c:pt>
                <c:pt idx="777">
                  <c:v>1653.13</c:v>
                </c:pt>
                <c:pt idx="778">
                  <c:v>1634.33</c:v>
                </c:pt>
                <c:pt idx="779">
                  <c:v>1614.03</c:v>
                </c:pt>
                <c:pt idx="780">
                  <c:v>1592.75</c:v>
                </c:pt>
                <c:pt idx="781">
                  <c:v>1571.04</c:v>
                </c:pt>
                <c:pt idx="782">
                  <c:v>1549.45</c:v>
                </c:pt>
                <c:pt idx="783">
                  <c:v>1528.53</c:v>
                </c:pt>
                <c:pt idx="784">
                  <c:v>1508.81</c:v>
                </c:pt>
                <c:pt idx="785">
                  <c:v>1490.8</c:v>
                </c:pt>
                <c:pt idx="786">
                  <c:v>1474.94</c:v>
                </c:pt>
                <c:pt idx="787">
                  <c:v>1461.64</c:v>
                </c:pt>
                <c:pt idx="788">
                  <c:v>1451.23</c:v>
                </c:pt>
                <c:pt idx="789">
                  <c:v>1443.94</c:v>
                </c:pt>
                <c:pt idx="790">
                  <c:v>1439.95</c:v>
                </c:pt>
                <c:pt idx="791">
                  <c:v>1439.33</c:v>
                </c:pt>
                <c:pt idx="792">
                  <c:v>1442.05</c:v>
                </c:pt>
                <c:pt idx="793">
                  <c:v>1448</c:v>
                </c:pt>
                <c:pt idx="794">
                  <c:v>1457</c:v>
                </c:pt>
                <c:pt idx="795">
                  <c:v>1468.75</c:v>
                </c:pt>
                <c:pt idx="796">
                  <c:v>1482.9</c:v>
                </c:pt>
                <c:pt idx="797">
                  <c:v>1499.04</c:v>
                </c:pt>
                <c:pt idx="798">
                  <c:v>1516.69</c:v>
                </c:pt>
                <c:pt idx="799">
                  <c:v>1535.34</c:v>
                </c:pt>
                <c:pt idx="800">
                  <c:v>1554.47</c:v>
                </c:pt>
                <c:pt idx="801">
                  <c:v>1573.52</c:v>
                </c:pt>
                <c:pt idx="802">
                  <c:v>1591.97</c:v>
                </c:pt>
                <c:pt idx="803">
                  <c:v>1609.31</c:v>
                </c:pt>
                <c:pt idx="804">
                  <c:v>1625.04</c:v>
                </c:pt>
                <c:pt idx="805">
                  <c:v>1638.77</c:v>
                </c:pt>
                <c:pt idx="806">
                  <c:v>1650.11</c:v>
                </c:pt>
                <c:pt idx="807">
                  <c:v>1658.77</c:v>
                </c:pt>
                <c:pt idx="808">
                  <c:v>1664.56</c:v>
                </c:pt>
                <c:pt idx="809">
                  <c:v>1667.34</c:v>
                </c:pt>
                <c:pt idx="810">
                  <c:v>1667.09</c:v>
                </c:pt>
                <c:pt idx="811">
                  <c:v>1663.86</c:v>
                </c:pt>
                <c:pt idx="812">
                  <c:v>1657.8</c:v>
                </c:pt>
                <c:pt idx="813">
                  <c:v>1649.14</c:v>
                </c:pt>
                <c:pt idx="814">
                  <c:v>1638.19</c:v>
                </c:pt>
                <c:pt idx="815">
                  <c:v>1625.33</c:v>
                </c:pt>
                <c:pt idx="816">
                  <c:v>1610.99</c:v>
                </c:pt>
                <c:pt idx="817">
                  <c:v>1595.67</c:v>
                </c:pt>
                <c:pt idx="818">
                  <c:v>1579.86</c:v>
                </c:pt>
                <c:pt idx="819">
                  <c:v>1564.1</c:v>
                </c:pt>
                <c:pt idx="820">
                  <c:v>1548.9</c:v>
                </c:pt>
                <c:pt idx="821">
                  <c:v>1534.79</c:v>
                </c:pt>
                <c:pt idx="822">
                  <c:v>1522.24</c:v>
                </c:pt>
                <c:pt idx="823">
                  <c:v>1511.69</c:v>
                </c:pt>
                <c:pt idx="824">
                  <c:v>1503.51</c:v>
                </c:pt>
                <c:pt idx="825">
                  <c:v>1498.02</c:v>
                </c:pt>
                <c:pt idx="826">
                  <c:v>1495.44</c:v>
                </c:pt>
                <c:pt idx="827">
                  <c:v>1495.92</c:v>
                </c:pt>
                <c:pt idx="828">
                  <c:v>1499.5</c:v>
                </c:pt>
                <c:pt idx="829">
                  <c:v>1506.15</c:v>
                </c:pt>
                <c:pt idx="830">
                  <c:v>1515.75</c:v>
                </c:pt>
                <c:pt idx="831">
                  <c:v>1528.06</c:v>
                </c:pt>
                <c:pt idx="832">
                  <c:v>1542.79</c:v>
                </c:pt>
                <c:pt idx="833">
                  <c:v>1559.56</c:v>
                </c:pt>
                <c:pt idx="834">
                  <c:v>1577.93</c:v>
                </c:pt>
                <c:pt idx="835">
                  <c:v>1597.4</c:v>
                </c:pt>
                <c:pt idx="836">
                  <c:v>1617.45</c:v>
                </c:pt>
                <c:pt idx="837">
                  <c:v>1637.52</c:v>
                </c:pt>
                <c:pt idx="838">
                  <c:v>1657.06</c:v>
                </c:pt>
                <c:pt idx="839">
                  <c:v>1675.5</c:v>
                </c:pt>
                <c:pt idx="840">
                  <c:v>1692.32</c:v>
                </c:pt>
                <c:pt idx="841">
                  <c:v>1707.02</c:v>
                </c:pt>
                <c:pt idx="842">
                  <c:v>1719.19</c:v>
                </c:pt>
                <c:pt idx="843">
                  <c:v>1728.43</c:v>
                </c:pt>
                <c:pt idx="844">
                  <c:v>1734.47</c:v>
                </c:pt>
                <c:pt idx="845">
                  <c:v>1737.09</c:v>
                </c:pt>
                <c:pt idx="846">
                  <c:v>1736.18</c:v>
                </c:pt>
                <c:pt idx="847">
                  <c:v>1731.71</c:v>
                </c:pt>
                <c:pt idx="848">
                  <c:v>1723.77</c:v>
                </c:pt>
                <c:pt idx="849">
                  <c:v>1712.51</c:v>
                </c:pt>
                <c:pt idx="850">
                  <c:v>1698.2</c:v>
                </c:pt>
                <c:pt idx="851">
                  <c:v>1681.17</c:v>
                </c:pt>
                <c:pt idx="852">
                  <c:v>1661.86</c:v>
                </c:pt>
                <c:pt idx="853">
                  <c:v>1640.73</c:v>
                </c:pt>
                <c:pt idx="854">
                  <c:v>1618.31</c:v>
                </c:pt>
                <c:pt idx="855">
                  <c:v>1595.17</c:v>
                </c:pt>
                <c:pt idx="856">
                  <c:v>1571.89</c:v>
                </c:pt>
                <c:pt idx="857">
                  <c:v>1549.06</c:v>
                </c:pt>
                <c:pt idx="858">
                  <c:v>1527.25</c:v>
                </c:pt>
                <c:pt idx="859">
                  <c:v>1507.01</c:v>
                </c:pt>
                <c:pt idx="860">
                  <c:v>1488.84</c:v>
                </c:pt>
                <c:pt idx="861">
                  <c:v>1473.19</c:v>
                </c:pt>
                <c:pt idx="862">
                  <c:v>1460.43</c:v>
                </c:pt>
                <c:pt idx="863">
                  <c:v>1450.87</c:v>
                </c:pt>
                <c:pt idx="864">
                  <c:v>1444.71</c:v>
                </c:pt>
                <c:pt idx="865">
                  <c:v>1442.07</c:v>
                </c:pt>
                <c:pt idx="866">
                  <c:v>1442.98</c:v>
                </c:pt>
                <c:pt idx="867">
                  <c:v>1447.36</c:v>
                </c:pt>
                <c:pt idx="868">
                  <c:v>1455.04</c:v>
                </c:pt>
                <c:pt idx="869">
                  <c:v>1465.77</c:v>
                </c:pt>
                <c:pt idx="870">
                  <c:v>1479.2</c:v>
                </c:pt>
                <c:pt idx="871">
                  <c:v>1494.93</c:v>
                </c:pt>
                <c:pt idx="872">
                  <c:v>1512.49</c:v>
                </c:pt>
                <c:pt idx="873">
                  <c:v>1531.35</c:v>
                </c:pt>
                <c:pt idx="874">
                  <c:v>1550.98</c:v>
                </c:pt>
                <c:pt idx="875">
                  <c:v>1570.81</c:v>
                </c:pt>
                <c:pt idx="876">
                  <c:v>1590.27</c:v>
                </c:pt>
                <c:pt idx="877">
                  <c:v>1608.8</c:v>
                </c:pt>
                <c:pt idx="878">
                  <c:v>1625.91</c:v>
                </c:pt>
                <c:pt idx="879">
                  <c:v>1641.1</c:v>
                </c:pt>
                <c:pt idx="880">
                  <c:v>1653.96</c:v>
                </c:pt>
                <c:pt idx="881">
                  <c:v>1664.17</c:v>
                </c:pt>
                <c:pt idx="882">
                  <c:v>1671.44</c:v>
                </c:pt>
                <c:pt idx="883">
                  <c:v>1675.61</c:v>
                </c:pt>
                <c:pt idx="884">
                  <c:v>1676.59</c:v>
                </c:pt>
                <c:pt idx="885">
                  <c:v>1674.4</c:v>
                </c:pt>
                <c:pt idx="886">
                  <c:v>1669.14</c:v>
                </c:pt>
                <c:pt idx="887">
                  <c:v>1661.01</c:v>
                </c:pt>
                <c:pt idx="888">
                  <c:v>1650.3</c:v>
                </c:pt>
                <c:pt idx="889">
                  <c:v>1637.35</c:v>
                </c:pt>
                <c:pt idx="890">
                  <c:v>1622.61</c:v>
                </c:pt>
                <c:pt idx="891">
                  <c:v>1606.55</c:v>
                </c:pt>
                <c:pt idx="892">
                  <c:v>1589.69</c:v>
                </c:pt>
                <c:pt idx="893">
                  <c:v>1572.57</c:v>
                </c:pt>
                <c:pt idx="894">
                  <c:v>1555.75</c:v>
                </c:pt>
                <c:pt idx="895">
                  <c:v>1539.77</c:v>
                </c:pt>
                <c:pt idx="896">
                  <c:v>1525.17</c:v>
                </c:pt>
                <c:pt idx="897">
                  <c:v>1512.42</c:v>
                </c:pt>
                <c:pt idx="898">
                  <c:v>1501.95</c:v>
                </c:pt>
                <c:pt idx="899">
                  <c:v>1494.13</c:v>
                </c:pt>
                <c:pt idx="900">
                  <c:v>1489.25</c:v>
                </c:pt>
                <c:pt idx="901">
                  <c:v>1487.52</c:v>
                </c:pt>
                <c:pt idx="902">
                  <c:v>1489.04</c:v>
                </c:pt>
                <c:pt idx="903">
                  <c:v>1493.84</c:v>
                </c:pt>
                <c:pt idx="904">
                  <c:v>1501.82</c:v>
                </c:pt>
                <c:pt idx="905">
                  <c:v>1512.83</c:v>
                </c:pt>
                <c:pt idx="906">
                  <c:v>1526.59</c:v>
                </c:pt>
                <c:pt idx="907">
                  <c:v>1542.76</c:v>
                </c:pt>
                <c:pt idx="908">
                  <c:v>1560.92</c:v>
                </c:pt>
                <c:pt idx="909">
                  <c:v>1580.6</c:v>
                </c:pt>
                <c:pt idx="910">
                  <c:v>1601.26</c:v>
                </c:pt>
                <c:pt idx="911">
                  <c:v>1622.36</c:v>
                </c:pt>
                <c:pt idx="912">
                  <c:v>1643.31</c:v>
                </c:pt>
                <c:pt idx="913">
                  <c:v>1663.55</c:v>
                </c:pt>
                <c:pt idx="914">
                  <c:v>1682.52</c:v>
                </c:pt>
                <c:pt idx="915">
                  <c:v>1699.7</c:v>
                </c:pt>
                <c:pt idx="916">
                  <c:v>1714.61</c:v>
                </c:pt>
                <c:pt idx="917">
                  <c:v>1726.84</c:v>
                </c:pt>
                <c:pt idx="918">
                  <c:v>1736.06</c:v>
                </c:pt>
                <c:pt idx="919">
                  <c:v>1742</c:v>
                </c:pt>
                <c:pt idx="920">
                  <c:v>1744.52</c:v>
                </c:pt>
                <c:pt idx="921">
                  <c:v>1743.53</c:v>
                </c:pt>
                <c:pt idx="922">
                  <c:v>1739.07</c:v>
                </c:pt>
                <c:pt idx="923">
                  <c:v>1731.27</c:v>
                </c:pt>
                <c:pt idx="924">
                  <c:v>1720.34</c:v>
                </c:pt>
                <c:pt idx="925">
                  <c:v>1706.58</c:v>
                </c:pt>
                <c:pt idx="926">
                  <c:v>1690.39</c:v>
                </c:pt>
                <c:pt idx="927">
                  <c:v>1672.21</c:v>
                </c:pt>
                <c:pt idx="928">
                  <c:v>1652.53</c:v>
                </c:pt>
                <c:pt idx="929">
                  <c:v>1631.9</c:v>
                </c:pt>
                <c:pt idx="930">
                  <c:v>1610.88</c:v>
                </c:pt>
                <c:pt idx="931">
                  <c:v>1590.03</c:v>
                </c:pt>
                <c:pt idx="932">
                  <c:v>1569.91</c:v>
                </c:pt>
                <c:pt idx="933">
                  <c:v>1551.04</c:v>
                </c:pt>
                <c:pt idx="934">
                  <c:v>1533.93</c:v>
                </c:pt>
                <c:pt idx="935">
                  <c:v>1519</c:v>
                </c:pt>
                <c:pt idx="936">
                  <c:v>1506.61</c:v>
                </c:pt>
                <c:pt idx="937">
                  <c:v>1497.06</c:v>
                </c:pt>
                <c:pt idx="938">
                  <c:v>1490.54</c:v>
                </c:pt>
                <c:pt idx="939">
                  <c:v>1487.18</c:v>
                </c:pt>
                <c:pt idx="940">
                  <c:v>1487</c:v>
                </c:pt>
                <c:pt idx="941">
                  <c:v>1489.91</c:v>
                </c:pt>
                <c:pt idx="942">
                  <c:v>1495.78</c:v>
                </c:pt>
                <c:pt idx="943">
                  <c:v>1504.35</c:v>
                </c:pt>
                <c:pt idx="944">
                  <c:v>1515.32</c:v>
                </c:pt>
                <c:pt idx="945">
                  <c:v>1528.29</c:v>
                </c:pt>
                <c:pt idx="946">
                  <c:v>1542.84</c:v>
                </c:pt>
                <c:pt idx="947">
                  <c:v>1558.51</c:v>
                </c:pt>
                <c:pt idx="948">
                  <c:v>1574.78</c:v>
                </c:pt>
                <c:pt idx="949">
                  <c:v>1591.17</c:v>
                </c:pt>
                <c:pt idx="950">
                  <c:v>1607.17</c:v>
                </c:pt>
                <c:pt idx="951">
                  <c:v>1622.31</c:v>
                </c:pt>
                <c:pt idx="952">
                  <c:v>1636.14</c:v>
                </c:pt>
                <c:pt idx="953">
                  <c:v>1648.27</c:v>
                </c:pt>
                <c:pt idx="954">
                  <c:v>1658.36</c:v>
                </c:pt>
                <c:pt idx="955">
                  <c:v>1666.15</c:v>
                </c:pt>
                <c:pt idx="956">
                  <c:v>1671.43</c:v>
                </c:pt>
                <c:pt idx="957">
                  <c:v>1674.08</c:v>
                </c:pt>
                <c:pt idx="958">
                  <c:v>1674.08</c:v>
                </c:pt>
                <c:pt idx="959">
                  <c:v>1671.45</c:v>
                </c:pt>
                <c:pt idx="960">
                  <c:v>1666.32</c:v>
                </c:pt>
                <c:pt idx="961">
                  <c:v>1658.87</c:v>
                </c:pt>
                <c:pt idx="962">
                  <c:v>1649.37</c:v>
                </c:pt>
                <c:pt idx="963">
                  <c:v>1638.11</c:v>
                </c:pt>
                <c:pt idx="964">
                  <c:v>1625.46</c:v>
                </c:pt>
                <c:pt idx="965">
                  <c:v>1611.8</c:v>
                </c:pt>
                <c:pt idx="966">
                  <c:v>1597.55</c:v>
                </c:pt>
                <c:pt idx="967">
                  <c:v>1583.12</c:v>
                </c:pt>
                <c:pt idx="968">
                  <c:v>1568.93</c:v>
                </c:pt>
                <c:pt idx="969">
                  <c:v>1555.38</c:v>
                </c:pt>
                <c:pt idx="970">
                  <c:v>1542.86</c:v>
                </c:pt>
                <c:pt idx="971">
                  <c:v>1531.69</c:v>
                </c:pt>
                <c:pt idx="972">
                  <c:v>1522.17</c:v>
                </c:pt>
                <c:pt idx="973">
                  <c:v>1514.56</c:v>
                </c:pt>
                <c:pt idx="974">
                  <c:v>1509.03</c:v>
                </c:pt>
                <c:pt idx="975">
                  <c:v>1505.73</c:v>
                </c:pt>
                <c:pt idx="976">
                  <c:v>1504.72</c:v>
                </c:pt>
                <c:pt idx="977">
                  <c:v>1506.01</c:v>
                </c:pt>
                <c:pt idx="978">
                  <c:v>1509.57</c:v>
                </c:pt>
                <c:pt idx="979">
                  <c:v>1515.28</c:v>
                </c:pt>
                <c:pt idx="980">
                  <c:v>1523.02</c:v>
                </c:pt>
                <c:pt idx="981">
                  <c:v>1532.59</c:v>
                </c:pt>
                <c:pt idx="982">
                  <c:v>1543.78</c:v>
                </c:pt>
                <c:pt idx="983">
                  <c:v>1556.34</c:v>
                </c:pt>
                <c:pt idx="984">
                  <c:v>1570.01</c:v>
                </c:pt>
                <c:pt idx="985">
                  <c:v>1584.53</c:v>
                </c:pt>
                <c:pt idx="986">
                  <c:v>1599.62</c:v>
                </c:pt>
                <c:pt idx="987">
                  <c:v>1615.03</c:v>
                </c:pt>
                <c:pt idx="988">
                  <c:v>1630.49</c:v>
                </c:pt>
                <c:pt idx="989">
                  <c:v>1645.79</c:v>
                </c:pt>
                <c:pt idx="990">
                  <c:v>1660.7</c:v>
                </c:pt>
                <c:pt idx="991">
                  <c:v>1675.05</c:v>
                </c:pt>
                <c:pt idx="992">
                  <c:v>1688.7</c:v>
                </c:pt>
                <c:pt idx="993">
                  <c:v>1701.5</c:v>
                </c:pt>
                <c:pt idx="994">
                  <c:v>1713.38</c:v>
                </c:pt>
                <c:pt idx="995">
                  <c:v>1724.27</c:v>
                </c:pt>
                <c:pt idx="996">
                  <c:v>1734.15</c:v>
                </c:pt>
                <c:pt idx="997">
                  <c:v>1743</c:v>
                </c:pt>
                <c:pt idx="998">
                  <c:v>1750.83</c:v>
                </c:pt>
                <c:pt idx="999">
                  <c:v>1757.7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A-42ED-972B-303C4FDA0F97}"/>
            </c:ext>
          </c:extLst>
        </c:ser>
        <c:ser>
          <c:idx val="1"/>
          <c:order val="1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工作表1!$Z$1:$Z$1000</c:f>
              <c:numCache>
                <c:formatCode>General</c:formatCode>
                <c:ptCount val="1000"/>
                <c:pt idx="0">
                  <c:v>1303.6600000000001</c:v>
                </c:pt>
                <c:pt idx="1">
                  <c:v>1357.71</c:v>
                </c:pt>
                <c:pt idx="2">
                  <c:v>1411.54</c:v>
                </c:pt>
                <c:pt idx="3">
                  <c:v>1464.33</c:v>
                </c:pt>
                <c:pt idx="4">
                  <c:v>1515.29</c:v>
                </c:pt>
                <c:pt idx="5">
                  <c:v>1563.65</c:v>
                </c:pt>
                <c:pt idx="6">
                  <c:v>1608.69</c:v>
                </c:pt>
                <c:pt idx="7">
                  <c:v>1649.74</c:v>
                </c:pt>
                <c:pt idx="8">
                  <c:v>1686.18</c:v>
                </c:pt>
                <c:pt idx="9">
                  <c:v>1717.51</c:v>
                </c:pt>
                <c:pt idx="10">
                  <c:v>1743.29</c:v>
                </c:pt>
                <c:pt idx="11">
                  <c:v>1763.19</c:v>
                </c:pt>
                <c:pt idx="12">
                  <c:v>1777</c:v>
                </c:pt>
                <c:pt idx="13">
                  <c:v>1784.61</c:v>
                </c:pt>
                <c:pt idx="14">
                  <c:v>1786.04</c:v>
                </c:pt>
                <c:pt idx="15">
                  <c:v>1781.42</c:v>
                </c:pt>
                <c:pt idx="16">
                  <c:v>1771</c:v>
                </c:pt>
                <c:pt idx="17">
                  <c:v>1755.15</c:v>
                </c:pt>
                <c:pt idx="18">
                  <c:v>1734.34</c:v>
                </c:pt>
                <c:pt idx="19">
                  <c:v>1709.15</c:v>
                </c:pt>
                <c:pt idx="20">
                  <c:v>1680.24</c:v>
                </c:pt>
                <c:pt idx="21">
                  <c:v>1648.35</c:v>
                </c:pt>
                <c:pt idx="22">
                  <c:v>1614.26</c:v>
                </c:pt>
                <c:pt idx="23">
                  <c:v>1578.83</c:v>
                </c:pt>
                <c:pt idx="24">
                  <c:v>1542.91</c:v>
                </c:pt>
                <c:pt idx="25">
                  <c:v>1507.37</c:v>
                </c:pt>
                <c:pt idx="26">
                  <c:v>1473.07</c:v>
                </c:pt>
                <c:pt idx="27">
                  <c:v>1440.82</c:v>
                </c:pt>
                <c:pt idx="28">
                  <c:v>1411.4</c:v>
                </c:pt>
                <c:pt idx="29">
                  <c:v>1385.49</c:v>
                </c:pt>
                <c:pt idx="30">
                  <c:v>1363.72</c:v>
                </c:pt>
                <c:pt idx="31">
                  <c:v>1346.58</c:v>
                </c:pt>
                <c:pt idx="32">
                  <c:v>1334.45</c:v>
                </c:pt>
                <c:pt idx="33">
                  <c:v>1327.61</c:v>
                </c:pt>
                <c:pt idx="34">
                  <c:v>1326.18</c:v>
                </c:pt>
                <c:pt idx="35">
                  <c:v>1330.15</c:v>
                </c:pt>
                <c:pt idx="36">
                  <c:v>1339.36</c:v>
                </c:pt>
                <c:pt idx="37">
                  <c:v>1353.54</c:v>
                </c:pt>
                <c:pt idx="38">
                  <c:v>1372.26</c:v>
                </c:pt>
                <c:pt idx="39">
                  <c:v>1394.98</c:v>
                </c:pt>
                <c:pt idx="40">
                  <c:v>1421.08</c:v>
                </c:pt>
                <c:pt idx="41">
                  <c:v>1449.8</c:v>
                </c:pt>
                <c:pt idx="42">
                  <c:v>1480.35</c:v>
                </c:pt>
                <c:pt idx="43">
                  <c:v>1511.86</c:v>
                </c:pt>
                <c:pt idx="44">
                  <c:v>1543.45</c:v>
                </c:pt>
                <c:pt idx="45">
                  <c:v>1574.23</c:v>
                </c:pt>
                <c:pt idx="46">
                  <c:v>1603.31</c:v>
                </c:pt>
                <c:pt idx="47">
                  <c:v>1629.88</c:v>
                </c:pt>
                <c:pt idx="48">
                  <c:v>1653.15</c:v>
                </c:pt>
                <c:pt idx="49">
                  <c:v>1672.46</c:v>
                </c:pt>
                <c:pt idx="50">
                  <c:v>1687.22</c:v>
                </c:pt>
                <c:pt idx="51">
                  <c:v>1696.98</c:v>
                </c:pt>
                <c:pt idx="52">
                  <c:v>1701.44</c:v>
                </c:pt>
                <c:pt idx="53">
                  <c:v>1700.41</c:v>
                </c:pt>
                <c:pt idx="54">
                  <c:v>1693.9</c:v>
                </c:pt>
                <c:pt idx="55">
                  <c:v>1682.02</c:v>
                </c:pt>
                <c:pt idx="56">
                  <c:v>1665.09</c:v>
                </c:pt>
                <c:pt idx="57">
                  <c:v>1643.52</c:v>
                </c:pt>
                <c:pt idx="58">
                  <c:v>1617.91</c:v>
                </c:pt>
                <c:pt idx="59">
                  <c:v>1588.93</c:v>
                </c:pt>
                <c:pt idx="60">
                  <c:v>1557.38</c:v>
                </c:pt>
                <c:pt idx="61">
                  <c:v>1524.14</c:v>
                </c:pt>
                <c:pt idx="62">
                  <c:v>1490.14</c:v>
                </c:pt>
                <c:pt idx="63">
                  <c:v>1456.35</c:v>
                </c:pt>
                <c:pt idx="64">
                  <c:v>1423.74</c:v>
                </c:pt>
                <c:pt idx="65">
                  <c:v>1393.25</c:v>
                </c:pt>
                <c:pt idx="66">
                  <c:v>1365.79</c:v>
                </c:pt>
                <c:pt idx="67">
                  <c:v>1342.18</c:v>
                </c:pt>
                <c:pt idx="68">
                  <c:v>1323.14</c:v>
                </c:pt>
                <c:pt idx="69">
                  <c:v>1309.29</c:v>
                </c:pt>
                <c:pt idx="70">
                  <c:v>1301.08</c:v>
                </c:pt>
                <c:pt idx="71">
                  <c:v>1298.8499999999999</c:v>
                </c:pt>
                <c:pt idx="72">
                  <c:v>1302.73</c:v>
                </c:pt>
                <c:pt idx="73">
                  <c:v>1312.72</c:v>
                </c:pt>
                <c:pt idx="74">
                  <c:v>1328.64</c:v>
                </c:pt>
                <c:pt idx="75">
                  <c:v>1350.12</c:v>
                </c:pt>
                <c:pt idx="76">
                  <c:v>1376.67</c:v>
                </c:pt>
                <c:pt idx="77">
                  <c:v>1407.64</c:v>
                </c:pt>
                <c:pt idx="78">
                  <c:v>1442.24</c:v>
                </c:pt>
                <c:pt idx="79">
                  <c:v>1479.59</c:v>
                </c:pt>
                <c:pt idx="80">
                  <c:v>1518.72</c:v>
                </c:pt>
                <c:pt idx="81">
                  <c:v>1558.6</c:v>
                </c:pt>
                <c:pt idx="82">
                  <c:v>1598.18</c:v>
                </c:pt>
                <c:pt idx="83">
                  <c:v>1636.42</c:v>
                </c:pt>
                <c:pt idx="84">
                  <c:v>1672.27</c:v>
                </c:pt>
                <c:pt idx="85">
                  <c:v>1704.79</c:v>
                </c:pt>
                <c:pt idx="86">
                  <c:v>1733.09</c:v>
                </c:pt>
                <c:pt idx="87">
                  <c:v>1756.4</c:v>
                </c:pt>
                <c:pt idx="88">
                  <c:v>1774.1</c:v>
                </c:pt>
                <c:pt idx="89">
                  <c:v>1785.7</c:v>
                </c:pt>
                <c:pt idx="90">
                  <c:v>1790.87</c:v>
                </c:pt>
                <c:pt idx="91">
                  <c:v>1789.48</c:v>
                </c:pt>
                <c:pt idx="92">
                  <c:v>1781.57</c:v>
                </c:pt>
                <c:pt idx="93">
                  <c:v>1767.33</c:v>
                </c:pt>
                <c:pt idx="94">
                  <c:v>1747.16</c:v>
                </c:pt>
                <c:pt idx="95">
                  <c:v>1721.61</c:v>
                </c:pt>
                <c:pt idx="96">
                  <c:v>1691.37</c:v>
                </c:pt>
                <c:pt idx="97">
                  <c:v>1657.27</c:v>
                </c:pt>
                <c:pt idx="98">
                  <c:v>1620.24</c:v>
                </c:pt>
                <c:pt idx="99">
                  <c:v>1581.29</c:v>
                </c:pt>
                <c:pt idx="100">
                  <c:v>1541.48</c:v>
                </c:pt>
                <c:pt idx="101">
                  <c:v>1501.89</c:v>
                </c:pt>
                <c:pt idx="102">
                  <c:v>1463.61</c:v>
                </c:pt>
                <c:pt idx="103">
                  <c:v>1427.66</c:v>
                </c:pt>
                <c:pt idx="104">
                  <c:v>1395.02</c:v>
                </c:pt>
                <c:pt idx="105">
                  <c:v>1366.57</c:v>
                </c:pt>
                <c:pt idx="106">
                  <c:v>1343.06</c:v>
                </c:pt>
                <c:pt idx="107">
                  <c:v>1325.11</c:v>
                </c:pt>
                <c:pt idx="108">
                  <c:v>1313.18</c:v>
                </c:pt>
                <c:pt idx="109">
                  <c:v>1307.55</c:v>
                </c:pt>
                <c:pt idx="110">
                  <c:v>1308.3399999999999</c:v>
                </c:pt>
                <c:pt idx="111">
                  <c:v>1315.48</c:v>
                </c:pt>
                <c:pt idx="112">
                  <c:v>1328.72</c:v>
                </c:pt>
                <c:pt idx="113">
                  <c:v>1347.65</c:v>
                </c:pt>
                <c:pt idx="114">
                  <c:v>1371.67</c:v>
                </c:pt>
                <c:pt idx="115">
                  <c:v>1400.08</c:v>
                </c:pt>
                <c:pt idx="116">
                  <c:v>1432.03</c:v>
                </c:pt>
                <c:pt idx="117">
                  <c:v>1466.57</c:v>
                </c:pt>
                <c:pt idx="118">
                  <c:v>1502.7</c:v>
                </c:pt>
                <c:pt idx="119">
                  <c:v>1539.35</c:v>
                </c:pt>
                <c:pt idx="120">
                  <c:v>1575.47</c:v>
                </c:pt>
                <c:pt idx="121">
                  <c:v>1610</c:v>
                </c:pt>
                <c:pt idx="122">
                  <c:v>1641.95</c:v>
                </c:pt>
                <c:pt idx="123">
                  <c:v>1670.37</c:v>
                </c:pt>
                <c:pt idx="124">
                  <c:v>1694.46</c:v>
                </c:pt>
                <c:pt idx="125">
                  <c:v>1713.52</c:v>
                </c:pt>
                <c:pt idx="126">
                  <c:v>1726.98</c:v>
                </c:pt>
                <c:pt idx="127">
                  <c:v>1734.46</c:v>
                </c:pt>
                <c:pt idx="128">
                  <c:v>1735.74</c:v>
                </c:pt>
                <c:pt idx="129">
                  <c:v>1730.77</c:v>
                </c:pt>
                <c:pt idx="130">
                  <c:v>1719.69</c:v>
                </c:pt>
                <c:pt idx="131">
                  <c:v>1702.8</c:v>
                </c:pt>
                <c:pt idx="132">
                  <c:v>1680.58</c:v>
                </c:pt>
                <c:pt idx="133">
                  <c:v>1653.66</c:v>
                </c:pt>
                <c:pt idx="134">
                  <c:v>1622.79</c:v>
                </c:pt>
                <c:pt idx="135">
                  <c:v>1588.87</c:v>
                </c:pt>
                <c:pt idx="136">
                  <c:v>1552.83</c:v>
                </c:pt>
                <c:pt idx="137">
                  <c:v>1515.71</c:v>
                </c:pt>
                <c:pt idx="138">
                  <c:v>1478.57</c:v>
                </c:pt>
                <c:pt idx="139">
                  <c:v>1442.45</c:v>
                </c:pt>
                <c:pt idx="140">
                  <c:v>1408.4</c:v>
                </c:pt>
                <c:pt idx="141">
                  <c:v>1377.37</c:v>
                </c:pt>
                <c:pt idx="142">
                  <c:v>1350.26</c:v>
                </c:pt>
                <c:pt idx="143">
                  <c:v>1327.84</c:v>
                </c:pt>
                <c:pt idx="144">
                  <c:v>1310.77</c:v>
                </c:pt>
                <c:pt idx="145">
                  <c:v>1299.55</c:v>
                </c:pt>
                <c:pt idx="146">
                  <c:v>1294.51</c:v>
                </c:pt>
                <c:pt idx="147">
                  <c:v>1295.82</c:v>
                </c:pt>
                <c:pt idx="148">
                  <c:v>1303.46</c:v>
                </c:pt>
                <c:pt idx="149">
                  <c:v>1317.24</c:v>
                </c:pt>
                <c:pt idx="150">
                  <c:v>1336.81</c:v>
                </c:pt>
                <c:pt idx="151">
                  <c:v>1361.65</c:v>
                </c:pt>
                <c:pt idx="152">
                  <c:v>1391.08</c:v>
                </c:pt>
                <c:pt idx="153">
                  <c:v>1424.32</c:v>
                </c:pt>
                <c:pt idx="154">
                  <c:v>1460.47</c:v>
                </c:pt>
                <c:pt idx="155">
                  <c:v>1498.54</c:v>
                </c:pt>
                <c:pt idx="156">
                  <c:v>1537.5</c:v>
                </c:pt>
                <c:pt idx="157">
                  <c:v>1576.3</c:v>
                </c:pt>
                <c:pt idx="158">
                  <c:v>1613.87</c:v>
                </c:pt>
                <c:pt idx="159">
                  <c:v>1649.22</c:v>
                </c:pt>
                <c:pt idx="160">
                  <c:v>1681.37</c:v>
                </c:pt>
                <c:pt idx="161">
                  <c:v>1709.47</c:v>
                </c:pt>
                <c:pt idx="162">
                  <c:v>1732.77</c:v>
                </c:pt>
                <c:pt idx="163">
                  <c:v>1750.63</c:v>
                </c:pt>
                <c:pt idx="164">
                  <c:v>1762.61</c:v>
                </c:pt>
                <c:pt idx="165">
                  <c:v>1768.38</c:v>
                </c:pt>
                <c:pt idx="166">
                  <c:v>1767.81</c:v>
                </c:pt>
                <c:pt idx="167">
                  <c:v>1760.96</c:v>
                </c:pt>
                <c:pt idx="168">
                  <c:v>1748.02</c:v>
                </c:pt>
                <c:pt idx="169">
                  <c:v>1729.39</c:v>
                </c:pt>
                <c:pt idx="170">
                  <c:v>1705.59</c:v>
                </c:pt>
                <c:pt idx="171">
                  <c:v>1677.31</c:v>
                </c:pt>
                <c:pt idx="172">
                  <c:v>1645.34</c:v>
                </c:pt>
                <c:pt idx="173">
                  <c:v>1610.58</c:v>
                </c:pt>
                <c:pt idx="174">
                  <c:v>1574.01</c:v>
                </c:pt>
                <c:pt idx="175">
                  <c:v>1536.64</c:v>
                </c:pt>
                <c:pt idx="176">
                  <c:v>1499.51</c:v>
                </c:pt>
                <c:pt idx="177">
                  <c:v>1463.63</c:v>
                </c:pt>
                <c:pt idx="178">
                  <c:v>1430.01</c:v>
                </c:pt>
                <c:pt idx="179">
                  <c:v>1399.55</c:v>
                </c:pt>
                <c:pt idx="180">
                  <c:v>1373.08</c:v>
                </c:pt>
                <c:pt idx="181">
                  <c:v>1351.32</c:v>
                </c:pt>
                <c:pt idx="182">
                  <c:v>1334.84</c:v>
                </c:pt>
                <c:pt idx="183">
                  <c:v>1324.07</c:v>
                </c:pt>
                <c:pt idx="184">
                  <c:v>1319.26</c:v>
                </c:pt>
                <c:pt idx="185">
                  <c:v>1320.53</c:v>
                </c:pt>
                <c:pt idx="186">
                  <c:v>1327.79</c:v>
                </c:pt>
                <c:pt idx="187">
                  <c:v>1340.79</c:v>
                </c:pt>
                <c:pt idx="188">
                  <c:v>1359.15</c:v>
                </c:pt>
                <c:pt idx="189">
                  <c:v>1382.29</c:v>
                </c:pt>
                <c:pt idx="190">
                  <c:v>1409.53</c:v>
                </c:pt>
                <c:pt idx="191">
                  <c:v>1440.08</c:v>
                </c:pt>
                <c:pt idx="192">
                  <c:v>1473.04</c:v>
                </c:pt>
                <c:pt idx="193">
                  <c:v>1507.45</c:v>
                </c:pt>
                <c:pt idx="194">
                  <c:v>1542.31</c:v>
                </c:pt>
                <c:pt idx="195">
                  <c:v>1576.63</c:v>
                </c:pt>
                <c:pt idx="196">
                  <c:v>1609.4</c:v>
                </c:pt>
                <c:pt idx="197">
                  <c:v>1639.7</c:v>
                </c:pt>
                <c:pt idx="198">
                  <c:v>1666.64</c:v>
                </c:pt>
                <c:pt idx="199">
                  <c:v>1689.45</c:v>
                </c:pt>
                <c:pt idx="200">
                  <c:v>1707.48</c:v>
                </c:pt>
                <c:pt idx="201">
                  <c:v>1720.21</c:v>
                </c:pt>
                <c:pt idx="202">
                  <c:v>1727.27</c:v>
                </c:pt>
                <c:pt idx="203">
                  <c:v>1728.45</c:v>
                </c:pt>
                <c:pt idx="204">
                  <c:v>1723.73</c:v>
                </c:pt>
                <c:pt idx="205">
                  <c:v>1713.22</c:v>
                </c:pt>
                <c:pt idx="206">
                  <c:v>1697.23</c:v>
                </c:pt>
                <c:pt idx="207">
                  <c:v>1676.2</c:v>
                </c:pt>
                <c:pt idx="208">
                  <c:v>1650.73</c:v>
                </c:pt>
                <c:pt idx="209">
                  <c:v>1621.54</c:v>
                </c:pt>
                <c:pt idx="210">
                  <c:v>1589.46</c:v>
                </c:pt>
                <c:pt idx="211">
                  <c:v>1555.39</c:v>
                </c:pt>
                <c:pt idx="212">
                  <c:v>1520.31</c:v>
                </c:pt>
                <c:pt idx="213">
                  <c:v>1485.21</c:v>
                </c:pt>
                <c:pt idx="214">
                  <c:v>1451.08</c:v>
                </c:pt>
                <c:pt idx="215">
                  <c:v>1418.92</c:v>
                </c:pt>
                <c:pt idx="216">
                  <c:v>1389.62</c:v>
                </c:pt>
                <c:pt idx="217">
                  <c:v>1364.04</c:v>
                </c:pt>
                <c:pt idx="218">
                  <c:v>1342.9</c:v>
                </c:pt>
                <c:pt idx="219">
                  <c:v>1326.83</c:v>
                </c:pt>
                <c:pt idx="220">
                  <c:v>1316.29</c:v>
                </c:pt>
                <c:pt idx="221">
                  <c:v>1311.59</c:v>
                </c:pt>
                <c:pt idx="222">
                  <c:v>1312.89</c:v>
                </c:pt>
                <c:pt idx="223">
                  <c:v>1320.17</c:v>
                </c:pt>
                <c:pt idx="224">
                  <c:v>1333.24</c:v>
                </c:pt>
                <c:pt idx="225">
                  <c:v>1351.76</c:v>
                </c:pt>
                <c:pt idx="226">
                  <c:v>1375.22</c:v>
                </c:pt>
                <c:pt idx="227">
                  <c:v>1402.99</c:v>
                </c:pt>
                <c:pt idx="228">
                  <c:v>1434.29</c:v>
                </c:pt>
                <c:pt idx="229">
                  <c:v>1468.27</c:v>
                </c:pt>
                <c:pt idx="230">
                  <c:v>1503.98</c:v>
                </c:pt>
                <c:pt idx="231">
                  <c:v>1540.44</c:v>
                </c:pt>
                <c:pt idx="232">
                  <c:v>1576.64</c:v>
                </c:pt>
                <c:pt idx="233">
                  <c:v>1611.56</c:v>
                </c:pt>
                <c:pt idx="234">
                  <c:v>1644.25</c:v>
                </c:pt>
                <c:pt idx="235">
                  <c:v>1673.79</c:v>
                </c:pt>
                <c:pt idx="236">
                  <c:v>1699.35</c:v>
                </c:pt>
                <c:pt idx="237">
                  <c:v>1720.24</c:v>
                </c:pt>
                <c:pt idx="238">
                  <c:v>1735.87</c:v>
                </c:pt>
                <c:pt idx="239">
                  <c:v>1745.81</c:v>
                </c:pt>
                <c:pt idx="240">
                  <c:v>1749.8</c:v>
                </c:pt>
                <c:pt idx="241">
                  <c:v>1747.72</c:v>
                </c:pt>
                <c:pt idx="242">
                  <c:v>1739.64</c:v>
                </c:pt>
                <c:pt idx="243">
                  <c:v>1725.8</c:v>
                </c:pt>
                <c:pt idx="244">
                  <c:v>1706.59</c:v>
                </c:pt>
                <c:pt idx="245">
                  <c:v>1682.57</c:v>
                </c:pt>
                <c:pt idx="246">
                  <c:v>1654.42</c:v>
                </c:pt>
                <c:pt idx="247">
                  <c:v>1622.94</c:v>
                </c:pt>
                <c:pt idx="248">
                  <c:v>1589.02</c:v>
                </c:pt>
                <c:pt idx="249">
                  <c:v>1553.64</c:v>
                </c:pt>
                <c:pt idx="250">
                  <c:v>1517.78</c:v>
                </c:pt>
                <c:pt idx="251">
                  <c:v>1482.49</c:v>
                </c:pt>
                <c:pt idx="252">
                  <c:v>1448.75</c:v>
                </c:pt>
                <c:pt idx="253">
                  <c:v>1417.52</c:v>
                </c:pt>
                <c:pt idx="254">
                  <c:v>1389.69</c:v>
                </c:pt>
                <c:pt idx="255">
                  <c:v>1366.06</c:v>
                </c:pt>
                <c:pt idx="256">
                  <c:v>1347.29</c:v>
                </c:pt>
                <c:pt idx="257">
                  <c:v>1333.91</c:v>
                </c:pt>
                <c:pt idx="258">
                  <c:v>1326.31</c:v>
                </c:pt>
                <c:pt idx="259">
                  <c:v>1324.69</c:v>
                </c:pt>
                <c:pt idx="260">
                  <c:v>1329.11</c:v>
                </c:pt>
                <c:pt idx="261">
                  <c:v>1339.43</c:v>
                </c:pt>
                <c:pt idx="262">
                  <c:v>1355.35</c:v>
                </c:pt>
                <c:pt idx="263">
                  <c:v>1376.42</c:v>
                </c:pt>
                <c:pt idx="264">
                  <c:v>1402.03</c:v>
                </c:pt>
                <c:pt idx="265">
                  <c:v>1431.45</c:v>
                </c:pt>
                <c:pt idx="266">
                  <c:v>1463.83</c:v>
                </c:pt>
                <c:pt idx="267">
                  <c:v>1498.23</c:v>
                </c:pt>
                <c:pt idx="268">
                  <c:v>1533.67</c:v>
                </c:pt>
                <c:pt idx="269">
                  <c:v>1569.13</c:v>
                </c:pt>
                <c:pt idx="270">
                  <c:v>1603.57</c:v>
                </c:pt>
                <c:pt idx="271">
                  <c:v>1635.99</c:v>
                </c:pt>
                <c:pt idx="272">
                  <c:v>1665.47</c:v>
                </c:pt>
                <c:pt idx="273">
                  <c:v>1691.12</c:v>
                </c:pt>
                <c:pt idx="274">
                  <c:v>1712.2</c:v>
                </c:pt>
                <c:pt idx="275">
                  <c:v>1728.08</c:v>
                </c:pt>
                <c:pt idx="276">
                  <c:v>1738.27</c:v>
                </c:pt>
                <c:pt idx="277">
                  <c:v>1742.46</c:v>
                </c:pt>
                <c:pt idx="278">
                  <c:v>1740.48</c:v>
                </c:pt>
                <c:pt idx="279">
                  <c:v>1732.35</c:v>
                </c:pt>
                <c:pt idx="280">
                  <c:v>1718.26</c:v>
                </c:pt>
                <c:pt idx="281">
                  <c:v>1698.58</c:v>
                </c:pt>
                <c:pt idx="282">
                  <c:v>1673.81</c:v>
                </c:pt>
                <c:pt idx="283">
                  <c:v>1644.61</c:v>
                </c:pt>
                <c:pt idx="284">
                  <c:v>1611.75</c:v>
                </c:pt>
                <c:pt idx="285">
                  <c:v>1576.13</c:v>
                </c:pt>
                <c:pt idx="286">
                  <c:v>1538.69</c:v>
                </c:pt>
                <c:pt idx="287">
                  <c:v>1500.45</c:v>
                </c:pt>
                <c:pt idx="288">
                  <c:v>1462.42</c:v>
                </c:pt>
                <c:pt idx="289">
                  <c:v>1425.64</c:v>
                </c:pt>
                <c:pt idx="290">
                  <c:v>1391.08</c:v>
                </c:pt>
                <c:pt idx="291">
                  <c:v>1359.65</c:v>
                </c:pt>
                <c:pt idx="292">
                  <c:v>1332.2</c:v>
                </c:pt>
                <c:pt idx="293">
                  <c:v>1309.43</c:v>
                </c:pt>
                <c:pt idx="294">
                  <c:v>1291.93</c:v>
                </c:pt>
                <c:pt idx="295">
                  <c:v>1280.1199999999999</c:v>
                </c:pt>
                <c:pt idx="296">
                  <c:v>1274.28</c:v>
                </c:pt>
                <c:pt idx="297">
                  <c:v>1274.51</c:v>
                </c:pt>
                <c:pt idx="298">
                  <c:v>1280.73</c:v>
                </c:pt>
                <c:pt idx="299">
                  <c:v>1292.71</c:v>
                </c:pt>
                <c:pt idx="300">
                  <c:v>1310.06</c:v>
                </c:pt>
                <c:pt idx="301">
                  <c:v>1332.22</c:v>
                </c:pt>
                <c:pt idx="302">
                  <c:v>1358.5</c:v>
                </c:pt>
                <c:pt idx="303">
                  <c:v>1388.13</c:v>
                </c:pt>
                <c:pt idx="304">
                  <c:v>1420.2</c:v>
                </c:pt>
                <c:pt idx="305">
                  <c:v>1453.77</c:v>
                </c:pt>
                <c:pt idx="306">
                  <c:v>1487.84</c:v>
                </c:pt>
                <c:pt idx="307">
                  <c:v>1521.42</c:v>
                </c:pt>
                <c:pt idx="308">
                  <c:v>1553.53</c:v>
                </c:pt>
                <c:pt idx="309">
                  <c:v>1583.23</c:v>
                </c:pt>
                <c:pt idx="310">
                  <c:v>1609.66</c:v>
                </c:pt>
                <c:pt idx="311">
                  <c:v>1632.07</c:v>
                </c:pt>
                <c:pt idx="312">
                  <c:v>1649.8</c:v>
                </c:pt>
                <c:pt idx="313">
                  <c:v>1662.35</c:v>
                </c:pt>
                <c:pt idx="314">
                  <c:v>1669.37</c:v>
                </c:pt>
                <c:pt idx="315">
                  <c:v>1670.66</c:v>
                </c:pt>
                <c:pt idx="316">
                  <c:v>1666.21</c:v>
                </c:pt>
                <c:pt idx="317">
                  <c:v>1656.15</c:v>
                </c:pt>
                <c:pt idx="318">
                  <c:v>1640.8</c:v>
                </c:pt>
                <c:pt idx="319">
                  <c:v>1620.6</c:v>
                </c:pt>
                <c:pt idx="320">
                  <c:v>1596.18</c:v>
                </c:pt>
                <c:pt idx="321">
                  <c:v>1568.25</c:v>
                </c:pt>
                <c:pt idx="322">
                  <c:v>1537.65</c:v>
                </c:pt>
                <c:pt idx="323">
                  <c:v>1505.28</c:v>
                </c:pt>
                <c:pt idx="324">
                  <c:v>1472.13</c:v>
                </c:pt>
                <c:pt idx="325">
                  <c:v>1439.17</c:v>
                </c:pt>
                <c:pt idx="326">
                  <c:v>1407.41</c:v>
                </c:pt>
                <c:pt idx="327">
                  <c:v>1377.81</c:v>
                </c:pt>
                <c:pt idx="328">
                  <c:v>1351.27</c:v>
                </c:pt>
                <c:pt idx="329">
                  <c:v>1328.62</c:v>
                </c:pt>
                <c:pt idx="330">
                  <c:v>1310.56</c:v>
                </c:pt>
                <c:pt idx="331">
                  <c:v>1297.71</c:v>
                </c:pt>
                <c:pt idx="332">
                  <c:v>1290.49</c:v>
                </c:pt>
                <c:pt idx="333">
                  <c:v>1289.2</c:v>
                </c:pt>
                <c:pt idx="334">
                  <c:v>1293.96</c:v>
                </c:pt>
                <c:pt idx="335">
                  <c:v>1304.72</c:v>
                </c:pt>
                <c:pt idx="336">
                  <c:v>1321.28</c:v>
                </c:pt>
                <c:pt idx="337">
                  <c:v>1343.24</c:v>
                </c:pt>
                <c:pt idx="338">
                  <c:v>1370.08</c:v>
                </c:pt>
                <c:pt idx="339">
                  <c:v>1401.13</c:v>
                </c:pt>
                <c:pt idx="340">
                  <c:v>1435.57</c:v>
                </c:pt>
                <c:pt idx="341">
                  <c:v>1472.54</c:v>
                </c:pt>
                <c:pt idx="342">
                  <c:v>1511.04</c:v>
                </c:pt>
                <c:pt idx="343">
                  <c:v>1550.07</c:v>
                </c:pt>
                <c:pt idx="344">
                  <c:v>1588.58</c:v>
                </c:pt>
                <c:pt idx="345">
                  <c:v>1625.55</c:v>
                </c:pt>
                <c:pt idx="346">
                  <c:v>1659.97</c:v>
                </c:pt>
                <c:pt idx="347">
                  <c:v>1690.92</c:v>
                </c:pt>
                <c:pt idx="348">
                  <c:v>1717.56</c:v>
                </c:pt>
                <c:pt idx="349">
                  <c:v>1739.16</c:v>
                </c:pt>
                <c:pt idx="350">
                  <c:v>1755.13</c:v>
                </c:pt>
                <c:pt idx="351">
                  <c:v>1765.02</c:v>
                </c:pt>
                <c:pt idx="352">
                  <c:v>1768.55</c:v>
                </c:pt>
                <c:pt idx="353">
                  <c:v>1765.61</c:v>
                </c:pt>
                <c:pt idx="354">
                  <c:v>1756.27</c:v>
                </c:pt>
                <c:pt idx="355">
                  <c:v>1740.76</c:v>
                </c:pt>
                <c:pt idx="356">
                  <c:v>1719.5</c:v>
                </c:pt>
                <c:pt idx="357">
                  <c:v>1693.02</c:v>
                </c:pt>
                <c:pt idx="358">
                  <c:v>1662.05</c:v>
                </c:pt>
                <c:pt idx="359">
                  <c:v>1627.4</c:v>
                </c:pt>
                <c:pt idx="360">
                  <c:v>1589.98</c:v>
                </c:pt>
                <c:pt idx="361">
                  <c:v>1550.79</c:v>
                </c:pt>
                <c:pt idx="362">
                  <c:v>1510.88</c:v>
                </c:pt>
                <c:pt idx="363">
                  <c:v>1471.29</c:v>
                </c:pt>
                <c:pt idx="364">
                  <c:v>1433.08</c:v>
                </c:pt>
                <c:pt idx="365">
                  <c:v>1397.25</c:v>
                </c:pt>
                <c:pt idx="366">
                  <c:v>1364.74</c:v>
                </c:pt>
                <c:pt idx="367">
                  <c:v>1336.39</c:v>
                </c:pt>
                <c:pt idx="368">
                  <c:v>1312.92</c:v>
                </c:pt>
                <c:pt idx="369">
                  <c:v>1294.94</c:v>
                </c:pt>
                <c:pt idx="370">
                  <c:v>1282.8699999999999</c:v>
                </c:pt>
                <c:pt idx="371">
                  <c:v>1276.99</c:v>
                </c:pt>
                <c:pt idx="372">
                  <c:v>1277.4000000000001</c:v>
                </c:pt>
                <c:pt idx="373">
                  <c:v>1284.03</c:v>
                </c:pt>
                <c:pt idx="374">
                  <c:v>1296.6199999999999</c:v>
                </c:pt>
                <c:pt idx="375">
                  <c:v>1314.78</c:v>
                </c:pt>
                <c:pt idx="376">
                  <c:v>1337.94</c:v>
                </c:pt>
                <c:pt idx="377">
                  <c:v>1365.39</c:v>
                </c:pt>
                <c:pt idx="378">
                  <c:v>1396.32</c:v>
                </c:pt>
                <c:pt idx="379">
                  <c:v>1429.82</c:v>
                </c:pt>
                <c:pt idx="380">
                  <c:v>1464.9</c:v>
                </c:pt>
                <c:pt idx="381">
                  <c:v>1500.56</c:v>
                </c:pt>
                <c:pt idx="382">
                  <c:v>1535.75</c:v>
                </c:pt>
                <c:pt idx="383">
                  <c:v>1569.47</c:v>
                </c:pt>
                <c:pt idx="384">
                  <c:v>1600.74</c:v>
                </c:pt>
                <c:pt idx="385">
                  <c:v>1628.66</c:v>
                </c:pt>
                <c:pt idx="386">
                  <c:v>1652.45</c:v>
                </c:pt>
                <c:pt idx="387">
                  <c:v>1671.42</c:v>
                </c:pt>
                <c:pt idx="388">
                  <c:v>1685.04</c:v>
                </c:pt>
                <c:pt idx="389">
                  <c:v>1692.91</c:v>
                </c:pt>
                <c:pt idx="390">
                  <c:v>1694.83</c:v>
                </c:pt>
                <c:pt idx="391">
                  <c:v>1690.74</c:v>
                </c:pt>
                <c:pt idx="392">
                  <c:v>1680.77</c:v>
                </c:pt>
                <c:pt idx="393">
                  <c:v>1665.22</c:v>
                </c:pt>
                <c:pt idx="394">
                  <c:v>1644.53</c:v>
                </c:pt>
                <c:pt idx="395">
                  <c:v>1619.32</c:v>
                </c:pt>
                <c:pt idx="396">
                  <c:v>1590.31</c:v>
                </c:pt>
                <c:pt idx="397">
                  <c:v>1558.35</c:v>
                </c:pt>
                <c:pt idx="398">
                  <c:v>1524.37</c:v>
                </c:pt>
                <c:pt idx="399">
                  <c:v>1489.36</c:v>
                </c:pt>
                <c:pt idx="400">
                  <c:v>1454.33</c:v>
                </c:pt>
                <c:pt idx="401">
                  <c:v>1420.33</c:v>
                </c:pt>
                <c:pt idx="402">
                  <c:v>1388.34</c:v>
                </c:pt>
                <c:pt idx="403">
                  <c:v>1359.32</c:v>
                </c:pt>
                <c:pt idx="404">
                  <c:v>1334.13</c:v>
                </c:pt>
                <c:pt idx="405">
                  <c:v>1313.54</c:v>
                </c:pt>
                <c:pt idx="406">
                  <c:v>1298.19</c:v>
                </c:pt>
                <c:pt idx="407">
                  <c:v>1288.56</c:v>
                </c:pt>
                <c:pt idx="408">
                  <c:v>1284.99</c:v>
                </c:pt>
                <c:pt idx="409">
                  <c:v>1287.6400000000001</c:v>
                </c:pt>
                <c:pt idx="410">
                  <c:v>1296.52</c:v>
                </c:pt>
                <c:pt idx="411">
                  <c:v>1311.43</c:v>
                </c:pt>
                <c:pt idx="412">
                  <c:v>1332.03</c:v>
                </c:pt>
                <c:pt idx="413">
                  <c:v>1357.81</c:v>
                </c:pt>
                <c:pt idx="414">
                  <c:v>1388.12</c:v>
                </c:pt>
                <c:pt idx="415">
                  <c:v>1422.17</c:v>
                </c:pt>
                <c:pt idx="416">
                  <c:v>1459.08</c:v>
                </c:pt>
                <c:pt idx="417">
                  <c:v>1497.88</c:v>
                </c:pt>
                <c:pt idx="418">
                  <c:v>1537.53</c:v>
                </c:pt>
                <c:pt idx="419">
                  <c:v>1577</c:v>
                </c:pt>
                <c:pt idx="420">
                  <c:v>1615.22</c:v>
                </c:pt>
                <c:pt idx="421">
                  <c:v>1651.19</c:v>
                </c:pt>
                <c:pt idx="422">
                  <c:v>1683.93</c:v>
                </c:pt>
                <c:pt idx="423">
                  <c:v>1712.58</c:v>
                </c:pt>
                <c:pt idx="424">
                  <c:v>1736.37</c:v>
                </c:pt>
                <c:pt idx="425">
                  <c:v>1754.68</c:v>
                </c:pt>
                <c:pt idx="426">
                  <c:v>1767</c:v>
                </c:pt>
                <c:pt idx="427">
                  <c:v>1773.03</c:v>
                </c:pt>
                <c:pt idx="428">
                  <c:v>1772.61</c:v>
                </c:pt>
                <c:pt idx="429">
                  <c:v>1765.76</c:v>
                </c:pt>
                <c:pt idx="430">
                  <c:v>1752.67</c:v>
                </c:pt>
                <c:pt idx="431">
                  <c:v>1733.72</c:v>
                </c:pt>
                <c:pt idx="432">
                  <c:v>1709.43</c:v>
                </c:pt>
                <c:pt idx="433">
                  <c:v>1680.45</c:v>
                </c:pt>
                <c:pt idx="434">
                  <c:v>1647.59</c:v>
                </c:pt>
                <c:pt idx="435">
                  <c:v>1611.74</c:v>
                </c:pt>
                <c:pt idx="436">
                  <c:v>1573.87</c:v>
                </c:pt>
                <c:pt idx="437">
                  <c:v>1535</c:v>
                </c:pt>
                <c:pt idx="438">
                  <c:v>1496.17</c:v>
                </c:pt>
                <c:pt idx="439">
                  <c:v>1458.44</c:v>
                </c:pt>
                <c:pt idx="440">
                  <c:v>1422.79</c:v>
                </c:pt>
                <c:pt idx="441">
                  <c:v>1390.18</c:v>
                </c:pt>
                <c:pt idx="442">
                  <c:v>1361.45</c:v>
                </c:pt>
                <c:pt idx="443">
                  <c:v>1337.35</c:v>
                </c:pt>
                <c:pt idx="444">
                  <c:v>1318.47</c:v>
                </c:pt>
                <c:pt idx="445">
                  <c:v>1305.29</c:v>
                </c:pt>
                <c:pt idx="446">
                  <c:v>1298.0899999999999</c:v>
                </c:pt>
                <c:pt idx="447">
                  <c:v>1297.01</c:v>
                </c:pt>
                <c:pt idx="448">
                  <c:v>1302.01</c:v>
                </c:pt>
                <c:pt idx="449">
                  <c:v>1312.87</c:v>
                </c:pt>
                <c:pt idx="450">
                  <c:v>1329.21</c:v>
                </c:pt>
                <c:pt idx="451">
                  <c:v>1350.51</c:v>
                </c:pt>
                <c:pt idx="452">
                  <c:v>1376.12</c:v>
                </c:pt>
                <c:pt idx="453">
                  <c:v>1405.23</c:v>
                </c:pt>
                <c:pt idx="454">
                  <c:v>1436.99</c:v>
                </c:pt>
                <c:pt idx="455">
                  <c:v>1470.45</c:v>
                </c:pt>
                <c:pt idx="456">
                  <c:v>1504.61</c:v>
                </c:pt>
                <c:pt idx="457">
                  <c:v>1538.48</c:v>
                </c:pt>
                <c:pt idx="458">
                  <c:v>1571.07</c:v>
                </c:pt>
                <c:pt idx="459">
                  <c:v>1601.43</c:v>
                </c:pt>
                <c:pt idx="460">
                  <c:v>1628.69</c:v>
                </c:pt>
                <c:pt idx="461">
                  <c:v>1652.06</c:v>
                </c:pt>
                <c:pt idx="462">
                  <c:v>1670.87</c:v>
                </c:pt>
                <c:pt idx="463">
                  <c:v>1684.59</c:v>
                </c:pt>
                <c:pt idx="464">
                  <c:v>1692.83</c:v>
                </c:pt>
                <c:pt idx="465">
                  <c:v>1695.36</c:v>
                </c:pt>
                <c:pt idx="466">
                  <c:v>1692.12</c:v>
                </c:pt>
                <c:pt idx="467">
                  <c:v>1683.22</c:v>
                </c:pt>
                <c:pt idx="468">
                  <c:v>1668.93</c:v>
                </c:pt>
                <c:pt idx="469">
                  <c:v>1649.68</c:v>
                </c:pt>
                <c:pt idx="470">
                  <c:v>1626.02</c:v>
                </c:pt>
                <c:pt idx="471">
                  <c:v>1598.66</c:v>
                </c:pt>
                <c:pt idx="472">
                  <c:v>1568.41</c:v>
                </c:pt>
                <c:pt idx="473">
                  <c:v>1536.14</c:v>
                </c:pt>
                <c:pt idx="474">
                  <c:v>1502.81</c:v>
                </c:pt>
                <c:pt idx="475">
                  <c:v>1469.39</c:v>
                </c:pt>
                <c:pt idx="476">
                  <c:v>1436.88</c:v>
                </c:pt>
                <c:pt idx="477">
                  <c:v>1406.23</c:v>
                </c:pt>
                <c:pt idx="478">
                  <c:v>1378.34</c:v>
                </c:pt>
                <c:pt idx="479">
                  <c:v>1354.07</c:v>
                </c:pt>
                <c:pt idx="480">
                  <c:v>1334.13</c:v>
                </c:pt>
                <c:pt idx="481">
                  <c:v>1319.14</c:v>
                </c:pt>
                <c:pt idx="482">
                  <c:v>1309.57</c:v>
                </c:pt>
                <c:pt idx="483">
                  <c:v>1305.76</c:v>
                </c:pt>
                <c:pt idx="484">
                  <c:v>1307.8499999999999</c:v>
                </c:pt>
                <c:pt idx="485">
                  <c:v>1315.85</c:v>
                </c:pt>
                <c:pt idx="486">
                  <c:v>1329.58</c:v>
                </c:pt>
                <c:pt idx="487">
                  <c:v>1348.72</c:v>
                </c:pt>
                <c:pt idx="488">
                  <c:v>1372.77</c:v>
                </c:pt>
                <c:pt idx="489">
                  <c:v>1401.12</c:v>
                </c:pt>
                <c:pt idx="490">
                  <c:v>1433.02</c:v>
                </c:pt>
                <c:pt idx="491">
                  <c:v>1467.63</c:v>
                </c:pt>
                <c:pt idx="492">
                  <c:v>1504.01</c:v>
                </c:pt>
                <c:pt idx="493">
                  <c:v>1541.2</c:v>
                </c:pt>
                <c:pt idx="494">
                  <c:v>1578.2</c:v>
                </c:pt>
                <c:pt idx="495">
                  <c:v>1614</c:v>
                </c:pt>
                <c:pt idx="496">
                  <c:v>1647.64</c:v>
                </c:pt>
                <c:pt idx="497">
                  <c:v>1678.2</c:v>
                </c:pt>
                <c:pt idx="498">
                  <c:v>1704.87</c:v>
                </c:pt>
                <c:pt idx="499">
                  <c:v>1726.92</c:v>
                </c:pt>
                <c:pt idx="500">
                  <c:v>1743.76</c:v>
                </c:pt>
                <c:pt idx="501">
                  <c:v>1754.93</c:v>
                </c:pt>
                <c:pt idx="502">
                  <c:v>1760.13</c:v>
                </c:pt>
                <c:pt idx="503">
                  <c:v>1759.24</c:v>
                </c:pt>
                <c:pt idx="504">
                  <c:v>1752.29</c:v>
                </c:pt>
                <c:pt idx="505">
                  <c:v>1739.48</c:v>
                </c:pt>
                <c:pt idx="506">
                  <c:v>1721.16</c:v>
                </c:pt>
                <c:pt idx="507">
                  <c:v>1697.84</c:v>
                </c:pt>
                <c:pt idx="508">
                  <c:v>1670.18</c:v>
                </c:pt>
                <c:pt idx="509">
                  <c:v>1638.93</c:v>
                </c:pt>
                <c:pt idx="510">
                  <c:v>1604.96</c:v>
                </c:pt>
                <c:pt idx="511">
                  <c:v>1569.19</c:v>
                </c:pt>
                <c:pt idx="512">
                  <c:v>1532.62</c:v>
                </c:pt>
                <c:pt idx="513">
                  <c:v>1496.23</c:v>
                </c:pt>
                <c:pt idx="514">
                  <c:v>1461.01</c:v>
                </c:pt>
                <c:pt idx="515">
                  <c:v>1427.93</c:v>
                </c:pt>
                <c:pt idx="516">
                  <c:v>1397.87</c:v>
                </c:pt>
                <c:pt idx="517">
                  <c:v>1371.62</c:v>
                </c:pt>
                <c:pt idx="518">
                  <c:v>1349.9</c:v>
                </c:pt>
                <c:pt idx="519">
                  <c:v>1333.25</c:v>
                </c:pt>
                <c:pt idx="520">
                  <c:v>1322.1</c:v>
                </c:pt>
                <c:pt idx="521">
                  <c:v>1316.7</c:v>
                </c:pt>
                <c:pt idx="522">
                  <c:v>1317.17</c:v>
                </c:pt>
                <c:pt idx="523">
                  <c:v>1323.44</c:v>
                </c:pt>
                <c:pt idx="524">
                  <c:v>1335.27</c:v>
                </c:pt>
                <c:pt idx="525">
                  <c:v>1352.28</c:v>
                </c:pt>
                <c:pt idx="526">
                  <c:v>1373.95</c:v>
                </c:pt>
                <c:pt idx="527">
                  <c:v>1399.61</c:v>
                </c:pt>
                <c:pt idx="528">
                  <c:v>1428.49</c:v>
                </c:pt>
                <c:pt idx="529">
                  <c:v>1459.73</c:v>
                </c:pt>
                <c:pt idx="530">
                  <c:v>1492.41</c:v>
                </c:pt>
                <c:pt idx="531">
                  <c:v>1525.57</c:v>
                </c:pt>
                <c:pt idx="532">
                  <c:v>1558.24</c:v>
                </c:pt>
                <c:pt idx="533">
                  <c:v>1589.46</c:v>
                </c:pt>
                <c:pt idx="534">
                  <c:v>1618.32</c:v>
                </c:pt>
                <c:pt idx="535">
                  <c:v>1643.98</c:v>
                </c:pt>
                <c:pt idx="536">
                  <c:v>1665.7</c:v>
                </c:pt>
                <c:pt idx="537">
                  <c:v>1682.83</c:v>
                </c:pt>
                <c:pt idx="538">
                  <c:v>1694.89</c:v>
                </c:pt>
                <c:pt idx="539">
                  <c:v>1701.52</c:v>
                </c:pt>
                <c:pt idx="540">
                  <c:v>1702.53</c:v>
                </c:pt>
                <c:pt idx="541">
                  <c:v>1697.88</c:v>
                </c:pt>
                <c:pt idx="542">
                  <c:v>1687.71</c:v>
                </c:pt>
                <c:pt idx="543">
                  <c:v>1672.31</c:v>
                </c:pt>
                <c:pt idx="544">
                  <c:v>1652.11</c:v>
                </c:pt>
                <c:pt idx="545">
                  <c:v>1627.71</c:v>
                </c:pt>
                <c:pt idx="546">
                  <c:v>1599.8</c:v>
                </c:pt>
                <c:pt idx="547">
                  <c:v>1569.2</c:v>
                </c:pt>
                <c:pt idx="548">
                  <c:v>1536.78</c:v>
                </c:pt>
                <c:pt idx="549">
                  <c:v>1503.5</c:v>
                </c:pt>
                <c:pt idx="550">
                  <c:v>1470.31</c:v>
                </c:pt>
                <c:pt idx="551">
                  <c:v>1438.19</c:v>
                </c:pt>
                <c:pt idx="552">
                  <c:v>1408.08</c:v>
                </c:pt>
                <c:pt idx="553">
                  <c:v>1380.87</c:v>
                </c:pt>
                <c:pt idx="554">
                  <c:v>1357.36</c:v>
                </c:pt>
                <c:pt idx="555">
                  <c:v>1338.27</c:v>
                </c:pt>
                <c:pt idx="556">
                  <c:v>1324.17</c:v>
                </c:pt>
                <c:pt idx="557">
                  <c:v>1315.52</c:v>
                </c:pt>
                <c:pt idx="558">
                  <c:v>1312.6</c:v>
                </c:pt>
                <c:pt idx="559">
                  <c:v>1315.54</c:v>
                </c:pt>
                <c:pt idx="560">
                  <c:v>1324.31</c:v>
                </c:pt>
                <c:pt idx="561">
                  <c:v>1338.71</c:v>
                </c:pt>
                <c:pt idx="562">
                  <c:v>1358.38</c:v>
                </c:pt>
                <c:pt idx="563">
                  <c:v>1382.81</c:v>
                </c:pt>
                <c:pt idx="564">
                  <c:v>1411.35</c:v>
                </c:pt>
                <c:pt idx="565">
                  <c:v>1443.24</c:v>
                </c:pt>
                <c:pt idx="566">
                  <c:v>1477.62</c:v>
                </c:pt>
                <c:pt idx="567">
                  <c:v>1513.55</c:v>
                </c:pt>
                <c:pt idx="568">
                  <c:v>1550.05</c:v>
                </c:pt>
                <c:pt idx="569">
                  <c:v>1586.11</c:v>
                </c:pt>
                <c:pt idx="570">
                  <c:v>1620.75</c:v>
                </c:pt>
                <c:pt idx="571">
                  <c:v>1653</c:v>
                </c:pt>
                <c:pt idx="572">
                  <c:v>1681.97</c:v>
                </c:pt>
                <c:pt idx="573">
                  <c:v>1706.84</c:v>
                </c:pt>
                <c:pt idx="574">
                  <c:v>1726.92</c:v>
                </c:pt>
                <c:pt idx="575">
                  <c:v>1741.64</c:v>
                </c:pt>
                <c:pt idx="576">
                  <c:v>1750.59</c:v>
                </c:pt>
                <c:pt idx="577">
                  <c:v>1753.49</c:v>
                </c:pt>
                <c:pt idx="578">
                  <c:v>1750.26</c:v>
                </c:pt>
                <c:pt idx="579">
                  <c:v>1740.97</c:v>
                </c:pt>
                <c:pt idx="580">
                  <c:v>1725.86</c:v>
                </c:pt>
                <c:pt idx="581">
                  <c:v>1705.34</c:v>
                </c:pt>
                <c:pt idx="582">
                  <c:v>1679.96</c:v>
                </c:pt>
                <c:pt idx="583">
                  <c:v>1650.41</c:v>
                </c:pt>
                <c:pt idx="584">
                  <c:v>1617.5</c:v>
                </c:pt>
                <c:pt idx="585">
                  <c:v>1582.13</c:v>
                </c:pt>
                <c:pt idx="586">
                  <c:v>1545.28</c:v>
                </c:pt>
                <c:pt idx="587">
                  <c:v>1507.95</c:v>
                </c:pt>
                <c:pt idx="588">
                  <c:v>1471.17</c:v>
                </c:pt>
                <c:pt idx="589">
                  <c:v>1435.96</c:v>
                </c:pt>
                <c:pt idx="590">
                  <c:v>1403.29</c:v>
                </c:pt>
                <c:pt idx="591">
                  <c:v>1374.05</c:v>
                </c:pt>
                <c:pt idx="592">
                  <c:v>1349.06</c:v>
                </c:pt>
                <c:pt idx="593">
                  <c:v>1328.99</c:v>
                </c:pt>
                <c:pt idx="594">
                  <c:v>1314.41</c:v>
                </c:pt>
                <c:pt idx="595">
                  <c:v>1305.71</c:v>
                </c:pt>
                <c:pt idx="596">
                  <c:v>1303.1099999999999</c:v>
                </c:pt>
                <c:pt idx="597">
                  <c:v>1306.7</c:v>
                </c:pt>
                <c:pt idx="598">
                  <c:v>1316.35</c:v>
                </c:pt>
                <c:pt idx="599">
                  <c:v>1331.79</c:v>
                </c:pt>
                <c:pt idx="600">
                  <c:v>1352.58</c:v>
                </c:pt>
                <c:pt idx="601">
                  <c:v>1378.12</c:v>
                </c:pt>
                <c:pt idx="602">
                  <c:v>1407.7</c:v>
                </c:pt>
                <c:pt idx="603">
                  <c:v>1440.47</c:v>
                </c:pt>
                <c:pt idx="604">
                  <c:v>1475.51</c:v>
                </c:pt>
                <c:pt idx="605">
                  <c:v>1511.83</c:v>
                </c:pt>
                <c:pt idx="606">
                  <c:v>1548.4</c:v>
                </c:pt>
                <c:pt idx="607">
                  <c:v>1584.18</c:v>
                </c:pt>
                <c:pt idx="608">
                  <c:v>1618.16</c:v>
                </c:pt>
                <c:pt idx="609">
                  <c:v>1649.38</c:v>
                </c:pt>
                <c:pt idx="610">
                  <c:v>1676.96</c:v>
                </c:pt>
                <c:pt idx="611">
                  <c:v>1700.1</c:v>
                </c:pt>
                <c:pt idx="612">
                  <c:v>1718.16</c:v>
                </c:pt>
                <c:pt idx="613">
                  <c:v>1730.6</c:v>
                </c:pt>
                <c:pt idx="614">
                  <c:v>1737.09</c:v>
                </c:pt>
                <c:pt idx="615">
                  <c:v>1737.42</c:v>
                </c:pt>
                <c:pt idx="616">
                  <c:v>1731.58</c:v>
                </c:pt>
                <c:pt idx="617">
                  <c:v>1719.73</c:v>
                </c:pt>
                <c:pt idx="618">
                  <c:v>1702.19</c:v>
                </c:pt>
                <c:pt idx="619">
                  <c:v>1679.45</c:v>
                </c:pt>
                <c:pt idx="620">
                  <c:v>1652.15</c:v>
                </c:pt>
                <c:pt idx="621">
                  <c:v>1621.06</c:v>
                </c:pt>
                <c:pt idx="622">
                  <c:v>1587.04</c:v>
                </c:pt>
                <c:pt idx="623">
                  <c:v>1551.07</c:v>
                </c:pt>
                <c:pt idx="624">
                  <c:v>1514.15</c:v>
                </c:pt>
                <c:pt idx="625">
                  <c:v>1477.34</c:v>
                </c:pt>
                <c:pt idx="626">
                  <c:v>1441.67</c:v>
                </c:pt>
                <c:pt idx="627">
                  <c:v>1408.16</c:v>
                </c:pt>
                <c:pt idx="628">
                  <c:v>1377.78</c:v>
                </c:pt>
                <c:pt idx="629">
                  <c:v>1351.39</c:v>
                </c:pt>
                <c:pt idx="630">
                  <c:v>1329.75</c:v>
                </c:pt>
                <c:pt idx="631">
                  <c:v>1313.49</c:v>
                </c:pt>
                <c:pt idx="632">
                  <c:v>1303.1099999999999</c:v>
                </c:pt>
                <c:pt idx="633">
                  <c:v>1298.9100000000001</c:v>
                </c:pt>
                <c:pt idx="634">
                  <c:v>1301.04</c:v>
                </c:pt>
                <c:pt idx="635">
                  <c:v>1309.47</c:v>
                </c:pt>
                <c:pt idx="636">
                  <c:v>1324</c:v>
                </c:pt>
                <c:pt idx="637">
                  <c:v>1344.23</c:v>
                </c:pt>
                <c:pt idx="638">
                  <c:v>1369.65</c:v>
                </c:pt>
                <c:pt idx="639">
                  <c:v>1399.55</c:v>
                </c:pt>
                <c:pt idx="640">
                  <c:v>1433.14</c:v>
                </c:pt>
                <c:pt idx="641">
                  <c:v>1469.48</c:v>
                </c:pt>
                <c:pt idx="642">
                  <c:v>1507.6</c:v>
                </c:pt>
                <c:pt idx="643">
                  <c:v>1546.42</c:v>
                </c:pt>
                <c:pt idx="644">
                  <c:v>1584.9</c:v>
                </c:pt>
                <c:pt idx="645">
                  <c:v>1621.96</c:v>
                </c:pt>
                <c:pt idx="646">
                  <c:v>1656.58</c:v>
                </c:pt>
                <c:pt idx="647">
                  <c:v>1687.79</c:v>
                </c:pt>
                <c:pt idx="648">
                  <c:v>1714.74</c:v>
                </c:pt>
                <c:pt idx="649">
                  <c:v>1736.66</c:v>
                </c:pt>
                <c:pt idx="650">
                  <c:v>1752.95</c:v>
                </c:pt>
                <c:pt idx="651">
                  <c:v>1763.15</c:v>
                </c:pt>
                <c:pt idx="652">
                  <c:v>1766.96</c:v>
                </c:pt>
                <c:pt idx="653">
                  <c:v>1764.28</c:v>
                </c:pt>
                <c:pt idx="654">
                  <c:v>1755.17</c:v>
                </c:pt>
                <c:pt idx="655">
                  <c:v>1739.87</c:v>
                </c:pt>
                <c:pt idx="656">
                  <c:v>1718.81</c:v>
                </c:pt>
                <c:pt idx="657">
                  <c:v>1692.56</c:v>
                </c:pt>
                <c:pt idx="658">
                  <c:v>1661.84</c:v>
                </c:pt>
                <c:pt idx="659">
                  <c:v>1627.5</c:v>
                </c:pt>
                <c:pt idx="660">
                  <c:v>1590.49</c:v>
                </c:pt>
                <c:pt idx="661">
                  <c:v>1551.83</c:v>
                </c:pt>
                <c:pt idx="662">
                  <c:v>1512.6</c:v>
                </c:pt>
                <c:pt idx="663">
                  <c:v>1473.87</c:v>
                </c:pt>
                <c:pt idx="664">
                  <c:v>1436.73</c:v>
                </c:pt>
                <c:pt idx="665">
                  <c:v>1402.2</c:v>
                </c:pt>
                <c:pt idx="666">
                  <c:v>1371.24</c:v>
                </c:pt>
                <c:pt idx="667">
                  <c:v>1344.72</c:v>
                </c:pt>
                <c:pt idx="668">
                  <c:v>1323.37</c:v>
                </c:pt>
                <c:pt idx="669">
                  <c:v>1307.79</c:v>
                </c:pt>
                <c:pt idx="670">
                  <c:v>1298.4100000000001</c:v>
                </c:pt>
                <c:pt idx="671">
                  <c:v>1295.5</c:v>
                </c:pt>
                <c:pt idx="672">
                  <c:v>1299.1500000000001</c:v>
                </c:pt>
                <c:pt idx="673">
                  <c:v>1309.25</c:v>
                </c:pt>
                <c:pt idx="674">
                  <c:v>1325.54</c:v>
                </c:pt>
                <c:pt idx="675">
                  <c:v>1347.55</c:v>
                </c:pt>
                <c:pt idx="676">
                  <c:v>1374.7</c:v>
                </c:pt>
                <c:pt idx="677">
                  <c:v>1406.22</c:v>
                </c:pt>
                <c:pt idx="678">
                  <c:v>1441.25</c:v>
                </c:pt>
                <c:pt idx="679">
                  <c:v>1478.82</c:v>
                </c:pt>
                <c:pt idx="680">
                  <c:v>1517.88</c:v>
                </c:pt>
                <c:pt idx="681">
                  <c:v>1557.36</c:v>
                </c:pt>
                <c:pt idx="682">
                  <c:v>1596.16</c:v>
                </c:pt>
                <c:pt idx="683">
                  <c:v>1633.2</c:v>
                </c:pt>
                <c:pt idx="684">
                  <c:v>1667.44</c:v>
                </c:pt>
                <c:pt idx="685">
                  <c:v>1697.94</c:v>
                </c:pt>
                <c:pt idx="686">
                  <c:v>1723.83</c:v>
                </c:pt>
                <c:pt idx="687">
                  <c:v>1744.4</c:v>
                </c:pt>
                <c:pt idx="688">
                  <c:v>1759.04</c:v>
                </c:pt>
                <c:pt idx="689">
                  <c:v>1767.34</c:v>
                </c:pt>
                <c:pt idx="690">
                  <c:v>1769.05</c:v>
                </c:pt>
                <c:pt idx="691">
                  <c:v>1764.09</c:v>
                </c:pt>
                <c:pt idx="692">
                  <c:v>1752.56</c:v>
                </c:pt>
                <c:pt idx="693">
                  <c:v>1734.74</c:v>
                </c:pt>
                <c:pt idx="694">
                  <c:v>1711.1</c:v>
                </c:pt>
                <c:pt idx="695">
                  <c:v>1682.22</c:v>
                </c:pt>
                <c:pt idx="696">
                  <c:v>1648.87</c:v>
                </c:pt>
                <c:pt idx="697">
                  <c:v>1611.9</c:v>
                </c:pt>
                <c:pt idx="698">
                  <c:v>1572.27</c:v>
                </c:pt>
                <c:pt idx="699">
                  <c:v>1531</c:v>
                </c:pt>
                <c:pt idx="700">
                  <c:v>1489.17</c:v>
                </c:pt>
                <c:pt idx="701">
                  <c:v>1447.84</c:v>
                </c:pt>
                <c:pt idx="702">
                  <c:v>1408.08</c:v>
                </c:pt>
                <c:pt idx="703">
                  <c:v>1370.88</c:v>
                </c:pt>
                <c:pt idx="704">
                  <c:v>1337.2</c:v>
                </c:pt>
                <c:pt idx="705">
                  <c:v>1307.8599999999999</c:v>
                </c:pt>
                <c:pt idx="706">
                  <c:v>1283.57</c:v>
                </c:pt>
                <c:pt idx="707">
                  <c:v>1264.9000000000001</c:v>
                </c:pt>
                <c:pt idx="708">
                  <c:v>1252.28</c:v>
                </c:pt>
                <c:pt idx="709">
                  <c:v>1245.96</c:v>
                </c:pt>
                <c:pt idx="710">
                  <c:v>1246</c:v>
                </c:pt>
                <c:pt idx="711">
                  <c:v>1252.32</c:v>
                </c:pt>
                <c:pt idx="712">
                  <c:v>1264.6600000000001</c:v>
                </c:pt>
                <c:pt idx="713">
                  <c:v>1282.5899999999999</c:v>
                </c:pt>
                <c:pt idx="714">
                  <c:v>1305.53</c:v>
                </c:pt>
                <c:pt idx="715">
                  <c:v>1332.79</c:v>
                </c:pt>
                <c:pt idx="716">
                  <c:v>1363.54</c:v>
                </c:pt>
                <c:pt idx="717">
                  <c:v>1396.9</c:v>
                </c:pt>
                <c:pt idx="718">
                  <c:v>1431.88</c:v>
                </c:pt>
                <c:pt idx="719">
                  <c:v>1467.49</c:v>
                </c:pt>
                <c:pt idx="720">
                  <c:v>1502.72</c:v>
                </c:pt>
                <c:pt idx="721">
                  <c:v>1536.59</c:v>
                </c:pt>
                <c:pt idx="722">
                  <c:v>1568.14</c:v>
                </c:pt>
                <c:pt idx="723">
                  <c:v>1596.51</c:v>
                </c:pt>
                <c:pt idx="724">
                  <c:v>1620.94</c:v>
                </c:pt>
                <c:pt idx="725">
                  <c:v>1640.76</c:v>
                </c:pt>
                <c:pt idx="726">
                  <c:v>1655.46</c:v>
                </c:pt>
                <c:pt idx="727">
                  <c:v>1664.67</c:v>
                </c:pt>
                <c:pt idx="728">
                  <c:v>1668.18</c:v>
                </c:pt>
                <c:pt idx="729">
                  <c:v>1665.95</c:v>
                </c:pt>
                <c:pt idx="730">
                  <c:v>1658.08</c:v>
                </c:pt>
                <c:pt idx="731">
                  <c:v>1644.86</c:v>
                </c:pt>
                <c:pt idx="732">
                  <c:v>1626.72</c:v>
                </c:pt>
                <c:pt idx="733">
                  <c:v>1604.23</c:v>
                </c:pt>
                <c:pt idx="734">
                  <c:v>1578.07</c:v>
                </c:pt>
                <c:pt idx="735">
                  <c:v>1549.06</c:v>
                </c:pt>
                <c:pt idx="736">
                  <c:v>1518.07</c:v>
                </c:pt>
                <c:pt idx="737">
                  <c:v>1486.02</c:v>
                </c:pt>
                <c:pt idx="738">
                  <c:v>1453.9</c:v>
                </c:pt>
                <c:pt idx="739">
                  <c:v>1422.66</c:v>
                </c:pt>
                <c:pt idx="740">
                  <c:v>1393.25</c:v>
                </c:pt>
                <c:pt idx="741">
                  <c:v>1366.57</c:v>
                </c:pt>
                <c:pt idx="742">
                  <c:v>1343.45</c:v>
                </c:pt>
                <c:pt idx="743">
                  <c:v>1324.59</c:v>
                </c:pt>
                <c:pt idx="744">
                  <c:v>1310.6199999999999</c:v>
                </c:pt>
                <c:pt idx="745">
                  <c:v>1302</c:v>
                </c:pt>
                <c:pt idx="746">
                  <c:v>1299.05</c:v>
                </c:pt>
                <c:pt idx="747">
                  <c:v>1301.94</c:v>
                </c:pt>
                <c:pt idx="748">
                  <c:v>1310.68</c:v>
                </c:pt>
                <c:pt idx="749">
                  <c:v>1325.09</c:v>
                </c:pt>
                <c:pt idx="750">
                  <c:v>1344.88</c:v>
                </c:pt>
                <c:pt idx="751">
                  <c:v>1369.56</c:v>
                </c:pt>
                <c:pt idx="752">
                  <c:v>1398.54</c:v>
                </c:pt>
                <c:pt idx="753">
                  <c:v>1431.08</c:v>
                </c:pt>
                <c:pt idx="754">
                  <c:v>1466.35</c:v>
                </c:pt>
                <c:pt idx="755">
                  <c:v>1503.45</c:v>
                </c:pt>
                <c:pt idx="756">
                  <c:v>1541.41</c:v>
                </c:pt>
                <c:pt idx="757">
                  <c:v>1579.23</c:v>
                </c:pt>
                <c:pt idx="758">
                  <c:v>1615.93</c:v>
                </c:pt>
                <c:pt idx="759">
                  <c:v>1650.53</c:v>
                </c:pt>
                <c:pt idx="760">
                  <c:v>1682.11</c:v>
                </c:pt>
                <c:pt idx="761">
                  <c:v>1709.84</c:v>
                </c:pt>
                <c:pt idx="762">
                  <c:v>1732.97</c:v>
                </c:pt>
                <c:pt idx="763">
                  <c:v>1750.87</c:v>
                </c:pt>
                <c:pt idx="764">
                  <c:v>1763.08</c:v>
                </c:pt>
                <c:pt idx="765">
                  <c:v>1769.25</c:v>
                </c:pt>
                <c:pt idx="766">
                  <c:v>1769.2</c:v>
                </c:pt>
                <c:pt idx="767">
                  <c:v>1762.94</c:v>
                </c:pt>
                <c:pt idx="768">
                  <c:v>1750.62</c:v>
                </c:pt>
                <c:pt idx="769">
                  <c:v>1732.55</c:v>
                </c:pt>
                <c:pt idx="770">
                  <c:v>1709.2</c:v>
                </c:pt>
                <c:pt idx="771">
                  <c:v>1681.19</c:v>
                </c:pt>
                <c:pt idx="772">
                  <c:v>1649.24</c:v>
                </c:pt>
                <c:pt idx="773">
                  <c:v>1614.2</c:v>
                </c:pt>
                <c:pt idx="774">
                  <c:v>1576.97</c:v>
                </c:pt>
                <c:pt idx="775">
                  <c:v>1538.53</c:v>
                </c:pt>
                <c:pt idx="776">
                  <c:v>1499.88</c:v>
                </c:pt>
                <c:pt idx="777">
                  <c:v>1462.03</c:v>
                </c:pt>
                <c:pt idx="778">
                  <c:v>1425.94</c:v>
                </c:pt>
                <c:pt idx="779">
                  <c:v>1392.54</c:v>
                </c:pt>
                <c:pt idx="780">
                  <c:v>1362.68</c:v>
                </c:pt>
                <c:pt idx="781">
                  <c:v>1337.1</c:v>
                </c:pt>
                <c:pt idx="782">
                  <c:v>1316.43</c:v>
                </c:pt>
                <c:pt idx="783">
                  <c:v>1301.1600000000001</c:v>
                </c:pt>
                <c:pt idx="784">
                  <c:v>1291.6099999999999</c:v>
                </c:pt>
                <c:pt idx="785">
                  <c:v>1287.98</c:v>
                </c:pt>
                <c:pt idx="786">
                  <c:v>1290.27</c:v>
                </c:pt>
                <c:pt idx="787">
                  <c:v>1298.3399999999999</c:v>
                </c:pt>
                <c:pt idx="788">
                  <c:v>1311.88</c:v>
                </c:pt>
                <c:pt idx="789">
                  <c:v>1330.44</c:v>
                </c:pt>
                <c:pt idx="790">
                  <c:v>1353.41</c:v>
                </c:pt>
                <c:pt idx="791">
                  <c:v>1380.09</c:v>
                </c:pt>
                <c:pt idx="792">
                  <c:v>1409.67</c:v>
                </c:pt>
                <c:pt idx="793">
                  <c:v>1441.27</c:v>
                </c:pt>
                <c:pt idx="794">
                  <c:v>1473.94</c:v>
                </c:pt>
                <c:pt idx="795">
                  <c:v>1506.74</c:v>
                </c:pt>
                <c:pt idx="796">
                  <c:v>1538.69</c:v>
                </c:pt>
                <c:pt idx="797">
                  <c:v>1568.89</c:v>
                </c:pt>
                <c:pt idx="798">
                  <c:v>1596.45</c:v>
                </c:pt>
                <c:pt idx="799">
                  <c:v>1620.6</c:v>
                </c:pt>
                <c:pt idx="800">
                  <c:v>1640.64</c:v>
                </c:pt>
                <c:pt idx="801">
                  <c:v>1656.02</c:v>
                </c:pt>
                <c:pt idx="802">
                  <c:v>1666.3</c:v>
                </c:pt>
                <c:pt idx="803">
                  <c:v>1671.22</c:v>
                </c:pt>
                <c:pt idx="804">
                  <c:v>1670.67</c:v>
                </c:pt>
                <c:pt idx="805">
                  <c:v>1664.67</c:v>
                </c:pt>
                <c:pt idx="806">
                  <c:v>1653.44</c:v>
                </c:pt>
                <c:pt idx="807">
                  <c:v>1637.33</c:v>
                </c:pt>
                <c:pt idx="808">
                  <c:v>1616.85</c:v>
                </c:pt>
                <c:pt idx="809">
                  <c:v>1592.62</c:v>
                </c:pt>
                <c:pt idx="810">
                  <c:v>1565.38</c:v>
                </c:pt>
                <c:pt idx="811">
                  <c:v>1535.97</c:v>
                </c:pt>
                <c:pt idx="812">
                  <c:v>1505.28</c:v>
                </c:pt>
                <c:pt idx="813">
                  <c:v>1474.24</c:v>
                </c:pt>
                <c:pt idx="814">
                  <c:v>1443.82</c:v>
                </c:pt>
                <c:pt idx="815">
                  <c:v>1414.94</c:v>
                </c:pt>
                <c:pt idx="816">
                  <c:v>1388.51</c:v>
                </c:pt>
                <c:pt idx="817">
                  <c:v>1365.36</c:v>
                </c:pt>
                <c:pt idx="818">
                  <c:v>1346.23</c:v>
                </c:pt>
                <c:pt idx="819">
                  <c:v>1331.77</c:v>
                </c:pt>
                <c:pt idx="820">
                  <c:v>1322.46</c:v>
                </c:pt>
                <c:pt idx="821">
                  <c:v>1318.68</c:v>
                </c:pt>
                <c:pt idx="822">
                  <c:v>1320.62</c:v>
                </c:pt>
                <c:pt idx="823">
                  <c:v>1328.32</c:v>
                </c:pt>
                <c:pt idx="824">
                  <c:v>1341.68</c:v>
                </c:pt>
                <c:pt idx="825">
                  <c:v>1360.4</c:v>
                </c:pt>
                <c:pt idx="826">
                  <c:v>1384.04</c:v>
                </c:pt>
                <c:pt idx="827">
                  <c:v>1412.04</c:v>
                </c:pt>
                <c:pt idx="828">
                  <c:v>1443.68</c:v>
                </c:pt>
                <c:pt idx="829">
                  <c:v>1478.15</c:v>
                </c:pt>
                <c:pt idx="830">
                  <c:v>1514.55</c:v>
                </c:pt>
                <c:pt idx="831">
                  <c:v>1551.92</c:v>
                </c:pt>
                <c:pt idx="832">
                  <c:v>1589.28</c:v>
                </c:pt>
                <c:pt idx="833">
                  <c:v>1625.61</c:v>
                </c:pt>
                <c:pt idx="834">
                  <c:v>1659.94</c:v>
                </c:pt>
                <c:pt idx="835">
                  <c:v>1691.33</c:v>
                </c:pt>
                <c:pt idx="836">
                  <c:v>1718.93</c:v>
                </c:pt>
                <c:pt idx="837">
                  <c:v>1741.98</c:v>
                </c:pt>
                <c:pt idx="838">
                  <c:v>1759.85</c:v>
                </c:pt>
                <c:pt idx="839">
                  <c:v>1772.02</c:v>
                </c:pt>
                <c:pt idx="840">
                  <c:v>1778.15</c:v>
                </c:pt>
                <c:pt idx="841">
                  <c:v>1778.06</c:v>
                </c:pt>
                <c:pt idx="842">
                  <c:v>1771.72</c:v>
                </c:pt>
                <c:pt idx="843">
                  <c:v>1759.3</c:v>
                </c:pt>
                <c:pt idx="844">
                  <c:v>1741.11</c:v>
                </c:pt>
                <c:pt idx="845">
                  <c:v>1717.62</c:v>
                </c:pt>
                <c:pt idx="846">
                  <c:v>1689.45</c:v>
                </c:pt>
                <c:pt idx="847">
                  <c:v>1657.35</c:v>
                </c:pt>
                <c:pt idx="848">
                  <c:v>1622.17</c:v>
                </c:pt>
                <c:pt idx="849">
                  <c:v>1584.85</c:v>
                </c:pt>
                <c:pt idx="850">
                  <c:v>1546.39</c:v>
                </c:pt>
                <c:pt idx="851">
                  <c:v>1507.81</c:v>
                </c:pt>
                <c:pt idx="852">
                  <c:v>1470.12</c:v>
                </c:pt>
                <c:pt idx="853">
                  <c:v>1434.34</c:v>
                </c:pt>
                <c:pt idx="854">
                  <c:v>1401.4</c:v>
                </c:pt>
                <c:pt idx="855">
                  <c:v>1372.17</c:v>
                </c:pt>
                <c:pt idx="856">
                  <c:v>1347.39</c:v>
                </c:pt>
                <c:pt idx="857">
                  <c:v>1327.7</c:v>
                </c:pt>
                <c:pt idx="858">
                  <c:v>1313.58</c:v>
                </c:pt>
                <c:pt idx="859">
                  <c:v>1305.3499999999999</c:v>
                </c:pt>
                <c:pt idx="860">
                  <c:v>1303.18</c:v>
                </c:pt>
                <c:pt idx="861">
                  <c:v>1307.05</c:v>
                </c:pt>
                <c:pt idx="862">
                  <c:v>1316.77</c:v>
                </c:pt>
                <c:pt idx="863">
                  <c:v>1331.99</c:v>
                </c:pt>
                <c:pt idx="864">
                  <c:v>1352.21</c:v>
                </c:pt>
                <c:pt idx="865">
                  <c:v>1376.78</c:v>
                </c:pt>
                <c:pt idx="866">
                  <c:v>1404.94</c:v>
                </c:pt>
                <c:pt idx="867">
                  <c:v>1435.8</c:v>
                </c:pt>
                <c:pt idx="868">
                  <c:v>1468.44</c:v>
                </c:pt>
                <c:pt idx="869">
                  <c:v>1501.85</c:v>
                </c:pt>
                <c:pt idx="870">
                  <c:v>1535.03</c:v>
                </c:pt>
                <c:pt idx="871">
                  <c:v>1566.97</c:v>
                </c:pt>
                <c:pt idx="872">
                  <c:v>1596.72</c:v>
                </c:pt>
                <c:pt idx="873">
                  <c:v>1623.37</c:v>
                </c:pt>
                <c:pt idx="874">
                  <c:v>1646.14</c:v>
                </c:pt>
                <c:pt idx="875">
                  <c:v>1664.33</c:v>
                </c:pt>
                <c:pt idx="876">
                  <c:v>1677.4</c:v>
                </c:pt>
                <c:pt idx="877">
                  <c:v>1684.94</c:v>
                </c:pt>
                <c:pt idx="878">
                  <c:v>1686.74</c:v>
                </c:pt>
                <c:pt idx="879">
                  <c:v>1682.73</c:v>
                </c:pt>
                <c:pt idx="880">
                  <c:v>1673.02</c:v>
                </c:pt>
                <c:pt idx="881">
                  <c:v>1657.91</c:v>
                </c:pt>
                <c:pt idx="882">
                  <c:v>1637.83</c:v>
                </c:pt>
                <c:pt idx="883">
                  <c:v>1613.39</c:v>
                </c:pt>
                <c:pt idx="884">
                  <c:v>1585.31</c:v>
                </c:pt>
                <c:pt idx="885">
                  <c:v>1554.44</c:v>
                </c:pt>
                <c:pt idx="886">
                  <c:v>1521.71</c:v>
                </c:pt>
                <c:pt idx="887">
                  <c:v>1488.11</c:v>
                </c:pt>
                <c:pt idx="888">
                  <c:v>1454.65</c:v>
                </c:pt>
                <c:pt idx="889">
                  <c:v>1422.37</c:v>
                </c:pt>
                <c:pt idx="890">
                  <c:v>1392.25</c:v>
                </c:pt>
                <c:pt idx="891">
                  <c:v>1365.24</c:v>
                </c:pt>
                <c:pt idx="892">
                  <c:v>1342.19</c:v>
                </c:pt>
                <c:pt idx="893">
                  <c:v>1323.84</c:v>
                </c:pt>
                <c:pt idx="894">
                  <c:v>1310.8</c:v>
                </c:pt>
                <c:pt idx="895">
                  <c:v>1303.53</c:v>
                </c:pt>
                <c:pt idx="896">
                  <c:v>1302.33</c:v>
                </c:pt>
                <c:pt idx="897">
                  <c:v>1307.32</c:v>
                </c:pt>
                <c:pt idx="898">
                  <c:v>1318.43</c:v>
                </c:pt>
                <c:pt idx="899">
                  <c:v>1335.44</c:v>
                </c:pt>
                <c:pt idx="900">
                  <c:v>1357.95</c:v>
                </c:pt>
                <c:pt idx="901">
                  <c:v>1385.37</c:v>
                </c:pt>
                <c:pt idx="902">
                  <c:v>1417.02</c:v>
                </c:pt>
                <c:pt idx="903">
                  <c:v>1452.05</c:v>
                </c:pt>
                <c:pt idx="904">
                  <c:v>1489.53</c:v>
                </c:pt>
                <c:pt idx="905">
                  <c:v>1528.47</c:v>
                </c:pt>
                <c:pt idx="906">
                  <c:v>1567.79</c:v>
                </c:pt>
                <c:pt idx="907">
                  <c:v>1606.45</c:v>
                </c:pt>
                <c:pt idx="908">
                  <c:v>1643.4</c:v>
                </c:pt>
                <c:pt idx="909">
                  <c:v>1677.63</c:v>
                </c:pt>
                <c:pt idx="910">
                  <c:v>1708.22</c:v>
                </c:pt>
                <c:pt idx="911">
                  <c:v>1734.34</c:v>
                </c:pt>
                <c:pt idx="912">
                  <c:v>1755.3</c:v>
                </c:pt>
                <c:pt idx="913">
                  <c:v>1770.54</c:v>
                </c:pt>
                <c:pt idx="914">
                  <c:v>1779.67</c:v>
                </c:pt>
                <c:pt idx="915">
                  <c:v>1782.47</c:v>
                </c:pt>
                <c:pt idx="916">
                  <c:v>1778.9</c:v>
                </c:pt>
                <c:pt idx="917">
                  <c:v>1769.1</c:v>
                </c:pt>
                <c:pt idx="918">
                  <c:v>1753.37</c:v>
                </c:pt>
                <c:pt idx="919">
                  <c:v>1732.18</c:v>
                </c:pt>
                <c:pt idx="920">
                  <c:v>1706.17</c:v>
                </c:pt>
                <c:pt idx="921">
                  <c:v>1676.07</c:v>
                </c:pt>
                <c:pt idx="922">
                  <c:v>1642.76</c:v>
                </c:pt>
                <c:pt idx="923">
                  <c:v>1607.16</c:v>
                </c:pt>
                <c:pt idx="924">
                  <c:v>1570.29</c:v>
                </c:pt>
                <c:pt idx="925">
                  <c:v>1533.15</c:v>
                </c:pt>
                <c:pt idx="926">
                  <c:v>1496.78</c:v>
                </c:pt>
                <c:pt idx="927">
                  <c:v>1462.13</c:v>
                </c:pt>
                <c:pt idx="928">
                  <c:v>1430.15</c:v>
                </c:pt>
                <c:pt idx="929">
                  <c:v>1401.65</c:v>
                </c:pt>
                <c:pt idx="930">
                  <c:v>1377.37</c:v>
                </c:pt>
                <c:pt idx="931">
                  <c:v>1357.87</c:v>
                </c:pt>
                <c:pt idx="932">
                  <c:v>1343.62</c:v>
                </c:pt>
                <c:pt idx="933">
                  <c:v>1334.9</c:v>
                </c:pt>
                <c:pt idx="934">
                  <c:v>1331.81</c:v>
                </c:pt>
                <c:pt idx="935">
                  <c:v>1334.34</c:v>
                </c:pt>
                <c:pt idx="936">
                  <c:v>1342.26</c:v>
                </c:pt>
                <c:pt idx="937">
                  <c:v>1355.23</c:v>
                </c:pt>
                <c:pt idx="938">
                  <c:v>1372.76</c:v>
                </c:pt>
                <c:pt idx="939">
                  <c:v>1394.22</c:v>
                </c:pt>
                <c:pt idx="940">
                  <c:v>1418.9</c:v>
                </c:pt>
                <c:pt idx="941">
                  <c:v>1446.01</c:v>
                </c:pt>
                <c:pt idx="942">
                  <c:v>1474.69</c:v>
                </c:pt>
                <c:pt idx="943">
                  <c:v>1504.07</c:v>
                </c:pt>
                <c:pt idx="944">
                  <c:v>1533.27</c:v>
                </c:pt>
                <c:pt idx="945">
                  <c:v>1561.44</c:v>
                </c:pt>
                <c:pt idx="946">
                  <c:v>1587.76</c:v>
                </c:pt>
                <c:pt idx="947">
                  <c:v>1611.52</c:v>
                </c:pt>
                <c:pt idx="948">
                  <c:v>1632.06</c:v>
                </c:pt>
                <c:pt idx="949">
                  <c:v>1648.85</c:v>
                </c:pt>
                <c:pt idx="950">
                  <c:v>1661.49</c:v>
                </c:pt>
                <c:pt idx="951">
                  <c:v>1669.68</c:v>
                </c:pt>
                <c:pt idx="952">
                  <c:v>1673.3</c:v>
                </c:pt>
                <c:pt idx="953">
                  <c:v>1672.31</c:v>
                </c:pt>
                <c:pt idx="954">
                  <c:v>1666.85</c:v>
                </c:pt>
                <c:pt idx="955">
                  <c:v>1657.16</c:v>
                </c:pt>
                <c:pt idx="956">
                  <c:v>1643.61</c:v>
                </c:pt>
                <c:pt idx="957">
                  <c:v>1626.64</c:v>
                </c:pt>
                <c:pt idx="958">
                  <c:v>1606.81</c:v>
                </c:pt>
                <c:pt idx="959">
                  <c:v>1584.71</c:v>
                </c:pt>
                <c:pt idx="960">
                  <c:v>1561.02</c:v>
                </c:pt>
                <c:pt idx="961">
                  <c:v>1536.4</c:v>
                </c:pt>
                <c:pt idx="962">
                  <c:v>1511.53</c:v>
                </c:pt>
                <c:pt idx="963">
                  <c:v>1487.1</c:v>
                </c:pt>
                <c:pt idx="964">
                  <c:v>1463.72</c:v>
                </c:pt>
                <c:pt idx="965">
                  <c:v>1441.99</c:v>
                </c:pt>
                <c:pt idx="966">
                  <c:v>1422.43</c:v>
                </c:pt>
                <c:pt idx="967">
                  <c:v>1405.48</c:v>
                </c:pt>
                <c:pt idx="968">
                  <c:v>1391.51</c:v>
                </c:pt>
                <c:pt idx="969">
                  <c:v>1380.78</c:v>
                </c:pt>
                <c:pt idx="970">
                  <c:v>1373.47</c:v>
                </c:pt>
                <c:pt idx="971">
                  <c:v>1369.68</c:v>
                </c:pt>
                <c:pt idx="972">
                  <c:v>1369.38</c:v>
                </c:pt>
                <c:pt idx="973">
                  <c:v>1372.5</c:v>
                </c:pt>
                <c:pt idx="974">
                  <c:v>1378.85</c:v>
                </c:pt>
                <c:pt idx="975">
                  <c:v>1388.22</c:v>
                </c:pt>
                <c:pt idx="976">
                  <c:v>1400.3</c:v>
                </c:pt>
                <c:pt idx="977">
                  <c:v>1414.75</c:v>
                </c:pt>
                <c:pt idx="978">
                  <c:v>1431.22</c:v>
                </c:pt>
                <c:pt idx="979">
                  <c:v>1449.3</c:v>
                </c:pt>
                <c:pt idx="980">
                  <c:v>1468.61</c:v>
                </c:pt>
                <c:pt idx="981">
                  <c:v>1488.74</c:v>
                </c:pt>
                <c:pt idx="982">
                  <c:v>1509.32</c:v>
                </c:pt>
                <c:pt idx="983">
                  <c:v>1529.99</c:v>
                </c:pt>
                <c:pt idx="984">
                  <c:v>1550.43</c:v>
                </c:pt>
                <c:pt idx="985">
                  <c:v>1570.34</c:v>
                </c:pt>
                <c:pt idx="986">
                  <c:v>1589.47</c:v>
                </c:pt>
                <c:pt idx="987">
                  <c:v>1607.62</c:v>
                </c:pt>
                <c:pt idx="988">
                  <c:v>1624.62</c:v>
                </c:pt>
                <c:pt idx="989">
                  <c:v>1640.35</c:v>
                </c:pt>
                <c:pt idx="990">
                  <c:v>1654.75</c:v>
                </c:pt>
                <c:pt idx="991">
                  <c:v>1667.77</c:v>
                </c:pt>
                <c:pt idx="992">
                  <c:v>1679.4</c:v>
                </c:pt>
                <c:pt idx="993">
                  <c:v>1689.67</c:v>
                </c:pt>
                <c:pt idx="994">
                  <c:v>1698.65</c:v>
                </c:pt>
                <c:pt idx="995">
                  <c:v>1706.39</c:v>
                </c:pt>
                <c:pt idx="996">
                  <c:v>1712.99</c:v>
                </c:pt>
                <c:pt idx="997">
                  <c:v>1718.56</c:v>
                </c:pt>
                <c:pt idx="998">
                  <c:v>1723.18</c:v>
                </c:pt>
                <c:pt idx="999">
                  <c:v>1726.98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6A-42ED-972B-303C4FDA0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8689888"/>
        <c:axId val="1198676992"/>
      </c:lineChart>
      <c:catAx>
        <c:axId val="11986898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8676992"/>
        <c:crosses val="autoZero"/>
        <c:auto val="1"/>
        <c:lblAlgn val="ctr"/>
        <c:lblOffset val="100"/>
        <c:noMultiLvlLbl val="0"/>
      </c:catAx>
      <c:valAx>
        <c:axId val="119867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8689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計算出功率值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4">
                  <a:lumMod val="85000"/>
                  <a:lumOff val="1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工作表1!$AH$1:$AH$1001</c:f>
              <c:numCache>
                <c:formatCode>General</c:formatCode>
                <c:ptCount val="1001"/>
                <c:pt idx="0">
                  <c:v>4382.2003965000067</c:v>
                </c:pt>
                <c:pt idx="1">
                  <c:v>3450.8004895000195</c:v>
                </c:pt>
                <c:pt idx="2">
                  <c:v>2465.0519914999986</c:v>
                </c:pt>
                <c:pt idx="3">
                  <c:v>1473.2816175000046</c:v>
                </c:pt>
                <c:pt idx="4">
                  <c:v>550.52847449999911</c:v>
                </c:pt>
                <c:pt idx="5">
                  <c:v>-203.30569350000363</c:v>
                </c:pt>
                <c:pt idx="6">
                  <c:v>-678.9414345000107</c:v>
                </c:pt>
                <c:pt idx="7">
                  <c:v>-774.37075150001499</c:v>
                </c:pt>
                <c:pt idx="8">
                  <c:v>-412.48848150001402</c:v>
                </c:pt>
                <c:pt idx="9">
                  <c:v>446.41727549999547</c:v>
                </c:pt>
                <c:pt idx="10">
                  <c:v>1786.9921514999842</c:v>
                </c:pt>
                <c:pt idx="11">
                  <c:v>3539.8248654999666</c:v>
                </c:pt>
                <c:pt idx="12">
                  <c:v>5575.8482894999761</c:v>
                </c:pt>
                <c:pt idx="13">
                  <c:v>7717.117090499959</c:v>
                </c:pt>
                <c:pt idx="14">
                  <c:v>9759.1740434999756</c:v>
                </c:pt>
                <c:pt idx="15">
                  <c:v>11483.098168499982</c:v>
                </c:pt>
                <c:pt idx="16">
                  <c:v>12680.680601499984</c:v>
                </c:pt>
                <c:pt idx="17">
                  <c:v>13187.545878499968</c:v>
                </c:pt>
                <c:pt idx="18">
                  <c:v>12904.578556499973</c:v>
                </c:pt>
                <c:pt idx="19">
                  <c:v>11811.891742500002</c:v>
                </c:pt>
                <c:pt idx="20">
                  <c:v>9978.3432644999884</c:v>
                </c:pt>
                <c:pt idx="21">
                  <c:v>7569.6560974999866</c:v>
                </c:pt>
                <c:pt idx="22">
                  <c:v>4827.647779500001</c:v>
                </c:pt>
                <c:pt idx="23">
                  <c:v>2057.4857534999919</c:v>
                </c:pt>
                <c:pt idx="24">
                  <c:v>-405.07177749999198</c:v>
                </c:pt>
                <c:pt idx="25">
                  <c:v>-2228.1985844999967</c:v>
                </c:pt>
                <c:pt idx="26">
                  <c:v>-3119.4396415000006</c:v>
                </c:pt>
                <c:pt idx="27">
                  <c:v>-2864.0363414999997</c:v>
                </c:pt>
                <c:pt idx="28">
                  <c:v>-1348.63622249998</c:v>
                </c:pt>
                <c:pt idx="29">
                  <c:v>1413.4468874999995</c:v>
                </c:pt>
                <c:pt idx="30">
                  <c:v>5278.8980365000307</c:v>
                </c:pt>
                <c:pt idx="31">
                  <c:v>9980.2064985000306</c:v>
                </c:pt>
                <c:pt idx="32">
                  <c:v>15146.339002500023</c:v>
                </c:pt>
                <c:pt idx="33">
                  <c:v>20331.873061500046</c:v>
                </c:pt>
                <c:pt idx="34">
                  <c:v>25067.348988500002</c:v>
                </c:pt>
                <c:pt idx="35">
                  <c:v>28896.207488499997</c:v>
                </c:pt>
                <c:pt idx="36">
                  <c:v>31428.732274500002</c:v>
                </c:pt>
                <c:pt idx="37">
                  <c:v>32383.0806835</c:v>
                </c:pt>
                <c:pt idx="38">
                  <c:v>31609.332452500021</c:v>
                </c:pt>
                <c:pt idx="39">
                  <c:v>29121.417637499988</c:v>
                </c:pt>
                <c:pt idx="40">
                  <c:v>25079.643010500022</c:v>
                </c:pt>
                <c:pt idx="41">
                  <c:v>19802.5617915</c:v>
                </c:pt>
                <c:pt idx="42">
                  <c:v>13712.821461500023</c:v>
                </c:pt>
                <c:pt idx="43">
                  <c:v>7308.9769335000128</c:v>
                </c:pt>
                <c:pt idx="44">
                  <c:v>1109.7541974999851</c:v>
                </c:pt>
                <c:pt idx="45">
                  <c:v>-4396.9866955000098</c:v>
                </c:pt>
                <c:pt idx="46">
                  <c:v>-8800.9233254999963</c:v>
                </c:pt>
                <c:pt idx="47">
                  <c:v>-11819.578840500026</c:v>
                </c:pt>
                <c:pt idx="48">
                  <c:v>-13312.648877500025</c:v>
                </c:pt>
                <c:pt idx="49">
                  <c:v>-13304.409628500012</c:v>
                </c:pt>
                <c:pt idx="50">
                  <c:v>-11970.38710350001</c:v>
                </c:pt>
                <c:pt idx="51">
                  <c:v>-9614.7141335000015</c:v>
                </c:pt>
                <c:pt idx="52">
                  <c:v>-6632.6246415000051</c:v>
                </c:pt>
                <c:pt idx="53">
                  <c:v>-3459.6193004999986</c:v>
                </c:pt>
                <c:pt idx="54">
                  <c:v>-523.92886250000049</c:v>
                </c:pt>
                <c:pt idx="55">
                  <c:v>1815.343988499993</c:v>
                </c:pt>
                <c:pt idx="56">
                  <c:v>3297.5012394999862</c:v>
                </c:pt>
                <c:pt idx="57">
                  <c:v>3802.3325584999998</c:v>
                </c:pt>
                <c:pt idx="58">
                  <c:v>3360.2764524999966</c:v>
                </c:pt>
                <c:pt idx="59">
                  <c:v>2142.0899045000046</c:v>
                </c:pt>
                <c:pt idx="60">
                  <c:v>445.75318350000805</c:v>
                </c:pt>
                <c:pt idx="61">
                  <c:v>-1348.5573944999908</c:v>
                </c:pt>
                <c:pt idx="62">
                  <c:v>-2825.4669694999893</c:v>
                </c:pt>
                <c:pt idx="63">
                  <c:v>-3588.1654924999852</c:v>
                </c:pt>
                <c:pt idx="64">
                  <c:v>-3313.4358624999986</c:v>
                </c:pt>
                <c:pt idx="65">
                  <c:v>-1796.1364394999812</c:v>
                </c:pt>
                <c:pt idx="66">
                  <c:v>1017.9394555000133</c:v>
                </c:pt>
                <c:pt idx="67">
                  <c:v>5023.2706355000219</c:v>
                </c:pt>
                <c:pt idx="68">
                  <c:v>9948.3719025000246</c:v>
                </c:pt>
                <c:pt idx="69">
                  <c:v>15387.793000500007</c:v>
                </c:pt>
                <c:pt idx="70">
                  <c:v>20847.493523500038</c:v>
                </c:pt>
                <c:pt idx="71">
                  <c:v>25784.55485750005</c:v>
                </c:pt>
                <c:pt idx="72">
                  <c:v>29686.570833499994</c:v>
                </c:pt>
                <c:pt idx="73">
                  <c:v>32114.303269500029</c:v>
                </c:pt>
                <c:pt idx="74">
                  <c:v>32761.538557500018</c:v>
                </c:pt>
                <c:pt idx="75">
                  <c:v>31498.104271500019</c:v>
                </c:pt>
                <c:pt idx="76">
                  <c:v>28383.763354499984</c:v>
                </c:pt>
                <c:pt idx="77">
                  <c:v>23663.598823499997</c:v>
                </c:pt>
                <c:pt idx="78">
                  <c:v>17762.341459499999</c:v>
                </c:pt>
                <c:pt idx="79">
                  <c:v>11222.030767500011</c:v>
                </c:pt>
                <c:pt idx="80">
                  <c:v>4662.9247454999895</c:v>
                </c:pt>
                <c:pt idx="81">
                  <c:v>-1292.0785554999939</c:v>
                </c:pt>
                <c:pt idx="82">
                  <c:v>-6079.7911155000156</c:v>
                </c:pt>
                <c:pt idx="83">
                  <c:v>-9260.1671375000114</c:v>
                </c:pt>
                <c:pt idx="84">
                  <c:v>-10556.675879499999</c:v>
                </c:pt>
                <c:pt idx="85">
                  <c:v>-9896.5022175000286</c:v>
                </c:pt>
                <c:pt idx="86">
                  <c:v>-7412.2681245000031</c:v>
                </c:pt>
                <c:pt idx="87">
                  <c:v>-3427.4164155000153</c:v>
                </c:pt>
                <c:pt idx="88">
                  <c:v>1578.743002499969</c:v>
                </c:pt>
                <c:pt idx="89">
                  <c:v>7022.6083514999827</c:v>
                </c:pt>
                <c:pt idx="90">
                  <c:v>12286.419337499996</c:v>
                </c:pt>
                <c:pt idx="91">
                  <c:v>16780.234108500001</c:v>
                </c:pt>
                <c:pt idx="92">
                  <c:v>20016.982030499981</c:v>
                </c:pt>
                <c:pt idx="93">
                  <c:v>21653.444824500002</c:v>
                </c:pt>
                <c:pt idx="94">
                  <c:v>21542.526571500006</c:v>
                </c:pt>
                <c:pt idx="95">
                  <c:v>19743.250712499994</c:v>
                </c:pt>
                <c:pt idx="96">
                  <c:v>16511.294177499971</c:v>
                </c:pt>
                <c:pt idx="97">
                  <c:v>12280.877511499983</c:v>
                </c:pt>
                <c:pt idx="98">
                  <c:v>7601.3870854999968</c:v>
                </c:pt>
                <c:pt idx="99">
                  <c:v>3088.9420064999958</c:v>
                </c:pt>
                <c:pt idx="100">
                  <c:v>-651.42222149999395</c:v>
                </c:pt>
                <c:pt idx="101">
                  <c:v>-3090.0991214999822</c:v>
                </c:pt>
                <c:pt idx="102">
                  <c:v>-3833.8069194999966</c:v>
                </c:pt>
                <c:pt idx="103">
                  <c:v>-2674.5311024999864</c:v>
                </c:pt>
                <c:pt idx="104">
                  <c:v>388.18496850001537</c:v>
                </c:pt>
                <c:pt idx="105">
                  <c:v>5143.0189164999992</c:v>
                </c:pt>
                <c:pt idx="106">
                  <c:v>11187.04587750003</c:v>
                </c:pt>
                <c:pt idx="107">
                  <c:v>17966.421658500007</c:v>
                </c:pt>
                <c:pt idx="108">
                  <c:v>24831.614866499986</c:v>
                </c:pt>
                <c:pt idx="109">
                  <c:v>31111.081924499995</c:v>
                </c:pt>
                <c:pt idx="110">
                  <c:v>36174.672371500019</c:v>
                </c:pt>
                <c:pt idx="111">
                  <c:v>39502.496870499985</c:v>
                </c:pt>
                <c:pt idx="112">
                  <c:v>40737.118537499991</c:v>
                </c:pt>
                <c:pt idx="113">
                  <c:v>39721.280278500017</c:v>
                </c:pt>
                <c:pt idx="114">
                  <c:v>36512.4760025</c:v>
                </c:pt>
                <c:pt idx="115">
                  <c:v>31373.598624500002</c:v>
                </c:pt>
                <c:pt idx="116">
                  <c:v>24744.803041499996</c:v>
                </c:pt>
                <c:pt idx="117">
                  <c:v>17198.365798500017</c:v>
                </c:pt>
                <c:pt idx="118">
                  <c:v>9370.6809804999866</c:v>
                </c:pt>
                <c:pt idx="119">
                  <c:v>1907.0575335000103</c:v>
                </c:pt>
                <c:pt idx="120">
                  <c:v>-4614.4597485000131</c:v>
                </c:pt>
                <c:pt idx="121">
                  <c:v>-9730.5425685000137</c:v>
                </c:pt>
                <c:pt idx="122">
                  <c:v>-13142.492005500026</c:v>
                </c:pt>
                <c:pt idx="123">
                  <c:v>-14732.610685500005</c:v>
                </c:pt>
                <c:pt idx="124">
                  <c:v>-14578.128747500026</c:v>
                </c:pt>
                <c:pt idx="125">
                  <c:v>-12926.157114500022</c:v>
                </c:pt>
                <c:pt idx="126">
                  <c:v>-10154.971817500036</c:v>
                </c:pt>
                <c:pt idx="127">
                  <c:v>-6732.7251375000023</c:v>
                </c:pt>
                <c:pt idx="128">
                  <c:v>-3158.0752345000315</c:v>
                </c:pt>
                <c:pt idx="129">
                  <c:v>106.12022849996536</c:v>
                </c:pt>
                <c:pt idx="130">
                  <c:v>2681.7214644999826</c:v>
                </c:pt>
                <c:pt idx="131">
                  <c:v>4315.2778124999995</c:v>
                </c:pt>
                <c:pt idx="132">
                  <c:v>4906.6764794999963</c:v>
                </c:pt>
                <c:pt idx="133">
                  <c:v>4519.4981534999852</c:v>
                </c:pt>
                <c:pt idx="134">
                  <c:v>3363.099290499988</c:v>
                </c:pt>
                <c:pt idx="135">
                  <c:v>1769.4965694999908</c:v>
                </c:pt>
                <c:pt idx="136">
                  <c:v>139.74766649999859</c:v>
                </c:pt>
                <c:pt idx="137">
                  <c:v>-1100.4450404999955</c:v>
                </c:pt>
                <c:pt idx="138">
                  <c:v>-1560.7397054999897</c:v>
                </c:pt>
                <c:pt idx="139">
                  <c:v>-939.27375149998375</c:v>
                </c:pt>
                <c:pt idx="140">
                  <c:v>938.14137449999532</c:v>
                </c:pt>
                <c:pt idx="141">
                  <c:v>4092.690030500014</c:v>
                </c:pt>
                <c:pt idx="142">
                  <c:v>8377.4648925000074</c:v>
                </c:pt>
                <c:pt idx="143">
                  <c:v>13494.372028500045</c:v>
                </c:pt>
                <c:pt idx="144">
                  <c:v>19019.831598500034</c:v>
                </c:pt>
                <c:pt idx="145">
                  <c:v>24453.4251415</c:v>
                </c:pt>
                <c:pt idx="146">
                  <c:v>29269.155525500002</c:v>
                </c:pt>
                <c:pt idx="147">
                  <c:v>32970.101176500022</c:v>
                </c:pt>
                <c:pt idx="148">
                  <c:v>35153.763844500027</c:v>
                </c:pt>
                <c:pt idx="149">
                  <c:v>35558.512361500034</c:v>
                </c:pt>
                <c:pt idx="150">
                  <c:v>34082.59647550001</c:v>
                </c:pt>
                <c:pt idx="151">
                  <c:v>30818.586232500013</c:v>
                </c:pt>
                <c:pt idx="152">
                  <c:v>26035.985231500024</c:v>
                </c:pt>
                <c:pt idx="153">
                  <c:v>20158.346719500023</c:v>
                </c:pt>
                <c:pt idx="154">
                  <c:v>13721.835354499992</c:v>
                </c:pt>
                <c:pt idx="155">
                  <c:v>7322.0131345000036</c:v>
                </c:pt>
                <c:pt idx="156">
                  <c:v>1549.1763264999961</c:v>
                </c:pt>
                <c:pt idx="157">
                  <c:v>-3073.3565914999995</c:v>
                </c:pt>
                <c:pt idx="158">
                  <c:v>-6140.9224305000034</c:v>
                </c:pt>
                <c:pt idx="159">
                  <c:v>-7416.5147275000136</c:v>
                </c:pt>
                <c:pt idx="160">
                  <c:v>-6846.2889164999979</c:v>
                </c:pt>
                <c:pt idx="161">
                  <c:v>-4573.3164865000108</c:v>
                </c:pt>
                <c:pt idx="162">
                  <c:v>-914.25946850002344</c:v>
                </c:pt>
                <c:pt idx="163">
                  <c:v>3670.0143934999824</c:v>
                </c:pt>
                <c:pt idx="164">
                  <c:v>8630.9739974999775</c:v>
                </c:pt>
                <c:pt idx="165">
                  <c:v>13389.304733500006</c:v>
                </c:pt>
                <c:pt idx="166">
                  <c:v>17400.005475499991</c:v>
                </c:pt>
                <c:pt idx="167">
                  <c:v>20208.103510499983</c:v>
                </c:pt>
                <c:pt idx="168">
                  <c:v>21507.069606499976</c:v>
                </c:pt>
                <c:pt idx="169">
                  <c:v>21166.098407499983</c:v>
                </c:pt>
                <c:pt idx="170">
                  <c:v>19239.53272549999</c:v>
                </c:pt>
                <c:pt idx="171">
                  <c:v>15971.652053499973</c:v>
                </c:pt>
                <c:pt idx="172">
                  <c:v>11763.780157499978</c:v>
                </c:pt>
                <c:pt idx="173">
                  <c:v>7124.7823794999949</c:v>
                </c:pt>
                <c:pt idx="174">
                  <c:v>2623.274755500001</c:v>
                </c:pt>
                <c:pt idx="175">
                  <c:v>-1183.6310604999858</c:v>
                </c:pt>
                <c:pt idx="176">
                  <c:v>-3807.897112499998</c:v>
                </c:pt>
                <c:pt idx="177">
                  <c:v>-4889.2037474999797</c:v>
                </c:pt>
                <c:pt idx="178">
                  <c:v>-4229.4471864999923</c:v>
                </c:pt>
                <c:pt idx="179">
                  <c:v>-1827.0292904999906</c:v>
                </c:pt>
                <c:pt idx="180">
                  <c:v>2135.7279085000018</c:v>
                </c:pt>
                <c:pt idx="181">
                  <c:v>7295.0943965000079</c:v>
                </c:pt>
                <c:pt idx="182">
                  <c:v>13155.923467500013</c:v>
                </c:pt>
                <c:pt idx="183">
                  <c:v>19137.930115500039</c:v>
                </c:pt>
                <c:pt idx="184">
                  <c:v>24641.104471500006</c:v>
                </c:pt>
                <c:pt idx="185">
                  <c:v>29102.459932500042</c:v>
                </c:pt>
                <c:pt idx="186">
                  <c:v>32063.430019500036</c:v>
                </c:pt>
                <c:pt idx="187">
                  <c:v>33212.901906500025</c:v>
                </c:pt>
                <c:pt idx="188">
                  <c:v>32414.081249499974</c:v>
                </c:pt>
                <c:pt idx="189">
                  <c:v>29734.018473500026</c:v>
                </c:pt>
                <c:pt idx="190">
                  <c:v>25416.237514500015</c:v>
                </c:pt>
                <c:pt idx="191">
                  <c:v>19860.34362750002</c:v>
                </c:pt>
                <c:pt idx="192">
                  <c:v>13581.404886500013</c:v>
                </c:pt>
                <c:pt idx="193">
                  <c:v>7148.4690764999896</c:v>
                </c:pt>
                <c:pt idx="194">
                  <c:v>1127.7465515000035</c:v>
                </c:pt>
                <c:pt idx="195">
                  <c:v>-3981.7660155000231</c:v>
                </c:pt>
                <c:pt idx="196">
                  <c:v>-7790.0654565000223</c:v>
                </c:pt>
                <c:pt idx="197">
                  <c:v>-10066.157563500024</c:v>
                </c:pt>
                <c:pt idx="198">
                  <c:v>-10743.883441500013</c:v>
                </c:pt>
                <c:pt idx="199">
                  <c:v>-9932.5213005000023</c:v>
                </c:pt>
                <c:pt idx="200">
                  <c:v>-7895.3277135000299</c:v>
                </c:pt>
                <c:pt idx="201">
                  <c:v>-5008.2361615000118</c:v>
                </c:pt>
                <c:pt idx="202">
                  <c:v>-1721.2028175000326</c:v>
                </c:pt>
                <c:pt idx="203">
                  <c:v>1508.7666924999926</c:v>
                </c:pt>
                <c:pt idx="204">
                  <c:v>4264.0251554999886</c:v>
                </c:pt>
                <c:pt idx="205">
                  <c:v>6215.7294134999938</c:v>
                </c:pt>
                <c:pt idx="206">
                  <c:v>7170.5725394999863</c:v>
                </c:pt>
                <c:pt idx="207">
                  <c:v>7080.4019824999814</c:v>
                </c:pt>
                <c:pt idx="208">
                  <c:v>6053.8514224999944</c:v>
                </c:pt>
                <c:pt idx="209">
                  <c:v>4337.9040705000016</c:v>
                </c:pt>
                <c:pt idx="210">
                  <c:v>2283.8464765000008</c:v>
                </c:pt>
                <c:pt idx="211">
                  <c:v>303.66439250000661</c:v>
                </c:pt>
                <c:pt idx="212">
                  <c:v>-1182.5112404999988</c:v>
                </c:pt>
                <c:pt idx="213">
                  <c:v>-1801.8746214999858</c:v>
                </c:pt>
                <c:pt idx="214">
                  <c:v>-1277.2512604999897</c:v>
                </c:pt>
                <c:pt idx="215">
                  <c:v>534.18415050000306</c:v>
                </c:pt>
                <c:pt idx="216">
                  <c:v>3619.0886744999971</c:v>
                </c:pt>
                <c:pt idx="217">
                  <c:v>7805.0845085000019</c:v>
                </c:pt>
                <c:pt idx="218">
                  <c:v>12769.007275499998</c:v>
                </c:pt>
                <c:pt idx="219">
                  <c:v>18080.091685500029</c:v>
                </c:pt>
                <c:pt idx="220">
                  <c:v>23236.701240500039</c:v>
                </c:pt>
                <c:pt idx="221">
                  <c:v>27728.469808500009</c:v>
                </c:pt>
                <c:pt idx="222">
                  <c:v>31088.567123500015</c:v>
                </c:pt>
                <c:pt idx="223">
                  <c:v>32948.344114500011</c:v>
                </c:pt>
                <c:pt idx="224">
                  <c:v>33088.100850499999</c:v>
                </c:pt>
                <c:pt idx="225">
                  <c:v>31448.309245499993</c:v>
                </c:pt>
                <c:pt idx="226">
                  <c:v>28158.844690500016</c:v>
                </c:pt>
                <c:pt idx="227">
                  <c:v>23511.950187499991</c:v>
                </c:pt>
                <c:pt idx="228">
                  <c:v>17942.370778500022</c:v>
                </c:pt>
                <c:pt idx="229">
                  <c:v>11974.510424499995</c:v>
                </c:pt>
                <c:pt idx="230">
                  <c:v>6175.7046134999946</c:v>
                </c:pt>
                <c:pt idx="231">
                  <c:v>1084.1595364999905</c:v>
                </c:pt>
                <c:pt idx="232">
                  <c:v>-2840.5255755000135</c:v>
                </c:pt>
                <c:pt idx="233">
                  <c:v>-5268.6037515000071</c:v>
                </c:pt>
                <c:pt idx="234">
                  <c:v>-6038.7712545000004</c:v>
                </c:pt>
                <c:pt idx="235">
                  <c:v>-5169.1161445000089</c:v>
                </c:pt>
                <c:pt idx="236">
                  <c:v>-2856.4090945000098</c:v>
                </c:pt>
                <c:pt idx="237">
                  <c:v>549.35380149998616</c:v>
                </c:pt>
                <c:pt idx="238">
                  <c:v>4585.154128499963</c:v>
                </c:pt>
                <c:pt idx="239">
                  <c:v>8730.8691344999861</c:v>
                </c:pt>
                <c:pt idx="240">
                  <c:v>12471.887422499982</c:v>
                </c:pt>
                <c:pt idx="241">
                  <c:v>15351.460779500001</c:v>
                </c:pt>
                <c:pt idx="242">
                  <c:v>17028.40158949999</c:v>
                </c:pt>
                <c:pt idx="243">
                  <c:v>17319.457096499991</c:v>
                </c:pt>
                <c:pt idx="244">
                  <c:v>16215.101283499995</c:v>
                </c:pt>
                <c:pt idx="245">
                  <c:v>13885.652914499982</c:v>
                </c:pt>
                <c:pt idx="246">
                  <c:v>10655.959763500005</c:v>
                </c:pt>
                <c:pt idx="247">
                  <c:v>6972.0600564999995</c:v>
                </c:pt>
                <c:pt idx="248">
                  <c:v>3346.8355005000003</c:v>
                </c:pt>
                <c:pt idx="249">
                  <c:v>301.75978350000963</c:v>
                </c:pt>
                <c:pt idx="250">
                  <c:v>-1700.2187174999938</c:v>
                </c:pt>
                <c:pt idx="251">
                  <c:v>-2302.9404864999947</c:v>
                </c:pt>
                <c:pt idx="252">
                  <c:v>-1309.5419684999868</c:v>
                </c:pt>
                <c:pt idx="253">
                  <c:v>1299.3610545000022</c:v>
                </c:pt>
                <c:pt idx="254">
                  <c:v>5353.2015975000113</c:v>
                </c:pt>
                <c:pt idx="255">
                  <c:v>10509.958446500008</c:v>
                </c:pt>
                <c:pt idx="256">
                  <c:v>16290.509908500002</c:v>
                </c:pt>
                <c:pt idx="257">
                  <c:v>22128.60361950002</c:v>
                </c:pt>
                <c:pt idx="258">
                  <c:v>27435.006410500027</c:v>
                </c:pt>
                <c:pt idx="259">
                  <c:v>31658.239499499981</c:v>
                </c:pt>
                <c:pt idx="260">
                  <c:v>34343.713057500048</c:v>
                </c:pt>
                <c:pt idx="261">
                  <c:v>35197.138624499974</c:v>
                </c:pt>
                <c:pt idx="262">
                  <c:v>34099.616014500032</c:v>
                </c:pt>
                <c:pt idx="263">
                  <c:v>31129.757260500002</c:v>
                </c:pt>
                <c:pt idx="264">
                  <c:v>26559.866543500015</c:v>
                </c:pt>
                <c:pt idx="265">
                  <c:v>20821.353192499992</c:v>
                </c:pt>
                <c:pt idx="266">
                  <c:v>14458.898926500013</c:v>
                </c:pt>
                <c:pt idx="267">
                  <c:v>8072.3732044999924</c:v>
                </c:pt>
                <c:pt idx="268">
                  <c:v>2250.6864124999843</c:v>
                </c:pt>
                <c:pt idx="269">
                  <c:v>-2490.1234105000203</c:v>
                </c:pt>
                <c:pt idx="270">
                  <c:v>-5759.2441355000028</c:v>
                </c:pt>
                <c:pt idx="271">
                  <c:v>-7336.4587595000185</c:v>
                </c:pt>
                <c:pt idx="272">
                  <c:v>-7191.9445845000228</c:v>
                </c:pt>
                <c:pt idx="273">
                  <c:v>-5480.844946500024</c:v>
                </c:pt>
                <c:pt idx="274">
                  <c:v>-2529.5966735000147</c:v>
                </c:pt>
                <c:pt idx="275">
                  <c:v>1212.5615984999738</c:v>
                </c:pt>
                <c:pt idx="276">
                  <c:v>5224.0875754999952</c:v>
                </c:pt>
                <c:pt idx="277">
                  <c:v>8970.09350549999</c:v>
                </c:pt>
                <c:pt idx="278">
                  <c:v>11970.306383500001</c:v>
                </c:pt>
                <c:pt idx="279">
                  <c:v>13856.31952249998</c:v>
                </c:pt>
                <c:pt idx="280">
                  <c:v>14412.40735349997</c:v>
                </c:pt>
                <c:pt idx="281">
                  <c:v>13602.921096499991</c:v>
                </c:pt>
                <c:pt idx="282">
                  <c:v>11574.981931499982</c:v>
                </c:pt>
                <c:pt idx="283">
                  <c:v>8650.3637324999763</c:v>
                </c:pt>
                <c:pt idx="284">
                  <c:v>5277.8375705000044</c:v>
                </c:pt>
                <c:pt idx="285">
                  <c:v>1993.642639500008</c:v>
                </c:pt>
                <c:pt idx="286">
                  <c:v>-648.73581449999324</c:v>
                </c:pt>
                <c:pt idx="287">
                  <c:v>-2138.4459984999926</c:v>
                </c:pt>
                <c:pt idx="288">
                  <c:v>-2069.7947594999832</c:v>
                </c:pt>
                <c:pt idx="289">
                  <c:v>-191.15960549998067</c:v>
                </c:pt>
                <c:pt idx="290">
                  <c:v>3563.8520685000167</c:v>
                </c:pt>
                <c:pt idx="291">
                  <c:v>9058.0811355000169</c:v>
                </c:pt>
                <c:pt idx="292">
                  <c:v>15965.098168500015</c:v>
                </c:pt>
                <c:pt idx="293">
                  <c:v>23791.042474499984</c:v>
                </c:pt>
                <c:pt idx="294">
                  <c:v>31931.309926500009</c:v>
                </c:pt>
                <c:pt idx="295">
                  <c:v>39718.103968500036</c:v>
                </c:pt>
                <c:pt idx="296">
                  <c:v>46496.732297500021</c:v>
                </c:pt>
                <c:pt idx="297">
                  <c:v>51682.905226500014</c:v>
                </c:pt>
                <c:pt idx="298">
                  <c:v>54827.652200499993</c:v>
                </c:pt>
                <c:pt idx="299">
                  <c:v>55654.982325499994</c:v>
                </c:pt>
                <c:pt idx="300">
                  <c:v>54079.995781500038</c:v>
                </c:pt>
                <c:pt idx="301">
                  <c:v>50238.252404499988</c:v>
                </c:pt>
                <c:pt idx="302">
                  <c:v>44448.362212499989</c:v>
                </c:pt>
                <c:pt idx="303">
                  <c:v>37177.428792499973</c:v>
                </c:pt>
                <c:pt idx="304">
                  <c:v>29009.172821499986</c:v>
                </c:pt>
                <c:pt idx="305">
                  <c:v>20565.498237499996</c:v>
                </c:pt>
                <c:pt idx="306">
                  <c:v>12461.553226500015</c:v>
                </c:pt>
                <c:pt idx="307">
                  <c:v>5231.986619499984</c:v>
                </c:pt>
                <c:pt idx="308">
                  <c:v>-705.91297050000173</c:v>
                </c:pt>
                <c:pt idx="309">
                  <c:v>-5088.6270775000112</c:v>
                </c:pt>
                <c:pt idx="310">
                  <c:v>-7824.4072775000204</c:v>
                </c:pt>
                <c:pt idx="311">
                  <c:v>-8989.3047595000098</c:v>
                </c:pt>
                <c:pt idx="312">
                  <c:v>-8802.3714044999979</c:v>
                </c:pt>
                <c:pt idx="313">
                  <c:v>-7594.091851500013</c:v>
                </c:pt>
                <c:pt idx="314">
                  <c:v>-5758.3007685000121</c:v>
                </c:pt>
                <c:pt idx="315">
                  <c:v>-3695.1638265000211</c:v>
                </c:pt>
                <c:pt idx="316">
                  <c:v>-1769.573604499999</c:v>
                </c:pt>
                <c:pt idx="317">
                  <c:v>-258.94659250001973</c:v>
                </c:pt>
                <c:pt idx="318">
                  <c:v>674.31173749999994</c:v>
                </c:pt>
                <c:pt idx="319">
                  <c:v>997.60556049999082</c:v>
                </c:pt>
                <c:pt idx="320">
                  <c:v>810.55151149999369</c:v>
                </c:pt>
                <c:pt idx="321">
                  <c:v>325.8106354999984</c:v>
                </c:pt>
                <c:pt idx="322">
                  <c:v>-162.70304149999811</c:v>
                </c:pt>
                <c:pt idx="323">
                  <c:v>-323.38474649999154</c:v>
                </c:pt>
                <c:pt idx="324">
                  <c:v>165.67529549999827</c:v>
                </c:pt>
                <c:pt idx="325">
                  <c:v>1569.7690855000114</c:v>
                </c:pt>
                <c:pt idx="326">
                  <c:v>4055.0274135000045</c:v>
                </c:pt>
                <c:pt idx="327">
                  <c:v>7660.9180244999961</c:v>
                </c:pt>
                <c:pt idx="328">
                  <c:v>12279.098331500025</c:v>
                </c:pt>
                <c:pt idx="329">
                  <c:v>17665.350697500027</c:v>
                </c:pt>
                <c:pt idx="330">
                  <c:v>23449.741740500041</c:v>
                </c:pt>
                <c:pt idx="331">
                  <c:v>29175.958636500036</c:v>
                </c:pt>
                <c:pt idx="332">
                  <c:v>34344.036603500041</c:v>
                </c:pt>
                <c:pt idx="333">
                  <c:v>38469.72653349999</c:v>
                </c:pt>
                <c:pt idx="334">
                  <c:v>41127.057097500008</c:v>
                </c:pt>
                <c:pt idx="335">
                  <c:v>42012.160627500023</c:v>
                </c:pt>
                <c:pt idx="336">
                  <c:v>40963.446400500005</c:v>
                </c:pt>
                <c:pt idx="337">
                  <c:v>37996.586446499998</c:v>
                </c:pt>
                <c:pt idx="338">
                  <c:v>33303.623864500027</c:v>
                </c:pt>
                <c:pt idx="339">
                  <c:v>27236.490556499994</c:v>
                </c:pt>
                <c:pt idx="340">
                  <c:v>20287.320622500014</c:v>
                </c:pt>
                <c:pt idx="341">
                  <c:v>13018.103515500012</c:v>
                </c:pt>
                <c:pt idx="342">
                  <c:v>6034.1529365000069</c:v>
                </c:pt>
                <c:pt idx="343">
                  <c:v>-100.06680249999623</c:v>
                </c:pt>
                <c:pt idx="344">
                  <c:v>-4903.6691654999977</c:v>
                </c:pt>
                <c:pt idx="345">
                  <c:v>-8034.5451765000098</c:v>
                </c:pt>
                <c:pt idx="346">
                  <c:v>-9316.5678935000196</c:v>
                </c:pt>
                <c:pt idx="347">
                  <c:v>-8765.613792500033</c:v>
                </c:pt>
                <c:pt idx="348">
                  <c:v>-6575.4701495000036</c:v>
                </c:pt>
                <c:pt idx="349">
                  <c:v>-3102.1518745000071</c:v>
                </c:pt>
                <c:pt idx="350">
                  <c:v>1177.9880224999822</c:v>
                </c:pt>
                <c:pt idx="351">
                  <c:v>5720.1719524999708</c:v>
                </c:pt>
                <c:pt idx="352">
                  <c:v>9973.8814604999734</c:v>
                </c:pt>
                <c:pt idx="353">
                  <c:v>13440.527725499991</c:v>
                </c:pt>
                <c:pt idx="354">
                  <c:v>15727.663131499976</c:v>
                </c:pt>
                <c:pt idx="355">
                  <c:v>16594.652030499987</c:v>
                </c:pt>
                <c:pt idx="356">
                  <c:v>15979.657492499995</c:v>
                </c:pt>
                <c:pt idx="357">
                  <c:v>14001.051926499989</c:v>
                </c:pt>
                <c:pt idx="358">
                  <c:v>10953.263530499991</c:v>
                </c:pt>
                <c:pt idx="359">
                  <c:v>7266.7393125000117</c:v>
                </c:pt>
                <c:pt idx="360">
                  <c:v>3465.2274324999971</c:v>
                </c:pt>
                <c:pt idx="361">
                  <c:v>105.19984749999989</c:v>
                </c:pt>
                <c:pt idx="362">
                  <c:v>-2284.0644254999925</c:v>
                </c:pt>
                <c:pt idx="363">
                  <c:v>-3263.2658304999877</c:v>
                </c:pt>
                <c:pt idx="364">
                  <c:v>-2531.0061434999861</c:v>
                </c:pt>
                <c:pt idx="365">
                  <c:v>37.26888550001798</c:v>
                </c:pt>
                <c:pt idx="366">
                  <c:v>4374.7580905000295</c:v>
                </c:pt>
                <c:pt idx="367">
                  <c:v>10219.74453150002</c:v>
                </c:pt>
                <c:pt idx="368">
                  <c:v>17143.654989500017</c:v>
                </c:pt>
                <c:pt idx="369">
                  <c:v>24591.728674499984</c:v>
                </c:pt>
                <c:pt idx="370">
                  <c:v>31933.110867500021</c:v>
                </c:pt>
                <c:pt idx="371">
                  <c:v>38529.215844500039</c:v>
                </c:pt>
                <c:pt idx="372">
                  <c:v>43788.191739500005</c:v>
                </c:pt>
                <c:pt idx="373">
                  <c:v>47228.819510500027</c:v>
                </c:pt>
                <c:pt idx="374">
                  <c:v>48538.970455500035</c:v>
                </c:pt>
                <c:pt idx="375">
                  <c:v>47580.290817500012</c:v>
                </c:pt>
                <c:pt idx="376">
                  <c:v>44419.944650499987</c:v>
                </c:pt>
                <c:pt idx="377">
                  <c:v>39320.676677499992</c:v>
                </c:pt>
                <c:pt idx="378">
                  <c:v>32700.979553500034</c:v>
                </c:pt>
                <c:pt idx="379">
                  <c:v>25103.26578150002</c:v>
                </c:pt>
                <c:pt idx="380">
                  <c:v>17133.046496499977</c:v>
                </c:pt>
                <c:pt idx="381">
                  <c:v>9394.3005525000099</c:v>
                </c:pt>
                <c:pt idx="382">
                  <c:v>2440.5319484999955</c:v>
                </c:pt>
                <c:pt idx="383">
                  <c:v>-3286.1907975000131</c:v>
                </c:pt>
                <c:pt idx="384">
                  <c:v>-7486.1992725000136</c:v>
                </c:pt>
                <c:pt idx="385">
                  <c:v>-10029.261268500026</c:v>
                </c:pt>
                <c:pt idx="386">
                  <c:v>-10960.204282500014</c:v>
                </c:pt>
                <c:pt idx="387">
                  <c:v>-10472.680440500017</c:v>
                </c:pt>
                <c:pt idx="388">
                  <c:v>-8888.5576315000144</c:v>
                </c:pt>
                <c:pt idx="389">
                  <c:v>-6607.9605735000168</c:v>
                </c:pt>
                <c:pt idx="390">
                  <c:v>-4057.6652794999964</c:v>
                </c:pt>
                <c:pt idx="391">
                  <c:v>-1640.6232205000031</c:v>
                </c:pt>
                <c:pt idx="392">
                  <c:v>314.70802949999768</c:v>
                </c:pt>
                <c:pt idx="393">
                  <c:v>1591.2285934999893</c:v>
                </c:pt>
                <c:pt idx="394">
                  <c:v>2105.4614625000004</c:v>
                </c:pt>
                <c:pt idx="395">
                  <c:v>1912.140653499986</c:v>
                </c:pt>
                <c:pt idx="396">
                  <c:v>1198.1705564999943</c:v>
                </c:pt>
                <c:pt idx="397">
                  <c:v>250.55567949999832</c:v>
                </c:pt>
                <c:pt idx="398">
                  <c:v>-582.57605949999754</c:v>
                </c:pt>
                <c:pt idx="399">
                  <c:v>-938.8235954999999</c:v>
                </c:pt>
                <c:pt idx="400">
                  <c:v>-493.72189049999412</c:v>
                </c:pt>
                <c:pt idx="401">
                  <c:v>994.23701950002021</c:v>
                </c:pt>
                <c:pt idx="402">
                  <c:v>3648.0870744999966</c:v>
                </c:pt>
                <c:pt idx="403">
                  <c:v>7447.0269615000343</c:v>
                </c:pt>
                <c:pt idx="404">
                  <c:v>12217.979393500013</c:v>
                </c:pt>
                <c:pt idx="405">
                  <c:v>17652.897454500006</c:v>
                </c:pt>
                <c:pt idx="406">
                  <c:v>23330.65924149999</c:v>
                </c:pt>
                <c:pt idx="407">
                  <c:v>28765.807330500022</c:v>
                </c:pt>
                <c:pt idx="408">
                  <c:v>33455.701355500016</c:v>
                </c:pt>
                <c:pt idx="409">
                  <c:v>36933.73260849998</c:v>
                </c:pt>
                <c:pt idx="410">
                  <c:v>38821.00232650002</c:v>
                </c:pt>
                <c:pt idx="411">
                  <c:v>38880.242549499977</c:v>
                </c:pt>
                <c:pt idx="412">
                  <c:v>37031.118091499993</c:v>
                </c:pt>
                <c:pt idx="413">
                  <c:v>33374.175127500028</c:v>
                </c:pt>
                <c:pt idx="414">
                  <c:v>28180.489243500029</c:v>
                </c:pt>
                <c:pt idx="415">
                  <c:v>21871.042915500002</c:v>
                </c:pt>
                <c:pt idx="416">
                  <c:v>14967.476622500015</c:v>
                </c:pt>
                <c:pt idx="417">
                  <c:v>8052.450120499976</c:v>
                </c:pt>
                <c:pt idx="418">
                  <c:v>1704.9535474999998</c:v>
                </c:pt>
                <c:pt idx="419">
                  <c:v>-3563.5737765000085</c:v>
                </c:pt>
                <c:pt idx="420">
                  <c:v>-7348.7650995000085</c:v>
                </c:pt>
                <c:pt idx="421">
                  <c:v>-9404.798266500009</c:v>
                </c:pt>
                <c:pt idx="422">
                  <c:v>-9660.8859695000174</c:v>
                </c:pt>
                <c:pt idx="423">
                  <c:v>-8231.6022635000263</c:v>
                </c:pt>
                <c:pt idx="424">
                  <c:v>-5394.0755745000033</c:v>
                </c:pt>
                <c:pt idx="425">
                  <c:v>-1563.4516415000026</c:v>
                </c:pt>
                <c:pt idx="426">
                  <c:v>2756.3105464999926</c:v>
                </c:pt>
                <c:pt idx="427">
                  <c:v>7033.0547344999859</c:v>
                </c:pt>
                <c:pt idx="428">
                  <c:v>10763.617851499979</c:v>
                </c:pt>
                <c:pt idx="429">
                  <c:v>13523.424289499979</c:v>
                </c:pt>
                <c:pt idx="430">
                  <c:v>15020.975658500007</c:v>
                </c:pt>
                <c:pt idx="431">
                  <c:v>15128.855086499974</c:v>
                </c:pt>
                <c:pt idx="432">
                  <c:v>13894.190590499982</c:v>
                </c:pt>
                <c:pt idx="433">
                  <c:v>11526.7044635</c:v>
                </c:pt>
                <c:pt idx="434">
                  <c:v>8391.6051134999907</c:v>
                </c:pt>
                <c:pt idx="435">
                  <c:v>4947.6668324999919</c:v>
                </c:pt>
                <c:pt idx="436">
                  <c:v>1709.6340274999916</c:v>
                </c:pt>
                <c:pt idx="437">
                  <c:v>-819.04213949999621</c:v>
                </c:pt>
                <c:pt idx="438">
                  <c:v>-2199.9991544999966</c:v>
                </c:pt>
                <c:pt idx="439">
                  <c:v>-2110.8911984999904</c:v>
                </c:pt>
                <c:pt idx="440">
                  <c:v>-385.4297054999804</c:v>
                </c:pt>
                <c:pt idx="441">
                  <c:v>2963.2827584999995</c:v>
                </c:pt>
                <c:pt idx="442">
                  <c:v>7745.0362485000242</c:v>
                </c:pt>
                <c:pt idx="443">
                  <c:v>13606.248732500042</c:v>
                </c:pt>
                <c:pt idx="444">
                  <c:v>20066.18199949999</c:v>
                </c:pt>
                <c:pt idx="445">
                  <c:v>26561.777467500011</c:v>
                </c:pt>
                <c:pt idx="446">
                  <c:v>32509.078312500005</c:v>
                </c:pt>
                <c:pt idx="447">
                  <c:v>37355.278147500016</c:v>
                </c:pt>
                <c:pt idx="448">
                  <c:v>40649.560496500002</c:v>
                </c:pt>
                <c:pt idx="449">
                  <c:v>42071.793920500008</c:v>
                </c:pt>
                <c:pt idx="450">
                  <c:v>41474.445991499982</c:v>
                </c:pt>
                <c:pt idx="451">
                  <c:v>38889.645213500007</c:v>
                </c:pt>
                <c:pt idx="452">
                  <c:v>34529.172709500024</c:v>
                </c:pt>
                <c:pt idx="453">
                  <c:v>28760.555876500002</c:v>
                </c:pt>
                <c:pt idx="454">
                  <c:v>22061.467438499996</c:v>
                </c:pt>
                <c:pt idx="455">
                  <c:v>14976.644472499991</c:v>
                </c:pt>
                <c:pt idx="456">
                  <c:v>8062.9118955000104</c:v>
                </c:pt>
                <c:pt idx="457">
                  <c:v>1826.2819064999921</c:v>
                </c:pt>
                <c:pt idx="458">
                  <c:v>-3319.0106634999997</c:v>
                </c:pt>
                <c:pt idx="459">
                  <c:v>-7089.5564675000232</c:v>
                </c:pt>
                <c:pt idx="460">
                  <c:v>-9357.2315265000216</c:v>
                </c:pt>
                <c:pt idx="461">
                  <c:v>-10147.519861500004</c:v>
                </c:pt>
                <c:pt idx="462">
                  <c:v>-9633.2939985000048</c:v>
                </c:pt>
                <c:pt idx="463">
                  <c:v>-8104.5365635000207</c:v>
                </c:pt>
                <c:pt idx="464">
                  <c:v>-5922.8327985000105</c:v>
                </c:pt>
                <c:pt idx="465">
                  <c:v>-3485.5613874999985</c:v>
                </c:pt>
                <c:pt idx="466">
                  <c:v>-1165.5708965000267</c:v>
                </c:pt>
                <c:pt idx="467">
                  <c:v>724.80912149999551</c:v>
                </c:pt>
                <c:pt idx="468">
                  <c:v>1975.7637024999854</c:v>
                </c:pt>
                <c:pt idx="469">
                  <c:v>2493.2572455000045</c:v>
                </c:pt>
                <c:pt idx="470">
                  <c:v>2317.5762434999929</c:v>
                </c:pt>
                <c:pt idx="471">
                  <c:v>1603.7184734999967</c:v>
                </c:pt>
                <c:pt idx="472">
                  <c:v>604.30104350000181</c:v>
                </c:pt>
                <c:pt idx="473">
                  <c:v>-369.25682849999572</c:v>
                </c:pt>
                <c:pt idx="474">
                  <c:v>-988.65700649999576</c:v>
                </c:pt>
                <c:pt idx="475">
                  <c:v>-952.93667849999542</c:v>
                </c:pt>
                <c:pt idx="476">
                  <c:v>-33.183930499982566</c:v>
                </c:pt>
                <c:pt idx="477">
                  <c:v>1898.7242435000137</c:v>
                </c:pt>
                <c:pt idx="478">
                  <c:v>4840.9447095000123</c:v>
                </c:pt>
                <c:pt idx="479">
                  <c:v>8664.3913335000034</c:v>
                </c:pt>
                <c:pt idx="480">
                  <c:v>13113.369057500031</c:v>
                </c:pt>
                <c:pt idx="481">
                  <c:v>17834.604273500023</c:v>
                </c:pt>
                <c:pt idx="482">
                  <c:v>22412.710723500037</c:v>
                </c:pt>
                <c:pt idx="483">
                  <c:v>26413.186557500041</c:v>
                </c:pt>
                <c:pt idx="484">
                  <c:v>29432.578883500009</c:v>
                </c:pt>
                <c:pt idx="485">
                  <c:v>31143.11473350001</c:v>
                </c:pt>
                <c:pt idx="486">
                  <c:v>31327.468326500024</c:v>
                </c:pt>
                <c:pt idx="487">
                  <c:v>29915.598650499996</c:v>
                </c:pt>
                <c:pt idx="488">
                  <c:v>26983.276130500009</c:v>
                </c:pt>
                <c:pt idx="489">
                  <c:v>22755.311410500028</c:v>
                </c:pt>
                <c:pt idx="490">
                  <c:v>17584.239866499996</c:v>
                </c:pt>
                <c:pt idx="491">
                  <c:v>11912.890235499988</c:v>
                </c:pt>
                <c:pt idx="492">
                  <c:v>6234.2165655000035</c:v>
                </c:pt>
                <c:pt idx="493">
                  <c:v>1032.6267574999911</c:v>
                </c:pt>
                <c:pt idx="494">
                  <c:v>-3257.3064975000134</c:v>
                </c:pt>
                <c:pt idx="495">
                  <c:v>-6297.4286635000144</c:v>
                </c:pt>
                <c:pt idx="496">
                  <c:v>-7883.8792225000243</c:v>
                </c:pt>
                <c:pt idx="497">
                  <c:v>-7962.4679405000134</c:v>
                </c:pt>
                <c:pt idx="498">
                  <c:v>-6634.4970965000266</c:v>
                </c:pt>
                <c:pt idx="499">
                  <c:v>-4143.1782535000093</c:v>
                </c:pt>
                <c:pt idx="500">
                  <c:v>-840.74583250000899</c:v>
                </c:pt>
                <c:pt idx="501">
                  <c:v>2841.8960324999639</c:v>
                </c:pt>
                <c:pt idx="502">
                  <c:v>6454.5893125000048</c:v>
                </c:pt>
                <c:pt idx="503">
                  <c:v>9571.2171205000068</c:v>
                </c:pt>
                <c:pt idx="504">
                  <c:v>11843.548366500001</c:v>
                </c:pt>
                <c:pt idx="505">
                  <c:v>13027.431652499978</c:v>
                </c:pt>
                <c:pt idx="506">
                  <c:v>13026.135982499978</c:v>
                </c:pt>
                <c:pt idx="507">
                  <c:v>11882.964523499975</c:v>
                </c:pt>
                <c:pt idx="508">
                  <c:v>9791.2166444999893</c:v>
                </c:pt>
                <c:pt idx="509">
                  <c:v>7058.8369114999923</c:v>
                </c:pt>
                <c:pt idx="510">
                  <c:v>4079.626258500005</c:v>
                </c:pt>
                <c:pt idx="511">
                  <c:v>1286.5534005000054</c:v>
                </c:pt>
                <c:pt idx="512">
                  <c:v>-897.43622150000067</c:v>
                </c:pt>
                <c:pt idx="513">
                  <c:v>-2110.9030774999928</c:v>
                </c:pt>
                <c:pt idx="514">
                  <c:v>-2092.7568614999946</c:v>
                </c:pt>
                <c:pt idx="515">
                  <c:v>-715.87642049999715</c:v>
                </c:pt>
                <c:pt idx="516">
                  <c:v>1997.4998115000271</c:v>
                </c:pt>
                <c:pt idx="517">
                  <c:v>5873.6793555000149</c:v>
                </c:pt>
                <c:pt idx="518">
                  <c:v>10606.70558250003</c:v>
                </c:pt>
                <c:pt idx="519">
                  <c:v>15784.170826500014</c:v>
                </c:pt>
                <c:pt idx="520">
                  <c:v>20934.782608500009</c:v>
                </c:pt>
                <c:pt idx="521">
                  <c:v>25573.692228500036</c:v>
                </c:pt>
                <c:pt idx="522">
                  <c:v>29251.13045250002</c:v>
                </c:pt>
                <c:pt idx="523">
                  <c:v>31606.183570499983</c:v>
                </c:pt>
                <c:pt idx="524">
                  <c:v>32400.505696500004</c:v>
                </c:pt>
                <c:pt idx="525">
                  <c:v>31533.07856050002</c:v>
                </c:pt>
                <c:pt idx="526">
                  <c:v>29067.623119500015</c:v>
                </c:pt>
                <c:pt idx="527">
                  <c:v>25207.998517500018</c:v>
                </c:pt>
                <c:pt idx="528">
                  <c:v>20287.542346499995</c:v>
                </c:pt>
                <c:pt idx="529">
                  <c:v>14727.058780499998</c:v>
                </c:pt>
                <c:pt idx="530">
                  <c:v>8989.950146499983</c:v>
                </c:pt>
                <c:pt idx="531">
                  <c:v>3538.390761500008</c:v>
                </c:pt>
                <c:pt idx="532">
                  <c:v>-1216.764154500006</c:v>
                </c:pt>
                <c:pt idx="533">
                  <c:v>-4954.3812575000111</c:v>
                </c:pt>
                <c:pt idx="534">
                  <c:v>-7473.3733584999964</c:v>
                </c:pt>
                <c:pt idx="535">
                  <c:v>-8708.5707445000116</c:v>
                </c:pt>
                <c:pt idx="536">
                  <c:v>-8730.1424445000139</c:v>
                </c:pt>
                <c:pt idx="537">
                  <c:v>-7726.788279499995</c:v>
                </c:pt>
                <c:pt idx="538">
                  <c:v>-5981.6859205000083</c:v>
                </c:pt>
                <c:pt idx="539">
                  <c:v>-3830.429117500028</c:v>
                </c:pt>
                <c:pt idx="540">
                  <c:v>-1618.1575865000084</c:v>
                </c:pt>
                <c:pt idx="541">
                  <c:v>339.35014849997873</c:v>
                </c:pt>
                <c:pt idx="542">
                  <c:v>1796.3721684999871</c:v>
                </c:pt>
                <c:pt idx="543">
                  <c:v>2611.9049144999863</c:v>
                </c:pt>
                <c:pt idx="544">
                  <c:v>2754.0019904999813</c:v>
                </c:pt>
                <c:pt idx="545">
                  <c:v>2312.2670814999924</c:v>
                </c:pt>
                <c:pt idx="546">
                  <c:v>1477.408369499992</c:v>
                </c:pt>
                <c:pt idx="547">
                  <c:v>518.70857550000164</c:v>
                </c:pt>
                <c:pt idx="548">
                  <c:v>-254.212640499999</c:v>
                </c:pt>
                <c:pt idx="549">
                  <c:v>-532.29697950000036</c:v>
                </c:pt>
                <c:pt idx="550">
                  <c:v>-50.992345499998571</c:v>
                </c:pt>
                <c:pt idx="551">
                  <c:v>1371.3793965000029</c:v>
                </c:pt>
                <c:pt idx="552">
                  <c:v>3808.4153445000229</c:v>
                </c:pt>
                <c:pt idx="553">
                  <c:v>7200.7577565000247</c:v>
                </c:pt>
                <c:pt idx="554">
                  <c:v>11365.907640500036</c:v>
                </c:pt>
                <c:pt idx="555">
                  <c:v>16002.276309500012</c:v>
                </c:pt>
                <c:pt idx="556">
                  <c:v>20728.340705500006</c:v>
                </c:pt>
                <c:pt idx="557">
                  <c:v>25109.418262499999</c:v>
                </c:pt>
                <c:pt idx="558">
                  <c:v>28718.762430500024</c:v>
                </c:pt>
                <c:pt idx="559">
                  <c:v>31175.104767500012</c:v>
                </c:pt>
                <c:pt idx="560">
                  <c:v>32195.657884500019</c:v>
                </c:pt>
                <c:pt idx="561">
                  <c:v>31625.017237499989</c:v>
                </c:pt>
                <c:pt idx="562">
                  <c:v>29457.018756500001</c:v>
                </c:pt>
                <c:pt idx="563">
                  <c:v>25847.28771150003</c:v>
                </c:pt>
                <c:pt idx="564">
                  <c:v>21098.106283500008</c:v>
                </c:pt>
                <c:pt idx="565">
                  <c:v>15626.802635500006</c:v>
                </c:pt>
                <c:pt idx="566">
                  <c:v>9929.5506205000092</c:v>
                </c:pt>
                <c:pt idx="567">
                  <c:v>4530.4270815000054</c:v>
                </c:pt>
                <c:pt idx="568">
                  <c:v>-76.248548499999075</c:v>
                </c:pt>
                <c:pt idx="569">
                  <c:v>-3476.3537914999943</c:v>
                </c:pt>
                <c:pt idx="570">
                  <c:v>-5383.281071500016</c:v>
                </c:pt>
                <c:pt idx="571">
                  <c:v>-5662.9761045000005</c:v>
                </c:pt>
                <c:pt idx="572">
                  <c:v>-4357.9680165000036</c:v>
                </c:pt>
                <c:pt idx="573">
                  <c:v>-1671.566341500001</c:v>
                </c:pt>
                <c:pt idx="574">
                  <c:v>2039.1858684999836</c:v>
                </c:pt>
                <c:pt idx="575">
                  <c:v>6317.0998455000081</c:v>
                </c:pt>
                <c:pt idx="576">
                  <c:v>10643.642979499993</c:v>
                </c:pt>
                <c:pt idx="577">
                  <c:v>14505.937036499969</c:v>
                </c:pt>
                <c:pt idx="578">
                  <c:v>17444.465503499963</c:v>
                </c:pt>
                <c:pt idx="579">
                  <c:v>19117.09952749998</c:v>
                </c:pt>
                <c:pt idx="580">
                  <c:v>19323.237568499975</c:v>
                </c:pt>
                <c:pt idx="581">
                  <c:v>18042.072667499986</c:v>
                </c:pt>
                <c:pt idx="582">
                  <c:v>15428.803654500007</c:v>
                </c:pt>
                <c:pt idx="583">
                  <c:v>11800.201648499999</c:v>
                </c:pt>
                <c:pt idx="584">
                  <c:v>7603.8830205000049</c:v>
                </c:pt>
                <c:pt idx="585">
                  <c:v>3364.5038595000128</c:v>
                </c:pt>
                <c:pt idx="586">
                  <c:v>-369.03517249999857</c:v>
                </c:pt>
                <c:pt idx="587">
                  <c:v>-3090.8107874999937</c:v>
                </c:pt>
                <c:pt idx="588">
                  <c:v>-4391.203074499992</c:v>
                </c:pt>
                <c:pt idx="589">
                  <c:v>-4006.1340674999769</c:v>
                </c:pt>
                <c:pt idx="590">
                  <c:v>-1851.5373824999933</c:v>
                </c:pt>
                <c:pt idx="591">
                  <c:v>1966.1902485000255</c:v>
                </c:pt>
                <c:pt idx="592">
                  <c:v>7153.9966485000296</c:v>
                </c:pt>
                <c:pt idx="593">
                  <c:v>13265.647690500033</c:v>
                </c:pt>
                <c:pt idx="594">
                  <c:v>19735.288810500017</c:v>
                </c:pt>
                <c:pt idx="595">
                  <c:v>25950.78463950002</c:v>
                </c:pt>
                <c:pt idx="596">
                  <c:v>31307.998116500006</c:v>
                </c:pt>
                <c:pt idx="597">
                  <c:v>35268.139246499995</c:v>
                </c:pt>
                <c:pt idx="598">
                  <c:v>37430.830366500006</c:v>
                </c:pt>
                <c:pt idx="599">
                  <c:v>37565.912324499994</c:v>
                </c:pt>
                <c:pt idx="600">
                  <c:v>35631.401113500018</c:v>
                </c:pt>
                <c:pt idx="601">
                  <c:v>31798.166311500045</c:v>
                </c:pt>
                <c:pt idx="602">
                  <c:v>26406.188220499982</c:v>
                </c:pt>
                <c:pt idx="603">
                  <c:v>19951.728748500005</c:v>
                </c:pt>
                <c:pt idx="604">
                  <c:v>13017.085585500005</c:v>
                </c:pt>
                <c:pt idx="605">
                  <c:v>6220.5930985000114</c:v>
                </c:pt>
                <c:pt idx="606">
                  <c:v>147.06756549998076</c:v>
                </c:pt>
                <c:pt idx="607">
                  <c:v>-4710.9474325000156</c:v>
                </c:pt>
                <c:pt idx="608">
                  <c:v>-8003.6168745000159</c:v>
                </c:pt>
                <c:pt idx="609">
                  <c:v>-9555.6560945000219</c:v>
                </c:pt>
                <c:pt idx="610">
                  <c:v>-9382.4850735000164</c:v>
                </c:pt>
                <c:pt idx="611">
                  <c:v>-7676.0321925000244</c:v>
                </c:pt>
                <c:pt idx="612">
                  <c:v>-4787.7879165000049</c:v>
                </c:pt>
                <c:pt idx="613">
                  <c:v>-1177.102489500021</c:v>
                </c:pt>
                <c:pt idx="614">
                  <c:v>2642.1885574999651</c:v>
                </c:pt>
                <c:pt idx="615">
                  <c:v>6161.5270564999801</c:v>
                </c:pt>
                <c:pt idx="616">
                  <c:v>8940.2366864999676</c:v>
                </c:pt>
                <c:pt idx="617">
                  <c:v>10650.186681499981</c:v>
                </c:pt>
                <c:pt idx="618">
                  <c:v>11118.571885499989</c:v>
                </c:pt>
                <c:pt idx="619">
                  <c:v>10343.47818149999</c:v>
                </c:pt>
                <c:pt idx="620">
                  <c:v>8491.343191500011</c:v>
                </c:pt>
                <c:pt idx="621">
                  <c:v>5877.676818499991</c:v>
                </c:pt>
                <c:pt idx="622">
                  <c:v>2926.1803674999983</c:v>
                </c:pt>
                <c:pt idx="623">
                  <c:v>118.86615349999779</c:v>
                </c:pt>
                <c:pt idx="624">
                  <c:v>-2067.4668194999899</c:v>
                </c:pt>
                <c:pt idx="625">
                  <c:v>-3214.9653165000013</c:v>
                </c:pt>
                <c:pt idx="626">
                  <c:v>-3020.3876054999801</c:v>
                </c:pt>
                <c:pt idx="627">
                  <c:v>-1333.7086154999899</c:v>
                </c:pt>
                <c:pt idx="628">
                  <c:v>1821.4055585000015</c:v>
                </c:pt>
                <c:pt idx="629">
                  <c:v>6241.253297500014</c:v>
                </c:pt>
                <c:pt idx="630">
                  <c:v>11566.176703500039</c:v>
                </c:pt>
                <c:pt idx="631">
                  <c:v>17312.258470499994</c:v>
                </c:pt>
                <c:pt idx="632">
                  <c:v>22927.84177950001</c:v>
                </c:pt>
                <c:pt idx="633">
                  <c:v>27852.170769500026</c:v>
                </c:pt>
                <c:pt idx="634">
                  <c:v>31571.167566499997</c:v>
                </c:pt>
                <c:pt idx="635">
                  <c:v>33687.662607500031</c:v>
                </c:pt>
                <c:pt idx="636">
                  <c:v>33955.054653500039</c:v>
                </c:pt>
                <c:pt idx="637">
                  <c:v>32316.399076500009</c:v>
                </c:pt>
                <c:pt idx="638">
                  <c:v>28899.536909499991</c:v>
                </c:pt>
                <c:pt idx="639">
                  <c:v>24024.049354500003</c:v>
                </c:pt>
                <c:pt idx="640">
                  <c:v>18153.054561499997</c:v>
                </c:pt>
                <c:pt idx="641">
                  <c:v>11852.568283499993</c:v>
                </c:pt>
                <c:pt idx="642">
                  <c:v>5727.0056085000078</c:v>
                </c:pt>
                <c:pt idx="643">
                  <c:v>361.78102749998698</c:v>
                </c:pt>
                <c:pt idx="644">
                  <c:v>-3751.6567785000148</c:v>
                </c:pt>
                <c:pt idx="645">
                  <c:v>-6254.1723755000039</c:v>
                </c:pt>
                <c:pt idx="646">
                  <c:v>-6966.1061975000121</c:v>
                </c:pt>
                <c:pt idx="647">
                  <c:v>-5901.6262334999983</c:v>
                </c:pt>
                <c:pt idx="648">
                  <c:v>-3265.2721145000205</c:v>
                </c:pt>
                <c:pt idx="649">
                  <c:v>570.3044444999714</c:v>
                </c:pt>
                <c:pt idx="650">
                  <c:v>5108.8927995000076</c:v>
                </c:pt>
                <c:pt idx="651">
                  <c:v>9790.1512694999728</c:v>
                </c:pt>
                <c:pt idx="652">
                  <c:v>14046.658015499968</c:v>
                </c:pt>
                <c:pt idx="653">
                  <c:v>17372.419603499959</c:v>
                </c:pt>
                <c:pt idx="654">
                  <c:v>19383.470788499999</c:v>
                </c:pt>
                <c:pt idx="655">
                  <c:v>19855.081372499975</c:v>
                </c:pt>
                <c:pt idx="656">
                  <c:v>18747.921154499996</c:v>
                </c:pt>
                <c:pt idx="657">
                  <c:v>16217.221285499982</c:v>
                </c:pt>
                <c:pt idx="658">
                  <c:v>12594.063397499986</c:v>
                </c:pt>
                <c:pt idx="659">
                  <c:v>8346.4615824999892</c:v>
                </c:pt>
                <c:pt idx="660">
                  <c:v>4026.4704215000029</c:v>
                </c:pt>
                <c:pt idx="661">
                  <c:v>210.44799749999669</c:v>
                </c:pt>
                <c:pt idx="662">
                  <c:v>-2568.053975500005</c:v>
                </c:pt>
                <c:pt idx="663">
                  <c:v>-3882.4795075000002</c:v>
                </c:pt>
                <c:pt idx="664">
                  <c:v>-3458.5467194999901</c:v>
                </c:pt>
                <c:pt idx="665">
                  <c:v>-1210.4559774999859</c:v>
                </c:pt>
                <c:pt idx="666">
                  <c:v>2744.0602994999945</c:v>
                </c:pt>
                <c:pt idx="667">
                  <c:v>8094.8476845000105</c:v>
                </c:pt>
                <c:pt idx="668">
                  <c:v>14374.596429500009</c:v>
                </c:pt>
                <c:pt idx="669">
                  <c:v>20994.327399499994</c:v>
                </c:pt>
                <c:pt idx="670">
                  <c:v>27315.512625499992</c:v>
                </c:pt>
                <c:pt idx="671">
                  <c:v>32712.1482545</c:v>
                </c:pt>
                <c:pt idx="672">
                  <c:v>36635.653828500028</c:v>
                </c:pt>
                <c:pt idx="673">
                  <c:v>38674.589563500005</c:v>
                </c:pt>
                <c:pt idx="674">
                  <c:v>38600.240494500038</c:v>
                </c:pt>
                <c:pt idx="675">
                  <c:v>36386.758280500013</c:v>
                </c:pt>
                <c:pt idx="676">
                  <c:v>32211.380778500017</c:v>
                </c:pt>
                <c:pt idx="677">
                  <c:v>26442.995827500006</c:v>
                </c:pt>
                <c:pt idx="678">
                  <c:v>19597.991143500003</c:v>
                </c:pt>
                <c:pt idx="679">
                  <c:v>12286.975003500018</c:v>
                </c:pt>
                <c:pt idx="680">
                  <c:v>5152.8373954999752</c:v>
                </c:pt>
                <c:pt idx="681">
                  <c:v>-1199.0947234999912</c:v>
                </c:pt>
                <c:pt idx="682">
                  <c:v>-6258.209414500021</c:v>
                </c:pt>
                <c:pt idx="683">
                  <c:v>-9662.0686855000185</c:v>
                </c:pt>
                <c:pt idx="684">
                  <c:v>-11226.885628500013</c:v>
                </c:pt>
                <c:pt idx="685">
                  <c:v>-10971.306724500011</c:v>
                </c:pt>
                <c:pt idx="686">
                  <c:v>-9092.0923414999997</c:v>
                </c:pt>
                <c:pt idx="687">
                  <c:v>-5955.3051735000199</c:v>
                </c:pt>
                <c:pt idx="688">
                  <c:v>-2034.8677305000324</c:v>
                </c:pt>
                <c:pt idx="689">
                  <c:v>2128.4975564999718</c:v>
                </c:pt>
                <c:pt idx="690">
                  <c:v>6007.2070245000059</c:v>
                </c:pt>
                <c:pt idx="691">
                  <c:v>9128.9100814999711</c:v>
                </c:pt>
                <c:pt idx="692">
                  <c:v>11146.102645500003</c:v>
                </c:pt>
                <c:pt idx="693">
                  <c:v>11864.741260499981</c:v>
                </c:pt>
                <c:pt idx="694">
                  <c:v>11270.301388499987</c:v>
                </c:pt>
                <c:pt idx="695">
                  <c:v>9528.8168724999923</c:v>
                </c:pt>
                <c:pt idx="696">
                  <c:v>6969.6245944999791</c:v>
                </c:pt>
                <c:pt idx="697">
                  <c:v>4043.6382465000061</c:v>
                </c:pt>
                <c:pt idx="698">
                  <c:v>1275.7614804999994</c:v>
                </c:pt>
                <c:pt idx="699">
                  <c:v>-796.70766249999838</c:v>
                </c:pt>
                <c:pt idx="700">
                  <c:v>-1684.0362524999914</c:v>
                </c:pt>
                <c:pt idx="701">
                  <c:v>-1003.6032914999995</c:v>
                </c:pt>
                <c:pt idx="702">
                  <c:v>1475.7521155000236</c:v>
                </c:pt>
                <c:pt idx="703">
                  <c:v>5801.7491895000148</c:v>
                </c:pt>
                <c:pt idx="704">
                  <c:v>11829.421264500019</c:v>
                </c:pt>
                <c:pt idx="705">
                  <c:v>19227.651458500008</c:v>
                </c:pt>
                <c:pt idx="706">
                  <c:v>27506.095681500035</c:v>
                </c:pt>
                <c:pt idx="707">
                  <c:v>36069.107380500005</c:v>
                </c:pt>
                <c:pt idx="708">
                  <c:v>44255.699023500041</c:v>
                </c:pt>
                <c:pt idx="709">
                  <c:v>51413.985694500036</c:v>
                </c:pt>
                <c:pt idx="710">
                  <c:v>56967.941101500015</c:v>
                </c:pt>
                <c:pt idx="711">
                  <c:v>60456.673847500031</c:v>
                </c:pt>
                <c:pt idx="712">
                  <c:v>61583.74230949999</c:v>
                </c:pt>
                <c:pt idx="713">
                  <c:v>60253.122604500015</c:v>
                </c:pt>
                <c:pt idx="714">
                  <c:v>56564.296852500032</c:v>
                </c:pt>
                <c:pt idx="715">
                  <c:v>50797.263555500016</c:v>
                </c:pt>
                <c:pt idx="716">
                  <c:v>43404.751742500011</c:v>
                </c:pt>
                <c:pt idx="717">
                  <c:v>34932.68290849997</c:v>
                </c:pt>
                <c:pt idx="718">
                  <c:v>26006.53410449997</c:v>
                </c:pt>
                <c:pt idx="719">
                  <c:v>17237.344897499999</c:v>
                </c:pt>
                <c:pt idx="720">
                  <c:v>9187.5371444999946</c:v>
                </c:pt>
                <c:pt idx="721">
                  <c:v>2313.3749055000089</c:v>
                </c:pt>
                <c:pt idx="722">
                  <c:v>-3064.2637435000247</c:v>
                </c:pt>
                <c:pt idx="723">
                  <c:v>-6789.1695315000088</c:v>
                </c:pt>
                <c:pt idx="724">
                  <c:v>-8868.8567715000245</c:v>
                </c:pt>
                <c:pt idx="725">
                  <c:v>-9455.8836265000155</c:v>
                </c:pt>
                <c:pt idx="726">
                  <c:v>-8827.3931805000229</c:v>
                </c:pt>
                <c:pt idx="727">
                  <c:v>-7340.7081965000289</c:v>
                </c:pt>
                <c:pt idx="728">
                  <c:v>-5387.5346745000079</c:v>
                </c:pt>
                <c:pt idx="729">
                  <c:v>-3347.6550015000194</c:v>
                </c:pt>
                <c:pt idx="730">
                  <c:v>-1540.9940175000193</c:v>
                </c:pt>
                <c:pt idx="731">
                  <c:v>-198.14610750000421</c:v>
                </c:pt>
                <c:pt idx="732">
                  <c:v>565.05709049998779</c:v>
                </c:pt>
                <c:pt idx="733">
                  <c:v>755.17680649999375</c:v>
                </c:pt>
                <c:pt idx="734">
                  <c:v>493.81963049999746</c:v>
                </c:pt>
                <c:pt idx="735">
                  <c:v>-5.4082635000002597</c:v>
                </c:pt>
                <c:pt idx="736">
                  <c:v>-467.12115749999896</c:v>
                </c:pt>
                <c:pt idx="737">
                  <c:v>-597.05395749999695</c:v>
                </c:pt>
                <c:pt idx="738">
                  <c:v>-120.76689349998769</c:v>
                </c:pt>
                <c:pt idx="739">
                  <c:v>1172.6816145000128</c:v>
                </c:pt>
                <c:pt idx="740">
                  <c:v>3401.0284515000121</c:v>
                </c:pt>
                <c:pt idx="741">
                  <c:v>6561.5306204999979</c:v>
                </c:pt>
                <c:pt idx="742">
                  <c:v>10531.670995499991</c:v>
                </c:pt>
                <c:pt idx="743">
                  <c:v>15072.482084500018</c:v>
                </c:pt>
                <c:pt idx="744">
                  <c:v>19843.53170850001</c:v>
                </c:pt>
                <c:pt idx="745">
                  <c:v>24443.659038500009</c:v>
                </c:pt>
                <c:pt idx="746">
                  <c:v>28454.887282500047</c:v>
                </c:pt>
                <c:pt idx="747">
                  <c:v>31479.014577500024</c:v>
                </c:pt>
                <c:pt idx="748">
                  <c:v>33183.585297500009</c:v>
                </c:pt>
                <c:pt idx="749">
                  <c:v>33351.245119500039</c:v>
                </c:pt>
                <c:pt idx="750">
                  <c:v>31886.820686500014</c:v>
                </c:pt>
                <c:pt idx="751">
                  <c:v>28856.470831500024</c:v>
                </c:pt>
                <c:pt idx="752">
                  <c:v>24459.006403500029</c:v>
                </c:pt>
                <c:pt idx="753">
                  <c:v>19030.748791500006</c:v>
                </c:pt>
                <c:pt idx="754">
                  <c:v>13005.999303500024</c:v>
                </c:pt>
                <c:pt idx="755">
                  <c:v>6867.2515344999911</c:v>
                </c:pt>
                <c:pt idx="756">
                  <c:v>1112.0767354999844</c:v>
                </c:pt>
                <c:pt idx="757">
                  <c:v>-3806.6711975000112</c:v>
                </c:pt>
                <c:pt idx="758">
                  <c:v>-7525.1782155000155</c:v>
                </c:pt>
                <c:pt idx="759">
                  <c:v>-9800.0784375000003</c:v>
                </c:pt>
                <c:pt idx="760">
                  <c:v>-10535.076766499997</c:v>
                </c:pt>
                <c:pt idx="761">
                  <c:v>-9789.6004605000144</c:v>
                </c:pt>
                <c:pt idx="762">
                  <c:v>-7769.1228615000127</c:v>
                </c:pt>
                <c:pt idx="763">
                  <c:v>-4796.757490500011</c:v>
                </c:pt>
                <c:pt idx="764">
                  <c:v>-1283.3411605000231</c:v>
                </c:pt>
                <c:pt idx="765">
                  <c:v>2325.2532074999604</c:v>
                </c:pt>
                <c:pt idx="766">
                  <c:v>5598.0244264999837</c:v>
                </c:pt>
                <c:pt idx="767">
                  <c:v>8161.6578014999859</c:v>
                </c:pt>
                <c:pt idx="768">
                  <c:v>9749.6579844999833</c:v>
                </c:pt>
                <c:pt idx="769">
                  <c:v>10227.972553499965</c:v>
                </c:pt>
                <c:pt idx="770">
                  <c:v>9613.101654500002</c:v>
                </c:pt>
                <c:pt idx="771">
                  <c:v>8069.489851499995</c:v>
                </c:pt>
                <c:pt idx="772">
                  <c:v>5888.9583764999943</c:v>
                </c:pt>
                <c:pt idx="773">
                  <c:v>3463.006621500002</c:v>
                </c:pt>
                <c:pt idx="774">
                  <c:v>1232.8477965000018</c:v>
                </c:pt>
                <c:pt idx="775">
                  <c:v>-356.83785749999919</c:v>
                </c:pt>
                <c:pt idx="776">
                  <c:v>-912.80431549999412</c:v>
                </c:pt>
                <c:pt idx="777">
                  <c:v>-139.30395050000237</c:v>
                </c:pt>
                <c:pt idx="778">
                  <c:v>2123.5770195000173</c:v>
                </c:pt>
                <c:pt idx="779">
                  <c:v>5881.8303895000172</c:v>
                </c:pt>
                <c:pt idx="780">
                  <c:v>10974.448201500009</c:v>
                </c:pt>
                <c:pt idx="781">
                  <c:v>17086.504610500029</c:v>
                </c:pt>
                <c:pt idx="782">
                  <c:v>23779.465521499998</c:v>
                </c:pt>
                <c:pt idx="783">
                  <c:v>30530.812739500012</c:v>
                </c:pt>
                <c:pt idx="784">
                  <c:v>36788.496277500046</c:v>
                </c:pt>
                <c:pt idx="785">
                  <c:v>42014.184106500026</c:v>
                </c:pt>
                <c:pt idx="786">
                  <c:v>45755.393650500002</c:v>
                </c:pt>
                <c:pt idx="787">
                  <c:v>47668.943070500005</c:v>
                </c:pt>
                <c:pt idx="788">
                  <c:v>47570.013809499986</c:v>
                </c:pt>
                <c:pt idx="789">
                  <c:v>45448.337400499986</c:v>
                </c:pt>
                <c:pt idx="790">
                  <c:v>41461.75227149998</c:v>
                </c:pt>
                <c:pt idx="791">
                  <c:v>35921.616769500033</c:v>
                </c:pt>
                <c:pt idx="792">
                  <c:v>29264.614581499995</c:v>
                </c:pt>
                <c:pt idx="793">
                  <c:v>22001.706076500006</c:v>
                </c:pt>
                <c:pt idx="794">
                  <c:v>14673.366526499989</c:v>
                </c:pt>
                <c:pt idx="795">
                  <c:v>7791.7407014999953</c:v>
                </c:pt>
                <c:pt idx="796">
                  <c:v>1800.6676664999845</c:v>
                </c:pt>
                <c:pt idx="797">
                  <c:v>-2977.0226395000232</c:v>
                </c:pt>
                <c:pt idx="798">
                  <c:v>-6348.7857745000119</c:v>
                </c:pt>
                <c:pt idx="799">
                  <c:v>-8276.8138595000055</c:v>
                </c:pt>
                <c:pt idx="800">
                  <c:v>-8859.326386500019</c:v>
                </c:pt>
                <c:pt idx="801">
                  <c:v>-8320.4635815000129</c:v>
                </c:pt>
                <c:pt idx="802">
                  <c:v>-6965.0605365000056</c:v>
                </c:pt>
                <c:pt idx="803">
                  <c:v>-5145.2049225000192</c:v>
                </c:pt>
                <c:pt idx="804">
                  <c:v>-3213.8991395000171</c:v>
                </c:pt>
                <c:pt idx="805">
                  <c:v>-1471.8313065000129</c:v>
                </c:pt>
                <c:pt idx="806">
                  <c:v>-148.30274250001906</c:v>
                </c:pt>
                <c:pt idx="807">
                  <c:v>636.40579349999098</c:v>
                </c:pt>
                <c:pt idx="808">
                  <c:v>878.95435249999014</c:v>
                </c:pt>
                <c:pt idx="809">
                  <c:v>683.59944049999183</c:v>
                </c:pt>
                <c:pt idx="810">
                  <c:v>249.06821549999964</c:v>
                </c:pt>
                <c:pt idx="811">
                  <c:v>-165.12911749999677</c:v>
                </c:pt>
                <c:pt idx="812">
                  <c:v>-276.21069349999431</c:v>
                </c:pt>
                <c:pt idx="813">
                  <c:v>179.93132049999852</c:v>
                </c:pt>
                <c:pt idx="814">
                  <c:v>1408.5367255000033</c:v>
                </c:pt>
                <c:pt idx="815">
                  <c:v>3522.6831195000182</c:v>
                </c:pt>
                <c:pt idx="816">
                  <c:v>6521.9835555000109</c:v>
                </c:pt>
                <c:pt idx="817">
                  <c:v>10279.601333500004</c:v>
                </c:pt>
                <c:pt idx="818">
                  <c:v>14559.908982500034</c:v>
                </c:pt>
                <c:pt idx="819">
                  <c:v>19025.672386500035</c:v>
                </c:pt>
                <c:pt idx="820">
                  <c:v>23288.69231649999</c:v>
                </c:pt>
                <c:pt idx="821">
                  <c:v>26931.658885500015</c:v>
                </c:pt>
                <c:pt idx="822">
                  <c:v>29575.959730500024</c:v>
                </c:pt>
                <c:pt idx="823">
                  <c:v>30912.443575500009</c:v>
                </c:pt>
                <c:pt idx="824">
                  <c:v>30743.001397500004</c:v>
                </c:pt>
                <c:pt idx="825">
                  <c:v>29009.407168499998</c:v>
                </c:pt>
                <c:pt idx="826">
                  <c:v>25806.858550500005</c:v>
                </c:pt>
                <c:pt idx="827">
                  <c:v>21370.281158500002</c:v>
                </c:pt>
                <c:pt idx="828">
                  <c:v>16068.259876499993</c:v>
                </c:pt>
                <c:pt idx="829">
                  <c:v>10354.014391499981</c:v>
                </c:pt>
                <c:pt idx="830">
                  <c:v>4727.7485515000044</c:v>
                </c:pt>
                <c:pt idx="831">
                  <c:v>-315.12054750001386</c:v>
                </c:pt>
                <c:pt idx="832">
                  <c:v>-4340.2413145000055</c:v>
                </c:pt>
                <c:pt idx="833">
                  <c:v>-7012.3671475000046</c:v>
                </c:pt>
                <c:pt idx="834">
                  <c:v>-8138.6594205000083</c:v>
                </c:pt>
                <c:pt idx="835">
                  <c:v>-7685.1182834999963</c:v>
                </c:pt>
                <c:pt idx="836">
                  <c:v>-5779.5241785000098</c:v>
                </c:pt>
                <c:pt idx="837">
                  <c:v>-2699.45858150002</c:v>
                </c:pt>
                <c:pt idx="838">
                  <c:v>1162.9136024999709</c:v>
                </c:pt>
                <c:pt idx="839">
                  <c:v>5335.8575764999823</c:v>
                </c:pt>
                <c:pt idx="840">
                  <c:v>9330.8779484999723</c:v>
                </c:pt>
                <c:pt idx="841">
                  <c:v>12688.981168499977</c:v>
                </c:pt>
                <c:pt idx="842">
                  <c:v>15043.231325499999</c:v>
                </c:pt>
                <c:pt idx="843">
                  <c:v>16142.728829499996</c:v>
                </c:pt>
                <c:pt idx="844">
                  <c:v>15902.131063499985</c:v>
                </c:pt>
                <c:pt idx="845">
                  <c:v>14394.808415499967</c:v>
                </c:pt>
                <c:pt idx="846">
                  <c:v>11857.249354500005</c:v>
                </c:pt>
                <c:pt idx="847">
                  <c:v>8657.4648674999899</c:v>
                </c:pt>
                <c:pt idx="848">
                  <c:v>5258.8596935000005</c:v>
                </c:pt>
                <c:pt idx="849">
                  <c:v>2163.5210474999935</c:v>
                </c:pt>
                <c:pt idx="850">
                  <c:v>-138.9637034999935</c:v>
                </c:pt>
                <c:pt idx="851">
                  <c:v>-1231.5683665000001</c:v>
                </c:pt>
                <c:pt idx="852">
                  <c:v>-818.23456749998638</c:v>
                </c:pt>
                <c:pt idx="853">
                  <c:v>1242.8764595000077</c:v>
                </c:pt>
                <c:pt idx="854">
                  <c:v>4916.2334775000163</c:v>
                </c:pt>
                <c:pt idx="855">
                  <c:v>9987.7596334999962</c:v>
                </c:pt>
                <c:pt idx="856">
                  <c:v>16086.529845499985</c:v>
                </c:pt>
                <c:pt idx="857">
                  <c:v>22715.418052500023</c:v>
                </c:pt>
                <c:pt idx="858">
                  <c:v>29304.899151500023</c:v>
                </c:pt>
                <c:pt idx="859">
                  <c:v>35266.68699750003</c:v>
                </c:pt>
                <c:pt idx="860">
                  <c:v>40053.540390500028</c:v>
                </c:pt>
                <c:pt idx="861">
                  <c:v>43216.185875500007</c:v>
                </c:pt>
                <c:pt idx="862">
                  <c:v>44450.6216795</c:v>
                </c:pt>
                <c:pt idx="863">
                  <c:v>43620.136303500032</c:v>
                </c:pt>
                <c:pt idx="864">
                  <c:v>40777.18266749999</c:v>
                </c:pt>
                <c:pt idx="865">
                  <c:v>36151.124473500022</c:v>
                </c:pt>
                <c:pt idx="866">
                  <c:v>30121.160684499991</c:v>
                </c:pt>
                <c:pt idx="867">
                  <c:v>23187.725982500022</c:v>
                </c:pt>
                <c:pt idx="868">
                  <c:v>15901.927710499991</c:v>
                </c:pt>
                <c:pt idx="869">
                  <c:v>8827.1626935000149</c:v>
                </c:pt>
                <c:pt idx="870">
                  <c:v>2470.9219964999988</c:v>
                </c:pt>
                <c:pt idx="871">
                  <c:v>-2756.5768705000105</c:v>
                </c:pt>
                <c:pt idx="872">
                  <c:v>-6584.072744500012</c:v>
                </c:pt>
                <c:pt idx="873">
                  <c:v>-8893.9423885000033</c:v>
                </c:pt>
                <c:pt idx="874">
                  <c:v>-9730.9185155000196</c:v>
                </c:pt>
                <c:pt idx="875">
                  <c:v>-9280.3155225000137</c:v>
                </c:pt>
                <c:pt idx="876">
                  <c:v>-7843.8866065000202</c:v>
                </c:pt>
                <c:pt idx="877">
                  <c:v>-5793.6736935000208</c:v>
                </c:pt>
                <c:pt idx="878">
                  <c:v>-3520.160062500001</c:v>
                </c:pt>
                <c:pt idx="879">
                  <c:v>-1391.6335135000236</c:v>
                </c:pt>
                <c:pt idx="880">
                  <c:v>299.85634249999441</c:v>
                </c:pt>
                <c:pt idx="881">
                  <c:v>1371.4294335000004</c:v>
                </c:pt>
                <c:pt idx="882">
                  <c:v>1760.8381004999969</c:v>
                </c:pt>
                <c:pt idx="883">
                  <c:v>1541.3320574999916</c:v>
                </c:pt>
                <c:pt idx="884">
                  <c:v>900.52931549999369</c:v>
                </c:pt>
                <c:pt idx="885">
                  <c:v>115.97356650000214</c:v>
                </c:pt>
                <c:pt idx="886">
                  <c:v>-486.9173294999992</c:v>
                </c:pt>
                <c:pt idx="887">
                  <c:v>-580.41860249999502</c:v>
                </c:pt>
                <c:pt idx="888">
                  <c:v>116.9766065000119</c:v>
                </c:pt>
                <c:pt idx="889">
                  <c:v>1801.4652115000229</c:v>
                </c:pt>
                <c:pt idx="890">
                  <c:v>4544.6352575000274</c:v>
                </c:pt>
                <c:pt idx="891">
                  <c:v>8282.9935815000208</c:v>
                </c:pt>
                <c:pt idx="892">
                  <c:v>12812.917225499999</c:v>
                </c:pt>
                <c:pt idx="893">
                  <c:v>17808.810623500038</c:v>
                </c:pt>
                <c:pt idx="894">
                  <c:v>22851.226301500021</c:v>
                </c:pt>
                <c:pt idx="895">
                  <c:v>27476.072893500022</c:v>
                </c:pt>
                <c:pt idx="896">
                  <c:v>31216.944233500006</c:v>
                </c:pt>
                <c:pt idx="897">
                  <c:v>33672.493608500008</c:v>
                </c:pt>
                <c:pt idx="898">
                  <c:v>34544.845771499997</c:v>
                </c:pt>
                <c:pt idx="899">
                  <c:v>33673.321099499983</c:v>
                </c:pt>
                <c:pt idx="900">
                  <c:v>31064.253901500004</c:v>
                </c:pt>
                <c:pt idx="901">
                  <c:v>26898.115568500027</c:v>
                </c:pt>
                <c:pt idx="902">
                  <c:v>21505.872010500014</c:v>
                </c:pt>
                <c:pt idx="903">
                  <c:v>15346.546240500018</c:v>
                </c:pt>
                <c:pt idx="904">
                  <c:v>8958.6311985000066</c:v>
                </c:pt>
                <c:pt idx="905">
                  <c:v>2898.6432194999943</c:v>
                </c:pt>
                <c:pt idx="906">
                  <c:v>-2301.7492845000029</c:v>
                </c:pt>
                <c:pt idx="907">
                  <c:v>-6209.1054275000142</c:v>
                </c:pt>
                <c:pt idx="908">
                  <c:v>-8520.7187415000117</c:v>
                </c:pt>
                <c:pt idx="909">
                  <c:v>-9098.2720635000333</c:v>
                </c:pt>
                <c:pt idx="910">
                  <c:v>-7986.2893275000179</c:v>
                </c:pt>
                <c:pt idx="911">
                  <c:v>-5396.561017500032</c:v>
                </c:pt>
                <c:pt idx="912">
                  <c:v>-1693.7915225000281</c:v>
                </c:pt>
                <c:pt idx="913">
                  <c:v>2657.3827814999718</c:v>
                </c:pt>
                <c:pt idx="914">
                  <c:v>7135.9105684999804</c:v>
                </c:pt>
                <c:pt idx="915">
                  <c:v>11227.362646499994</c:v>
                </c:pt>
                <c:pt idx="916">
                  <c:v>14477.737207499966</c:v>
                </c:pt>
                <c:pt idx="917">
                  <c:v>16546.925790499961</c:v>
                </c:pt>
                <c:pt idx="918">
                  <c:v>17243.277502499965</c:v>
                </c:pt>
                <c:pt idx="919">
                  <c:v>16538.096626499995</c:v>
                </c:pt>
                <c:pt idx="920">
                  <c:v>14580.243268499995</c:v>
                </c:pt>
                <c:pt idx="921">
                  <c:v>11655.959689499983</c:v>
                </c:pt>
                <c:pt idx="922">
                  <c:v>8175.0774734999886</c:v>
                </c:pt>
                <c:pt idx="923">
                  <c:v>4608.0530935000033</c:v>
                </c:pt>
                <c:pt idx="924">
                  <c:v>1439.5450904999966</c:v>
                </c:pt>
                <c:pt idx="925">
                  <c:v>-892.71430549999047</c:v>
                </c:pt>
                <c:pt idx="926">
                  <c:v>-2043.3028545000006</c:v>
                </c:pt>
                <c:pt idx="927">
                  <c:v>-1803.643582499993</c:v>
                </c:pt>
                <c:pt idx="928">
                  <c:v>-118.62181049998686</c:v>
                </c:pt>
                <c:pt idx="929">
                  <c:v>2900.4409664999962</c:v>
                </c:pt>
                <c:pt idx="930">
                  <c:v>6992.5746244999982</c:v>
                </c:pt>
                <c:pt idx="931">
                  <c:v>11778.078339500025</c:v>
                </c:pt>
                <c:pt idx="932">
                  <c:v>16794.172337500007</c:v>
                </c:pt>
                <c:pt idx="933">
                  <c:v>21552.951610500011</c:v>
                </c:pt>
                <c:pt idx="934">
                  <c:v>25585.896829500005</c:v>
                </c:pt>
                <c:pt idx="935">
                  <c:v>28498.722726500022</c:v>
                </c:pt>
                <c:pt idx="936">
                  <c:v>30015.112407500033</c:v>
                </c:pt>
                <c:pt idx="937">
                  <c:v>29989.452102500018</c:v>
                </c:pt>
                <c:pt idx="938">
                  <c:v>28432.988860500016</c:v>
                </c:pt>
                <c:pt idx="939">
                  <c:v>25499.333104499994</c:v>
                </c:pt>
                <c:pt idx="940">
                  <c:v>21466.53592649999</c:v>
                </c:pt>
                <c:pt idx="941">
                  <c:v>16705.220587499996</c:v>
                </c:pt>
                <c:pt idx="942">
                  <c:v>11631.456314499994</c:v>
                </c:pt>
                <c:pt idx="943">
                  <c:v>6667.1714115000113</c:v>
                </c:pt>
                <c:pt idx="944">
                  <c:v>2192.7754485</c:v>
                </c:pt>
                <c:pt idx="945">
                  <c:v>-1487.8259645000128</c:v>
                </c:pt>
                <c:pt idx="946">
                  <c:v>-4173.0293095000097</c:v>
                </c:pt>
                <c:pt idx="947">
                  <c:v>-5781.699102500007</c:v>
                </c:pt>
                <c:pt idx="948">
                  <c:v>-6347.0321355000078</c:v>
                </c:pt>
                <c:pt idx="949">
                  <c:v>-6005.2369664999978</c:v>
                </c:pt>
                <c:pt idx="950">
                  <c:v>-4974.2969665000028</c:v>
                </c:pt>
                <c:pt idx="951">
                  <c:v>-3516.1211225000193</c:v>
                </c:pt>
                <c:pt idx="952">
                  <c:v>-1907.9346794999976</c:v>
                </c:pt>
                <c:pt idx="953">
                  <c:v>-401.40595650001222</c:v>
                </c:pt>
                <c:pt idx="954">
                  <c:v>801.81533249997824</c:v>
                </c:pt>
                <c:pt idx="955">
                  <c:v>1575.3815415000026</c:v>
                </c:pt>
                <c:pt idx="956">
                  <c:v>1874.9465794999969</c:v>
                </c:pt>
                <c:pt idx="957">
                  <c:v>1742.0994944999911</c:v>
                </c:pt>
                <c:pt idx="958">
                  <c:v>1295.0321444999906</c:v>
                </c:pt>
                <c:pt idx="959">
                  <c:v>703.83792150000022</c:v>
                </c:pt>
                <c:pt idx="960">
                  <c:v>172.27629849999857</c:v>
                </c:pt>
                <c:pt idx="961">
                  <c:v>-95.119546499996588</c:v>
                </c:pt>
                <c:pt idx="962">
                  <c:v>81.919053500007209</c:v>
                </c:pt>
                <c:pt idx="963">
                  <c:v>835.94655750001209</c:v>
                </c:pt>
                <c:pt idx="964">
                  <c:v>2233.2689925000022</c:v>
                </c:pt>
                <c:pt idx="965">
                  <c:v>4266.6608565000115</c:v>
                </c:pt>
                <c:pt idx="966">
                  <c:v>6852.742531500011</c:v>
                </c:pt>
                <c:pt idx="967">
                  <c:v>9844.0906785000243</c:v>
                </c:pt>
                <c:pt idx="968">
                  <c:v>13039.851829500001</c:v>
                </c:pt>
                <c:pt idx="969">
                  <c:v>16210.569524499995</c:v>
                </c:pt>
                <c:pt idx="970">
                  <c:v>19115.704282500024</c:v>
                </c:pt>
                <c:pt idx="971">
                  <c:v>21534.696375499992</c:v>
                </c:pt>
                <c:pt idx="972">
                  <c:v>23284.134683499982</c:v>
                </c:pt>
                <c:pt idx="973">
                  <c:v>24226.480602500018</c:v>
                </c:pt>
                <c:pt idx="974">
                  <c:v>24299.653339500026</c:v>
                </c:pt>
                <c:pt idx="975">
                  <c:v>23496.169559500002</c:v>
                </c:pt>
                <c:pt idx="976">
                  <c:v>21885.403738500008</c:v>
                </c:pt>
                <c:pt idx="977">
                  <c:v>19590.269897500006</c:v>
                </c:pt>
                <c:pt idx="978">
                  <c:v>16772.866623500009</c:v>
                </c:pt>
                <c:pt idx="979">
                  <c:v>13634.751714500013</c:v>
                </c:pt>
                <c:pt idx="980">
                  <c:v>10378.601518500016</c:v>
                </c:pt>
                <c:pt idx="981">
                  <c:v>7211.3855655000043</c:v>
                </c:pt>
                <c:pt idx="982">
                  <c:v>4315.3614645000071</c:v>
                </c:pt>
                <c:pt idx="983">
                  <c:v>1844.6791904999989</c:v>
                </c:pt>
                <c:pt idx="984">
                  <c:v>-86.587702500008277</c:v>
                </c:pt>
                <c:pt idx="985">
                  <c:v>-1405.2355604999993</c:v>
                </c:pt>
                <c:pt idx="986">
                  <c:v>-2081.9005215000111</c:v>
                </c:pt>
                <c:pt idx="987">
                  <c:v>-2126.4929105000037</c:v>
                </c:pt>
                <c:pt idx="988">
                  <c:v>-1583.6804445000039</c:v>
                </c:pt>
                <c:pt idx="989">
                  <c:v>-522.69216450001045</c:v>
                </c:pt>
                <c:pt idx="990">
                  <c:v>965.82694649999655</c:v>
                </c:pt>
                <c:pt idx="991">
                  <c:v>2784.2253814999854</c:v>
                </c:pt>
                <c:pt idx="992">
                  <c:v>4832.6429964999998</c:v>
                </c:pt>
                <c:pt idx="993">
                  <c:v>7010.1944264999938</c:v>
                </c:pt>
                <c:pt idx="994">
                  <c:v>9232.351474500012</c:v>
                </c:pt>
                <c:pt idx="995">
                  <c:v>11421.002443499994</c:v>
                </c:pt>
                <c:pt idx="996">
                  <c:v>13517.639791500005</c:v>
                </c:pt>
                <c:pt idx="997">
                  <c:v>15475.155426499985</c:v>
                </c:pt>
                <c:pt idx="998">
                  <c:v>17258.672469499983</c:v>
                </c:pt>
                <c:pt idx="999">
                  <c:v>18856.1885965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34-41A3-BED5-9BBED9D1D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6801088"/>
        <c:axId val="1196799840"/>
      </c:lineChart>
      <c:catAx>
        <c:axId val="11968010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6799840"/>
        <c:crosses val="autoZero"/>
        <c:auto val="1"/>
        <c:lblAlgn val="ctr"/>
        <c:lblOffset val="100"/>
        <c:noMultiLvlLbl val="0"/>
      </c:catAx>
      <c:valAx>
        <c:axId val="119679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680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取</a:t>
            </a:r>
            <a:r>
              <a:rPr lang="en-US" altLang="zh-TW" dirty="0"/>
              <a:t>38</a:t>
            </a:r>
            <a:r>
              <a:rPr lang="zh-TW" altLang="en-US" dirty="0"/>
              <a:t>個點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4">
                  <a:lumMod val="85000"/>
                  <a:lumOff val="1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工作表1!$AH$1:$AH$38</c:f>
              <c:numCache>
                <c:formatCode>General</c:formatCode>
                <c:ptCount val="38"/>
                <c:pt idx="0">
                  <c:v>4382.2003965000067</c:v>
                </c:pt>
                <c:pt idx="1">
                  <c:v>3450.8004895000195</c:v>
                </c:pt>
                <c:pt idx="2">
                  <c:v>2465.0519914999986</c:v>
                </c:pt>
                <c:pt idx="3">
                  <c:v>1473.2816175000046</c:v>
                </c:pt>
                <c:pt idx="4">
                  <c:v>550.52847449999911</c:v>
                </c:pt>
                <c:pt idx="5">
                  <c:v>-203.30569350000363</c:v>
                </c:pt>
                <c:pt idx="6">
                  <c:v>-678.9414345000107</c:v>
                </c:pt>
                <c:pt idx="7">
                  <c:v>-774.37075150001499</c:v>
                </c:pt>
                <c:pt idx="8">
                  <c:v>-412.48848150001402</c:v>
                </c:pt>
                <c:pt idx="9">
                  <c:v>446.41727549999547</c:v>
                </c:pt>
                <c:pt idx="10">
                  <c:v>1786.9921514999842</c:v>
                </c:pt>
                <c:pt idx="11">
                  <c:v>3539.8248654999666</c:v>
                </c:pt>
                <c:pt idx="12">
                  <c:v>5575.8482894999761</c:v>
                </c:pt>
                <c:pt idx="13">
                  <c:v>7717.117090499959</c:v>
                </c:pt>
                <c:pt idx="14">
                  <c:v>9759.1740434999756</c:v>
                </c:pt>
                <c:pt idx="15">
                  <c:v>11483.098168499982</c:v>
                </c:pt>
                <c:pt idx="16">
                  <c:v>12680.680601499984</c:v>
                </c:pt>
                <c:pt idx="17">
                  <c:v>13187.545878499968</c:v>
                </c:pt>
                <c:pt idx="18">
                  <c:v>12904.578556499973</c:v>
                </c:pt>
                <c:pt idx="19">
                  <c:v>11811.891742500002</c:v>
                </c:pt>
                <c:pt idx="20">
                  <c:v>9978.3432644999884</c:v>
                </c:pt>
                <c:pt idx="21">
                  <c:v>7569.6560974999866</c:v>
                </c:pt>
                <c:pt idx="22">
                  <c:v>4827.647779500001</c:v>
                </c:pt>
                <c:pt idx="23">
                  <c:v>2057.4857534999919</c:v>
                </c:pt>
                <c:pt idx="24">
                  <c:v>-405.07177749999198</c:v>
                </c:pt>
                <c:pt idx="25">
                  <c:v>-2228.1985844999967</c:v>
                </c:pt>
                <c:pt idx="26">
                  <c:v>-3119.4396415000006</c:v>
                </c:pt>
                <c:pt idx="27">
                  <c:v>-2864.0363414999997</c:v>
                </c:pt>
                <c:pt idx="28">
                  <c:v>-1348.63622249998</c:v>
                </c:pt>
                <c:pt idx="29">
                  <c:v>1413.4468874999995</c:v>
                </c:pt>
                <c:pt idx="30">
                  <c:v>5278.8980365000307</c:v>
                </c:pt>
                <c:pt idx="31">
                  <c:v>9980.2064985000306</c:v>
                </c:pt>
                <c:pt idx="32">
                  <c:v>15146.339002500023</c:v>
                </c:pt>
                <c:pt idx="33">
                  <c:v>20331.873061500046</c:v>
                </c:pt>
                <c:pt idx="34">
                  <c:v>25067.348988500002</c:v>
                </c:pt>
                <c:pt idx="35">
                  <c:v>28896.207488499997</c:v>
                </c:pt>
                <c:pt idx="36">
                  <c:v>31428.732274500002</c:v>
                </c:pt>
                <c:pt idx="37">
                  <c:v>32383.0806835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44-4554-966E-1282236638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0513792"/>
        <c:axId val="1910512960"/>
      </c:lineChart>
      <c:catAx>
        <c:axId val="19105137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512960"/>
        <c:crosses val="autoZero"/>
        <c:auto val="1"/>
        <c:lblAlgn val="ctr"/>
        <c:lblOffset val="100"/>
        <c:noMultiLvlLbl val="0"/>
      </c:catAx>
      <c:valAx>
        <c:axId val="191051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51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震盪子_電壓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工作表1!$M$2:$M$38</c:f>
              <c:numCache>
                <c:formatCode>General</c:formatCode>
                <c:ptCount val="37"/>
                <c:pt idx="0">
                  <c:v>-294.68789473684183</c:v>
                </c:pt>
                <c:pt idx="1">
                  <c:v>-287.39789473684186</c:v>
                </c:pt>
                <c:pt idx="2">
                  <c:v>-278.84789473684191</c:v>
                </c:pt>
                <c:pt idx="3">
                  <c:v>-268.33789473684192</c:v>
                </c:pt>
                <c:pt idx="4">
                  <c:v>-255.19789473684182</c:v>
                </c:pt>
                <c:pt idx="5">
                  <c:v>-238.89789473684186</c:v>
                </c:pt>
                <c:pt idx="6">
                  <c:v>-219.03789473684196</c:v>
                </c:pt>
                <c:pt idx="7">
                  <c:v>-195.36789473684189</c:v>
                </c:pt>
                <c:pt idx="8">
                  <c:v>-167.82789473684193</c:v>
                </c:pt>
                <c:pt idx="9">
                  <c:v>-136.51789473684198</c:v>
                </c:pt>
                <c:pt idx="10">
                  <c:v>-101.75789473684176</c:v>
                </c:pt>
                <c:pt idx="11">
                  <c:v>-64.017894736841981</c:v>
                </c:pt>
                <c:pt idx="12">
                  <c:v>-23.957894736841808</c:v>
                </c:pt>
                <c:pt idx="13">
                  <c:v>17.592105263158146</c:v>
                </c:pt>
                <c:pt idx="14">
                  <c:v>59.692105263158055</c:v>
                </c:pt>
                <c:pt idx="15">
                  <c:v>101.30210526315818</c:v>
                </c:pt>
                <c:pt idx="16">
                  <c:v>141.30210526315818</c:v>
                </c:pt>
                <c:pt idx="17">
                  <c:v>178.56210526315795</c:v>
                </c:pt>
                <c:pt idx="18">
                  <c:v>211.95210526315827</c:v>
                </c:pt>
                <c:pt idx="19">
                  <c:v>240.40210526315809</c:v>
                </c:pt>
                <c:pt idx="20">
                  <c:v>262.93210526315829</c:v>
                </c:pt>
                <c:pt idx="21">
                  <c:v>278.70210526315827</c:v>
                </c:pt>
                <c:pt idx="22">
                  <c:v>287.0321052631582</c:v>
                </c:pt>
                <c:pt idx="23">
                  <c:v>287.45210526315827</c:v>
                </c:pt>
                <c:pt idx="24">
                  <c:v>279.70210526315827</c:v>
                </c:pt>
                <c:pt idx="25">
                  <c:v>263.77210526315798</c:v>
                </c:pt>
                <c:pt idx="26">
                  <c:v>239.89210526315833</c:v>
                </c:pt>
                <c:pt idx="27">
                  <c:v>208.54210526315796</c:v>
                </c:pt>
                <c:pt idx="28">
                  <c:v>170.44210526315806</c:v>
                </c:pt>
                <c:pt idx="29">
                  <c:v>126.55210526315818</c:v>
                </c:pt>
                <c:pt idx="30">
                  <c:v>78.012105263158219</c:v>
                </c:pt>
                <c:pt idx="31">
                  <c:v>26.142105263158101</c:v>
                </c:pt>
                <c:pt idx="32">
                  <c:v>-27.597894736841909</c:v>
                </c:pt>
                <c:pt idx="33">
                  <c:v>-81.667894736841845</c:v>
                </c:pt>
                <c:pt idx="34">
                  <c:v>-134.47789473684179</c:v>
                </c:pt>
                <c:pt idx="35">
                  <c:v>-184.45789473684181</c:v>
                </c:pt>
                <c:pt idx="36">
                  <c:v>-230.05789473684194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EA-44BA-8781-03AB6B59DA8D}"/>
            </c:ext>
          </c:extLst>
        </c:ser>
        <c:ser>
          <c:idx val="1"/>
          <c:order val="1"/>
          <c:tx>
            <c:v>震盪子1_電流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工作表1!$N$2:$N$38</c:f>
              <c:numCache>
                <c:formatCode>General</c:formatCode>
                <c:ptCount val="37"/>
                <c:pt idx="0">
                  <c:v>-307.10552999999982</c:v>
                </c:pt>
                <c:pt idx="1">
                  <c:v>-207.75355300000001</c:v>
                </c:pt>
                <c:pt idx="2">
                  <c:v>-108.89355300000011</c:v>
                </c:pt>
                <c:pt idx="3">
                  <c:v>-12.443553000000065</c:v>
                </c:pt>
                <c:pt idx="4">
                  <c:v>79.716447000000016</c:v>
                </c:pt>
                <c:pt idx="5">
                  <c:v>165.79644699999994</c:v>
                </c:pt>
                <c:pt idx="6">
                  <c:v>244.0964469999999</c:v>
                </c:pt>
                <c:pt idx="7">
                  <c:v>313.0964469999999</c:v>
                </c:pt>
                <c:pt idx="8">
                  <c:v>371.48644699999977</c:v>
                </c:pt>
                <c:pt idx="9">
                  <c:v>418.17644699999983</c:v>
                </c:pt>
                <c:pt idx="10">
                  <c:v>452.33644700000013</c:v>
                </c:pt>
                <c:pt idx="11">
                  <c:v>473.44644699999981</c:v>
                </c:pt>
                <c:pt idx="12">
                  <c:v>481.27644700000019</c:v>
                </c:pt>
                <c:pt idx="13">
                  <c:v>475.90644699999984</c:v>
                </c:pt>
                <c:pt idx="14">
                  <c:v>457.73644699999977</c:v>
                </c:pt>
                <c:pt idx="15">
                  <c:v>427.46644699999979</c:v>
                </c:pt>
                <c:pt idx="16">
                  <c:v>386.0964469999999</c:v>
                </c:pt>
                <c:pt idx="17">
                  <c:v>334.88644699999986</c:v>
                </c:pt>
                <c:pt idx="18">
                  <c:v>275.32644699999992</c:v>
                </c:pt>
                <c:pt idx="19">
                  <c:v>209.11644699999988</c:v>
                </c:pt>
                <c:pt idx="20">
                  <c:v>138.11644699999988</c:v>
                </c:pt>
                <c:pt idx="21">
                  <c:v>64.306446999999935</c:v>
                </c:pt>
                <c:pt idx="22">
                  <c:v>-10.303552999999965</c:v>
                </c:pt>
                <c:pt idx="23">
                  <c:v>-83.653553000000102</c:v>
                </c:pt>
                <c:pt idx="24">
                  <c:v>-153.763553</c:v>
                </c:pt>
                <c:pt idx="25">
                  <c:v>-218.71355300000005</c:v>
                </c:pt>
                <c:pt idx="26">
                  <c:v>-276.763553</c:v>
                </c:pt>
                <c:pt idx="27">
                  <c:v>-326.33355299999994</c:v>
                </c:pt>
                <c:pt idx="28">
                  <c:v>-366.10355299999992</c:v>
                </c:pt>
                <c:pt idx="29">
                  <c:v>-395.00355300000001</c:v>
                </c:pt>
                <c:pt idx="30">
                  <c:v>-412.263553</c:v>
                </c:pt>
                <c:pt idx="31">
                  <c:v>-417.45355300000006</c:v>
                </c:pt>
                <c:pt idx="32">
                  <c:v>-410.45355300000006</c:v>
                </c:pt>
                <c:pt idx="33">
                  <c:v>-391.48355300000003</c:v>
                </c:pt>
                <c:pt idx="34">
                  <c:v>-361.09355299999993</c:v>
                </c:pt>
                <c:pt idx="35">
                  <c:v>-320.1535530000001</c:v>
                </c:pt>
                <c:pt idx="36">
                  <c:v>-269.83355299999994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EA-44BA-8781-03AB6B59DA8D}"/>
            </c:ext>
          </c:extLst>
        </c:ser>
        <c:ser>
          <c:idx val="2"/>
          <c:order val="2"/>
          <c:tx>
            <c:v>震盪子2_電流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工作表1!$O$2:$O$38</c:f>
              <c:numCache>
                <c:formatCode>General</c:formatCode>
                <c:ptCount val="37"/>
                <c:pt idx="0">
                  <c:v>-271.28078899999991</c:v>
                </c:pt>
                <c:pt idx="1">
                  <c:v>-175.49078899999995</c:v>
                </c:pt>
                <c:pt idx="2">
                  <c:v>-80.160789000000022</c:v>
                </c:pt>
                <c:pt idx="3">
                  <c:v>12.819210999999996</c:v>
                </c:pt>
                <c:pt idx="4">
                  <c:v>101.58921099999998</c:v>
                </c:pt>
                <c:pt idx="5">
                  <c:v>184.37921099999994</c:v>
                </c:pt>
                <c:pt idx="6">
                  <c:v>259.49921100000006</c:v>
                </c:pt>
                <c:pt idx="7">
                  <c:v>325.46921099999986</c:v>
                </c:pt>
                <c:pt idx="8">
                  <c:v>380.96921099999986</c:v>
                </c:pt>
                <c:pt idx="9">
                  <c:v>424.93921100000011</c:v>
                </c:pt>
                <c:pt idx="10">
                  <c:v>456.56921100000022</c:v>
                </c:pt>
                <c:pt idx="11">
                  <c:v>475.32921099999999</c:v>
                </c:pt>
                <c:pt idx="12">
                  <c:v>481.01921100000004</c:v>
                </c:pt>
                <c:pt idx="13">
                  <c:v>473.71921099999986</c:v>
                </c:pt>
                <c:pt idx="14">
                  <c:v>453.82921099999999</c:v>
                </c:pt>
                <c:pt idx="15">
                  <c:v>422.059211</c:v>
                </c:pt>
                <c:pt idx="16">
                  <c:v>379.40921099999991</c:v>
                </c:pt>
                <c:pt idx="17">
                  <c:v>327.12921100000017</c:v>
                </c:pt>
                <c:pt idx="18">
                  <c:v>266.72921100000008</c:v>
                </c:pt>
                <c:pt idx="19">
                  <c:v>199.88921099999993</c:v>
                </c:pt>
                <c:pt idx="20">
                  <c:v>128.46921100000009</c:v>
                </c:pt>
                <c:pt idx="21">
                  <c:v>54.419210999999905</c:v>
                </c:pt>
                <c:pt idx="22">
                  <c:v>-20.220788999999968</c:v>
                </c:pt>
                <c:pt idx="23">
                  <c:v>-93.440788999999995</c:v>
                </c:pt>
                <c:pt idx="24">
                  <c:v>-163.25078899999994</c:v>
                </c:pt>
                <c:pt idx="25">
                  <c:v>-227.75078899999994</c:v>
                </c:pt>
                <c:pt idx="26">
                  <c:v>-285.20078899999999</c:v>
                </c:pt>
                <c:pt idx="27">
                  <c:v>-334.0507889999999</c:v>
                </c:pt>
                <c:pt idx="28">
                  <c:v>-372.98078899999996</c:v>
                </c:pt>
                <c:pt idx="29">
                  <c:v>-400.96078899999998</c:v>
                </c:pt>
                <c:pt idx="30">
                  <c:v>-417.22078899999997</c:v>
                </c:pt>
                <c:pt idx="31">
                  <c:v>-421.34078900000009</c:v>
                </c:pt>
                <c:pt idx="32">
                  <c:v>-413.23078899999996</c:v>
                </c:pt>
                <c:pt idx="33">
                  <c:v>-393.12078900000006</c:v>
                </c:pt>
                <c:pt idx="34">
                  <c:v>-361.5807890000001</c:v>
                </c:pt>
                <c:pt idx="35">
                  <c:v>-319.51078899999993</c:v>
                </c:pt>
                <c:pt idx="36">
                  <c:v>-268.09078900000009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EA-44BA-8781-03AB6B59D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2720655"/>
        <c:axId val="92720239"/>
      </c:lineChart>
      <c:catAx>
        <c:axId val="927206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2720239"/>
        <c:crosses val="autoZero"/>
        <c:auto val="1"/>
        <c:lblAlgn val="ctr"/>
        <c:lblOffset val="100"/>
        <c:noMultiLvlLbl val="0"/>
      </c:catAx>
      <c:valAx>
        <c:axId val="92720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2720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zh-TW" sz="1800" b="0" i="0" baseline="0">
                <a:effectLst/>
              </a:rPr>
              <a:t>加入載波電壓電流</a:t>
            </a:r>
            <a:endParaRPr lang="zh-TW" altLang="zh-TW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電流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工作表1!$AE$1:$AE$38</c:f>
              <c:numCache>
                <c:formatCode>General</c:formatCode>
                <c:ptCount val="38"/>
                <c:pt idx="0">
                  <c:v>-17.835000000000036</c:v>
                </c:pt>
                <c:pt idx="1">
                  <c:v>-18.005000000000109</c:v>
                </c:pt>
                <c:pt idx="2">
                  <c:v>-17.884999999999991</c:v>
                </c:pt>
                <c:pt idx="3">
                  <c:v>-17.325000000000045</c:v>
                </c:pt>
                <c:pt idx="4">
                  <c:v>-16.154999999999973</c:v>
                </c:pt>
                <c:pt idx="5">
                  <c:v>-14.235000000000127</c:v>
                </c:pt>
                <c:pt idx="6">
                  <c:v>-11.445000000000164</c:v>
                </c:pt>
                <c:pt idx="7">
                  <c:v>-7.7150000000001455</c:v>
                </c:pt>
                <c:pt idx="8">
                  <c:v>-3.0150000000001</c:v>
                </c:pt>
                <c:pt idx="9">
                  <c:v>2.6549999999999727</c:v>
                </c:pt>
                <c:pt idx="10">
                  <c:v>9.2149999999999181</c:v>
                </c:pt>
                <c:pt idx="11">
                  <c:v>16.554999999999836</c:v>
                </c:pt>
                <c:pt idx="12">
                  <c:v>24.494999999999891</c:v>
                </c:pt>
                <c:pt idx="13">
                  <c:v>32.804999999999836</c:v>
                </c:pt>
                <c:pt idx="14">
                  <c:v>41.2349999999999</c:v>
                </c:pt>
                <c:pt idx="15">
                  <c:v>49.4849999999999</c:v>
                </c:pt>
                <c:pt idx="16">
                  <c:v>57.214999999999918</c:v>
                </c:pt>
                <c:pt idx="17">
                  <c:v>64.084999999999809</c:v>
                </c:pt>
                <c:pt idx="18">
                  <c:v>69.764999999999873</c:v>
                </c:pt>
                <c:pt idx="19">
                  <c:v>73.924999999999955</c:v>
                </c:pt>
                <c:pt idx="20">
                  <c:v>76.244999999999891</c:v>
                </c:pt>
                <c:pt idx="21">
                  <c:v>76.474999999999909</c:v>
                </c:pt>
                <c:pt idx="22">
                  <c:v>74.394999999999982</c:v>
                </c:pt>
                <c:pt idx="23">
                  <c:v>69.834999999999809</c:v>
                </c:pt>
                <c:pt idx="24">
                  <c:v>62.724999999999909</c:v>
                </c:pt>
                <c:pt idx="25">
                  <c:v>53.054999999999836</c:v>
                </c:pt>
                <c:pt idx="26">
                  <c:v>40.884999999999991</c:v>
                </c:pt>
                <c:pt idx="27">
                  <c:v>26.384999999999991</c:v>
                </c:pt>
                <c:pt idx="28">
                  <c:v>9.7749999999998636</c:v>
                </c:pt>
                <c:pt idx="29">
                  <c:v>-8.625</c:v>
                </c:pt>
                <c:pt idx="30">
                  <c:v>-28.435000000000173</c:v>
                </c:pt>
                <c:pt idx="31">
                  <c:v>-49.215000000000146</c:v>
                </c:pt>
                <c:pt idx="32">
                  <c:v>-70.475000000000136</c:v>
                </c:pt>
                <c:pt idx="33">
                  <c:v>-91.685000000000173</c:v>
                </c:pt>
                <c:pt idx="34">
                  <c:v>-112.31500000000005</c:v>
                </c:pt>
                <c:pt idx="35">
                  <c:v>-131.81500000000005</c:v>
                </c:pt>
                <c:pt idx="36">
                  <c:v>-149.65499999999997</c:v>
                </c:pt>
                <c:pt idx="37">
                  <c:v>-165.36500000000001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0F-489C-B1CE-9D846A14F85B}"/>
            </c:ext>
          </c:extLst>
        </c:ser>
        <c:ser>
          <c:idx val="1"/>
          <c:order val="1"/>
          <c:tx>
            <c:v>電壓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工作表1!$AF$1:$AF$38</c:f>
              <c:numCache>
                <c:formatCode>General</c:formatCode>
                <c:ptCount val="38"/>
                <c:pt idx="0">
                  <c:v>-245.70789999999988</c:v>
                </c:pt>
                <c:pt idx="1">
                  <c:v>-191.65789999999993</c:v>
                </c:pt>
                <c:pt idx="2">
                  <c:v>-137.8279</c:v>
                </c:pt>
                <c:pt idx="3">
                  <c:v>-85.037900000000036</c:v>
                </c:pt>
                <c:pt idx="4">
                  <c:v>-34.0779</c:v>
                </c:pt>
                <c:pt idx="5">
                  <c:v>14.282100000000128</c:v>
                </c:pt>
                <c:pt idx="6">
                  <c:v>59.322100000000091</c:v>
                </c:pt>
                <c:pt idx="7">
                  <c:v>100.37210000000005</c:v>
                </c:pt>
                <c:pt idx="8">
                  <c:v>136.8121000000001</c:v>
                </c:pt>
                <c:pt idx="9">
                  <c:v>168.14210000000003</c:v>
                </c:pt>
                <c:pt idx="10">
                  <c:v>193.9221</c:v>
                </c:pt>
                <c:pt idx="11">
                  <c:v>213.82210000000009</c:v>
                </c:pt>
                <c:pt idx="12">
                  <c:v>227.63210000000004</c:v>
                </c:pt>
                <c:pt idx="13">
                  <c:v>235.24209999999994</c:v>
                </c:pt>
                <c:pt idx="14">
                  <c:v>236.6721</c:v>
                </c:pt>
                <c:pt idx="15">
                  <c:v>232.05210000000011</c:v>
                </c:pt>
                <c:pt idx="16">
                  <c:v>221.63210000000004</c:v>
                </c:pt>
                <c:pt idx="17">
                  <c:v>205.78210000000013</c:v>
                </c:pt>
                <c:pt idx="18">
                  <c:v>184.97209999999995</c:v>
                </c:pt>
                <c:pt idx="19">
                  <c:v>159.78210000000013</c:v>
                </c:pt>
                <c:pt idx="20">
                  <c:v>130.87210000000005</c:v>
                </c:pt>
                <c:pt idx="21">
                  <c:v>98.982099999999946</c:v>
                </c:pt>
                <c:pt idx="22">
                  <c:v>64.892100000000028</c:v>
                </c:pt>
                <c:pt idx="23">
                  <c:v>29.462099999999964</c:v>
                </c:pt>
                <c:pt idx="24">
                  <c:v>-6.4578999999998814</c:v>
                </c:pt>
                <c:pt idx="25">
                  <c:v>-41.997900000000072</c:v>
                </c:pt>
                <c:pt idx="26">
                  <c:v>-76.297900000000027</c:v>
                </c:pt>
                <c:pt idx="27">
                  <c:v>-108.54790000000003</c:v>
                </c:pt>
                <c:pt idx="28">
                  <c:v>-137.96789999999987</c:v>
                </c:pt>
                <c:pt idx="29">
                  <c:v>-163.87789999999995</c:v>
                </c:pt>
                <c:pt idx="30">
                  <c:v>-185.64789999999994</c:v>
                </c:pt>
                <c:pt idx="31">
                  <c:v>-202.78790000000004</c:v>
                </c:pt>
                <c:pt idx="32">
                  <c:v>-214.91789999999992</c:v>
                </c:pt>
                <c:pt idx="33">
                  <c:v>-221.75790000000006</c:v>
                </c:pt>
                <c:pt idx="34">
                  <c:v>-223.1878999999999</c:v>
                </c:pt>
                <c:pt idx="35">
                  <c:v>-219.21789999999987</c:v>
                </c:pt>
                <c:pt idx="36">
                  <c:v>-210.00790000000006</c:v>
                </c:pt>
                <c:pt idx="37">
                  <c:v>-195.8279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0F-489C-B1CE-9D846A14F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0468448"/>
        <c:axId val="1910467200"/>
      </c:lineChart>
      <c:catAx>
        <c:axId val="19104684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67200"/>
        <c:crosses val="autoZero"/>
        <c:auto val="1"/>
        <c:lblAlgn val="ctr"/>
        <c:lblOffset val="100"/>
        <c:noMultiLvlLbl val="0"/>
      </c:catAx>
      <c:valAx>
        <c:axId val="191046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6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100HZ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工作表1!$AS$1:$AS$100</c:f>
              <c:numCache>
                <c:formatCode>General</c:formatCode>
                <c:ptCount val="100"/>
                <c:pt idx="0">
                  <c:v>1619</c:v>
                </c:pt>
                <c:pt idx="1">
                  <c:v>1631</c:v>
                </c:pt>
                <c:pt idx="2">
                  <c:v>1687</c:v>
                </c:pt>
                <c:pt idx="3">
                  <c:v>1688</c:v>
                </c:pt>
                <c:pt idx="4">
                  <c:v>1690</c:v>
                </c:pt>
                <c:pt idx="5">
                  <c:v>1725</c:v>
                </c:pt>
                <c:pt idx="6">
                  <c:v>1747</c:v>
                </c:pt>
                <c:pt idx="7">
                  <c:v>1743</c:v>
                </c:pt>
                <c:pt idx="8">
                  <c:v>2670</c:v>
                </c:pt>
                <c:pt idx="9">
                  <c:v>1010</c:v>
                </c:pt>
                <c:pt idx="10">
                  <c:v>2422</c:v>
                </c:pt>
                <c:pt idx="11">
                  <c:v>1004</c:v>
                </c:pt>
                <c:pt idx="12">
                  <c:v>1835</c:v>
                </c:pt>
                <c:pt idx="13">
                  <c:v>1863</c:v>
                </c:pt>
                <c:pt idx="14">
                  <c:v>1666</c:v>
                </c:pt>
                <c:pt idx="15">
                  <c:v>1661</c:v>
                </c:pt>
                <c:pt idx="16">
                  <c:v>1689</c:v>
                </c:pt>
                <c:pt idx="17">
                  <c:v>1632</c:v>
                </c:pt>
                <c:pt idx="18">
                  <c:v>1595</c:v>
                </c:pt>
                <c:pt idx="19">
                  <c:v>1581</c:v>
                </c:pt>
                <c:pt idx="20">
                  <c:v>1551</c:v>
                </c:pt>
                <c:pt idx="21">
                  <c:v>1528</c:v>
                </c:pt>
                <c:pt idx="22">
                  <c:v>1511</c:v>
                </c:pt>
                <c:pt idx="23">
                  <c:v>1493</c:v>
                </c:pt>
                <c:pt idx="24">
                  <c:v>1474</c:v>
                </c:pt>
                <c:pt idx="25">
                  <c:v>1458</c:v>
                </c:pt>
                <c:pt idx="26">
                  <c:v>1312</c:v>
                </c:pt>
                <c:pt idx="27">
                  <c:v>1170</c:v>
                </c:pt>
                <c:pt idx="28">
                  <c:v>1905</c:v>
                </c:pt>
                <c:pt idx="29">
                  <c:v>1373</c:v>
                </c:pt>
                <c:pt idx="30">
                  <c:v>1396</c:v>
                </c:pt>
                <c:pt idx="31">
                  <c:v>1551</c:v>
                </c:pt>
                <c:pt idx="32">
                  <c:v>1483</c:v>
                </c:pt>
                <c:pt idx="33">
                  <c:v>1464</c:v>
                </c:pt>
                <c:pt idx="34">
                  <c:v>1542</c:v>
                </c:pt>
                <c:pt idx="35">
                  <c:v>1572</c:v>
                </c:pt>
                <c:pt idx="36">
                  <c:v>1560</c:v>
                </c:pt>
                <c:pt idx="37">
                  <c:v>1586</c:v>
                </c:pt>
                <c:pt idx="38">
                  <c:v>1626</c:v>
                </c:pt>
                <c:pt idx="39">
                  <c:v>1649</c:v>
                </c:pt>
                <c:pt idx="40">
                  <c:v>1663</c:v>
                </c:pt>
                <c:pt idx="41">
                  <c:v>1695</c:v>
                </c:pt>
                <c:pt idx="42">
                  <c:v>1718</c:v>
                </c:pt>
                <c:pt idx="43">
                  <c:v>1731</c:v>
                </c:pt>
                <c:pt idx="44">
                  <c:v>1746</c:v>
                </c:pt>
                <c:pt idx="45">
                  <c:v>437</c:v>
                </c:pt>
                <c:pt idx="46">
                  <c:v>2036</c:v>
                </c:pt>
                <c:pt idx="47">
                  <c:v>1816</c:v>
                </c:pt>
                <c:pt idx="48">
                  <c:v>1552</c:v>
                </c:pt>
                <c:pt idx="49">
                  <c:v>2178</c:v>
                </c:pt>
                <c:pt idx="50">
                  <c:v>1572</c:v>
                </c:pt>
                <c:pt idx="51">
                  <c:v>1738</c:v>
                </c:pt>
                <c:pt idx="52">
                  <c:v>1762</c:v>
                </c:pt>
                <c:pt idx="53">
                  <c:v>1653</c:v>
                </c:pt>
                <c:pt idx="54">
                  <c:v>1634</c:v>
                </c:pt>
                <c:pt idx="55">
                  <c:v>1641</c:v>
                </c:pt>
                <c:pt idx="56">
                  <c:v>1601</c:v>
                </c:pt>
                <c:pt idx="57">
                  <c:v>1559</c:v>
                </c:pt>
                <c:pt idx="58">
                  <c:v>1531</c:v>
                </c:pt>
                <c:pt idx="59">
                  <c:v>1516</c:v>
                </c:pt>
                <c:pt idx="60">
                  <c:v>1493</c:v>
                </c:pt>
                <c:pt idx="61">
                  <c:v>1468</c:v>
                </c:pt>
                <c:pt idx="62">
                  <c:v>1455</c:v>
                </c:pt>
                <c:pt idx="63">
                  <c:v>1436</c:v>
                </c:pt>
                <c:pt idx="64">
                  <c:v>2151</c:v>
                </c:pt>
                <c:pt idx="65">
                  <c:v>997</c:v>
                </c:pt>
                <c:pt idx="66">
                  <c:v>1352</c:v>
                </c:pt>
                <c:pt idx="67">
                  <c:v>1744</c:v>
                </c:pt>
                <c:pt idx="68">
                  <c:v>1414</c:v>
                </c:pt>
                <c:pt idx="69">
                  <c:v>1387</c:v>
                </c:pt>
                <c:pt idx="70">
                  <c:v>1501</c:v>
                </c:pt>
                <c:pt idx="71">
                  <c:v>1522</c:v>
                </c:pt>
                <c:pt idx="72">
                  <c:v>1546</c:v>
                </c:pt>
                <c:pt idx="73">
                  <c:v>1569</c:v>
                </c:pt>
                <c:pt idx="74">
                  <c:v>1597</c:v>
                </c:pt>
                <c:pt idx="75">
                  <c:v>1620</c:v>
                </c:pt>
                <c:pt idx="76">
                  <c:v>1642</c:v>
                </c:pt>
                <c:pt idx="77">
                  <c:v>1669</c:v>
                </c:pt>
                <c:pt idx="78">
                  <c:v>1689</c:v>
                </c:pt>
                <c:pt idx="79">
                  <c:v>1707</c:v>
                </c:pt>
                <c:pt idx="80">
                  <c:v>1727</c:v>
                </c:pt>
                <c:pt idx="81">
                  <c:v>1746</c:v>
                </c:pt>
                <c:pt idx="82">
                  <c:v>1757</c:v>
                </c:pt>
                <c:pt idx="83">
                  <c:v>2899</c:v>
                </c:pt>
                <c:pt idx="84">
                  <c:v>888</c:v>
                </c:pt>
                <c:pt idx="85">
                  <c:v>2180</c:v>
                </c:pt>
                <c:pt idx="86">
                  <c:v>1482</c:v>
                </c:pt>
                <c:pt idx="87">
                  <c:v>1565</c:v>
                </c:pt>
                <c:pt idx="88">
                  <c:v>1854</c:v>
                </c:pt>
                <c:pt idx="89">
                  <c:v>1689</c:v>
                </c:pt>
                <c:pt idx="90">
                  <c:v>1623</c:v>
                </c:pt>
                <c:pt idx="91">
                  <c:v>1675</c:v>
                </c:pt>
                <c:pt idx="92">
                  <c:v>1653</c:v>
                </c:pt>
                <c:pt idx="93">
                  <c:v>1585</c:v>
                </c:pt>
                <c:pt idx="94">
                  <c:v>1570</c:v>
                </c:pt>
                <c:pt idx="95">
                  <c:v>1557</c:v>
                </c:pt>
                <c:pt idx="96">
                  <c:v>1525</c:v>
                </c:pt>
                <c:pt idx="97">
                  <c:v>1502</c:v>
                </c:pt>
                <c:pt idx="98">
                  <c:v>1488</c:v>
                </c:pt>
                <c:pt idx="99">
                  <c:v>1473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61-4B9E-B333-F4159B012E56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工作表1!$AT$1:$AT$100</c:f>
              <c:numCache>
                <c:formatCode>General</c:formatCode>
                <c:ptCount val="100"/>
                <c:pt idx="0">
                  <c:v>1711</c:v>
                </c:pt>
                <c:pt idx="1">
                  <c:v>1711</c:v>
                </c:pt>
                <c:pt idx="2">
                  <c:v>1757</c:v>
                </c:pt>
                <c:pt idx="3">
                  <c:v>1741</c:v>
                </c:pt>
                <c:pt idx="4">
                  <c:v>1725</c:v>
                </c:pt>
                <c:pt idx="5">
                  <c:v>1759</c:v>
                </c:pt>
                <c:pt idx="6">
                  <c:v>1740</c:v>
                </c:pt>
                <c:pt idx="7">
                  <c:v>1711</c:v>
                </c:pt>
                <c:pt idx="8">
                  <c:v>2116</c:v>
                </c:pt>
                <c:pt idx="9">
                  <c:v>1240</c:v>
                </c:pt>
                <c:pt idx="10">
                  <c:v>2245</c:v>
                </c:pt>
                <c:pt idx="11">
                  <c:v>891</c:v>
                </c:pt>
                <c:pt idx="12">
                  <c:v>1609</c:v>
                </c:pt>
                <c:pt idx="13">
                  <c:v>1666</c:v>
                </c:pt>
                <c:pt idx="14">
                  <c:v>1443</c:v>
                </c:pt>
                <c:pt idx="15">
                  <c:v>1433</c:v>
                </c:pt>
                <c:pt idx="16">
                  <c:v>1425</c:v>
                </c:pt>
                <c:pt idx="17">
                  <c:v>1406</c:v>
                </c:pt>
                <c:pt idx="18">
                  <c:v>1377</c:v>
                </c:pt>
                <c:pt idx="19">
                  <c:v>1345</c:v>
                </c:pt>
                <c:pt idx="20">
                  <c:v>1323</c:v>
                </c:pt>
                <c:pt idx="21">
                  <c:v>1327</c:v>
                </c:pt>
                <c:pt idx="22">
                  <c:v>1313</c:v>
                </c:pt>
                <c:pt idx="23">
                  <c:v>1291</c:v>
                </c:pt>
                <c:pt idx="24">
                  <c:v>1293</c:v>
                </c:pt>
                <c:pt idx="25">
                  <c:v>1289</c:v>
                </c:pt>
                <c:pt idx="26">
                  <c:v>1234</c:v>
                </c:pt>
                <c:pt idx="27">
                  <c:v>1375</c:v>
                </c:pt>
                <c:pt idx="28">
                  <c:v>1783</c:v>
                </c:pt>
                <c:pt idx="29">
                  <c:v>1219</c:v>
                </c:pt>
                <c:pt idx="30">
                  <c:v>1491</c:v>
                </c:pt>
                <c:pt idx="31">
                  <c:v>1564</c:v>
                </c:pt>
                <c:pt idx="32">
                  <c:v>1516</c:v>
                </c:pt>
                <c:pt idx="33">
                  <c:v>1529</c:v>
                </c:pt>
                <c:pt idx="34">
                  <c:v>1639</c:v>
                </c:pt>
                <c:pt idx="35">
                  <c:v>1649</c:v>
                </c:pt>
                <c:pt idx="36">
                  <c:v>1658</c:v>
                </c:pt>
                <c:pt idx="37">
                  <c:v>1685</c:v>
                </c:pt>
                <c:pt idx="38">
                  <c:v>1715</c:v>
                </c:pt>
                <c:pt idx="39">
                  <c:v>1722</c:v>
                </c:pt>
                <c:pt idx="40">
                  <c:v>1729</c:v>
                </c:pt>
                <c:pt idx="41">
                  <c:v>1738</c:v>
                </c:pt>
                <c:pt idx="42">
                  <c:v>1739</c:v>
                </c:pt>
                <c:pt idx="43">
                  <c:v>1737</c:v>
                </c:pt>
                <c:pt idx="44">
                  <c:v>1730</c:v>
                </c:pt>
                <c:pt idx="45">
                  <c:v>614</c:v>
                </c:pt>
                <c:pt idx="46">
                  <c:v>2009</c:v>
                </c:pt>
                <c:pt idx="47">
                  <c:v>1658</c:v>
                </c:pt>
                <c:pt idx="48">
                  <c:v>1352</c:v>
                </c:pt>
                <c:pt idx="49">
                  <c:v>1879</c:v>
                </c:pt>
                <c:pt idx="50">
                  <c:v>1478</c:v>
                </c:pt>
                <c:pt idx="51">
                  <c:v>1460</c:v>
                </c:pt>
                <c:pt idx="52">
                  <c:v>1495</c:v>
                </c:pt>
                <c:pt idx="53">
                  <c:v>1443</c:v>
                </c:pt>
                <c:pt idx="54">
                  <c:v>1379</c:v>
                </c:pt>
                <c:pt idx="55">
                  <c:v>1375</c:v>
                </c:pt>
                <c:pt idx="56">
                  <c:v>1362</c:v>
                </c:pt>
                <c:pt idx="57">
                  <c:v>1330</c:v>
                </c:pt>
                <c:pt idx="58">
                  <c:v>1303</c:v>
                </c:pt>
                <c:pt idx="59">
                  <c:v>1310</c:v>
                </c:pt>
                <c:pt idx="60">
                  <c:v>1294</c:v>
                </c:pt>
                <c:pt idx="61">
                  <c:v>1283</c:v>
                </c:pt>
                <c:pt idx="62">
                  <c:v>1288</c:v>
                </c:pt>
                <c:pt idx="63">
                  <c:v>1274</c:v>
                </c:pt>
                <c:pt idx="64">
                  <c:v>1927</c:v>
                </c:pt>
                <c:pt idx="65">
                  <c:v>1012</c:v>
                </c:pt>
                <c:pt idx="66">
                  <c:v>1276</c:v>
                </c:pt>
                <c:pt idx="67">
                  <c:v>1641</c:v>
                </c:pt>
                <c:pt idx="68">
                  <c:v>1423</c:v>
                </c:pt>
                <c:pt idx="69">
                  <c:v>1477</c:v>
                </c:pt>
                <c:pt idx="70">
                  <c:v>1607</c:v>
                </c:pt>
                <c:pt idx="71">
                  <c:v>1597</c:v>
                </c:pt>
                <c:pt idx="72">
                  <c:v>1578</c:v>
                </c:pt>
                <c:pt idx="73">
                  <c:v>1662</c:v>
                </c:pt>
                <c:pt idx="74">
                  <c:v>1700</c:v>
                </c:pt>
                <c:pt idx="75">
                  <c:v>1713</c:v>
                </c:pt>
                <c:pt idx="76">
                  <c:v>1718</c:v>
                </c:pt>
                <c:pt idx="77">
                  <c:v>1741</c:v>
                </c:pt>
                <c:pt idx="78">
                  <c:v>1757</c:v>
                </c:pt>
                <c:pt idx="79">
                  <c:v>1740</c:v>
                </c:pt>
                <c:pt idx="80">
                  <c:v>1745</c:v>
                </c:pt>
                <c:pt idx="81">
                  <c:v>1747</c:v>
                </c:pt>
                <c:pt idx="82">
                  <c:v>1736</c:v>
                </c:pt>
                <c:pt idx="83">
                  <c:v>2637</c:v>
                </c:pt>
                <c:pt idx="84">
                  <c:v>791</c:v>
                </c:pt>
                <c:pt idx="85">
                  <c:v>1984</c:v>
                </c:pt>
                <c:pt idx="86">
                  <c:v>1490</c:v>
                </c:pt>
                <c:pt idx="87">
                  <c:v>1314</c:v>
                </c:pt>
                <c:pt idx="88">
                  <c:v>1591</c:v>
                </c:pt>
                <c:pt idx="89">
                  <c:v>1517</c:v>
                </c:pt>
                <c:pt idx="90">
                  <c:v>1449</c:v>
                </c:pt>
                <c:pt idx="91">
                  <c:v>1418</c:v>
                </c:pt>
                <c:pt idx="92">
                  <c:v>1392</c:v>
                </c:pt>
                <c:pt idx="93">
                  <c:v>1358</c:v>
                </c:pt>
                <c:pt idx="94">
                  <c:v>1355</c:v>
                </c:pt>
                <c:pt idx="95">
                  <c:v>1322</c:v>
                </c:pt>
                <c:pt idx="96">
                  <c:v>1311</c:v>
                </c:pt>
                <c:pt idx="97">
                  <c:v>1304</c:v>
                </c:pt>
                <c:pt idx="98">
                  <c:v>1298</c:v>
                </c:pt>
                <c:pt idx="99">
                  <c:v>1291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61-4B9E-B333-F4159B012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0494240"/>
        <c:axId val="1910490080"/>
      </c:lineChart>
      <c:catAx>
        <c:axId val="19104942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90080"/>
        <c:crosses val="autoZero"/>
        <c:auto val="1"/>
        <c:lblAlgn val="ctr"/>
        <c:lblOffset val="100"/>
        <c:noMultiLvlLbl val="0"/>
      </c:catAx>
      <c:valAx>
        <c:axId val="1910490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0494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10HZ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工作表1!$AO$1:$AO$100</c:f>
              <c:numCache>
                <c:formatCode>General</c:formatCode>
                <c:ptCount val="100"/>
                <c:pt idx="0">
                  <c:v>1574</c:v>
                </c:pt>
                <c:pt idx="1">
                  <c:v>1538</c:v>
                </c:pt>
                <c:pt idx="2">
                  <c:v>1547</c:v>
                </c:pt>
                <c:pt idx="3">
                  <c:v>1538</c:v>
                </c:pt>
                <c:pt idx="4">
                  <c:v>1518</c:v>
                </c:pt>
                <c:pt idx="5">
                  <c:v>1512</c:v>
                </c:pt>
                <c:pt idx="6">
                  <c:v>1519</c:v>
                </c:pt>
                <c:pt idx="7">
                  <c:v>2537</c:v>
                </c:pt>
                <c:pt idx="8">
                  <c:v>498</c:v>
                </c:pt>
                <c:pt idx="9">
                  <c:v>1760</c:v>
                </c:pt>
                <c:pt idx="10">
                  <c:v>1585</c:v>
                </c:pt>
                <c:pt idx="11">
                  <c:v>1197</c:v>
                </c:pt>
                <c:pt idx="12">
                  <c:v>1613</c:v>
                </c:pt>
                <c:pt idx="13">
                  <c:v>1581</c:v>
                </c:pt>
                <c:pt idx="14">
                  <c:v>1577</c:v>
                </c:pt>
                <c:pt idx="15">
                  <c:v>1566</c:v>
                </c:pt>
                <c:pt idx="16">
                  <c:v>1598</c:v>
                </c:pt>
                <c:pt idx="17">
                  <c:v>1624</c:v>
                </c:pt>
                <c:pt idx="18">
                  <c:v>1619</c:v>
                </c:pt>
                <c:pt idx="19">
                  <c:v>1631</c:v>
                </c:pt>
                <c:pt idx="20">
                  <c:v>1645</c:v>
                </c:pt>
                <c:pt idx="21">
                  <c:v>1654</c:v>
                </c:pt>
                <c:pt idx="22">
                  <c:v>1656</c:v>
                </c:pt>
                <c:pt idx="23">
                  <c:v>1660</c:v>
                </c:pt>
                <c:pt idx="24">
                  <c:v>1676</c:v>
                </c:pt>
                <c:pt idx="25">
                  <c:v>1673</c:v>
                </c:pt>
                <c:pt idx="26">
                  <c:v>2589</c:v>
                </c:pt>
                <c:pt idx="27">
                  <c:v>1271</c:v>
                </c:pt>
                <c:pt idx="28">
                  <c:v>2093</c:v>
                </c:pt>
                <c:pt idx="29">
                  <c:v>1623</c:v>
                </c:pt>
                <c:pt idx="30">
                  <c:v>1529</c:v>
                </c:pt>
                <c:pt idx="31">
                  <c:v>1719</c:v>
                </c:pt>
                <c:pt idx="32">
                  <c:v>1666</c:v>
                </c:pt>
                <c:pt idx="33">
                  <c:v>1582</c:v>
                </c:pt>
                <c:pt idx="34">
                  <c:v>1601</c:v>
                </c:pt>
                <c:pt idx="35">
                  <c:v>1623</c:v>
                </c:pt>
                <c:pt idx="36">
                  <c:v>1587</c:v>
                </c:pt>
                <c:pt idx="37">
                  <c:v>1562</c:v>
                </c:pt>
                <c:pt idx="38">
                  <c:v>1566</c:v>
                </c:pt>
                <c:pt idx="39">
                  <c:v>1557</c:v>
                </c:pt>
                <c:pt idx="40">
                  <c:v>1537</c:v>
                </c:pt>
                <c:pt idx="41">
                  <c:v>1522</c:v>
                </c:pt>
                <c:pt idx="42">
                  <c:v>1522</c:v>
                </c:pt>
                <c:pt idx="43">
                  <c:v>1515</c:v>
                </c:pt>
                <c:pt idx="44">
                  <c:v>890</c:v>
                </c:pt>
                <c:pt idx="45">
                  <c:v>1388</c:v>
                </c:pt>
                <c:pt idx="46">
                  <c:v>2057</c:v>
                </c:pt>
                <c:pt idx="47">
                  <c:v>943</c:v>
                </c:pt>
                <c:pt idx="48">
                  <c:v>1860</c:v>
                </c:pt>
                <c:pt idx="49">
                  <c:v>1546</c:v>
                </c:pt>
                <c:pt idx="50">
                  <c:v>1409</c:v>
                </c:pt>
                <c:pt idx="51">
                  <c:v>1575</c:v>
                </c:pt>
                <c:pt idx="52">
                  <c:v>1571</c:v>
                </c:pt>
                <c:pt idx="53">
                  <c:v>1530</c:v>
                </c:pt>
                <c:pt idx="54">
                  <c:v>1578</c:v>
                </c:pt>
                <c:pt idx="55">
                  <c:v>1611</c:v>
                </c:pt>
                <c:pt idx="56">
                  <c:v>1609</c:v>
                </c:pt>
                <c:pt idx="57">
                  <c:v>1627</c:v>
                </c:pt>
                <c:pt idx="58">
                  <c:v>1652</c:v>
                </c:pt>
                <c:pt idx="59">
                  <c:v>1674</c:v>
                </c:pt>
                <c:pt idx="60">
                  <c:v>1683</c:v>
                </c:pt>
                <c:pt idx="61">
                  <c:v>1695</c:v>
                </c:pt>
                <c:pt idx="62">
                  <c:v>1709</c:v>
                </c:pt>
                <c:pt idx="63">
                  <c:v>0</c:v>
                </c:pt>
                <c:pt idx="64">
                  <c:v>2526</c:v>
                </c:pt>
                <c:pt idx="65">
                  <c:v>1075</c:v>
                </c:pt>
                <c:pt idx="66">
                  <c:v>1788</c:v>
                </c:pt>
                <c:pt idx="67">
                  <c:v>1890</c:v>
                </c:pt>
                <c:pt idx="68">
                  <c:v>1499</c:v>
                </c:pt>
                <c:pt idx="69">
                  <c:v>1717</c:v>
                </c:pt>
                <c:pt idx="70">
                  <c:v>1731</c:v>
                </c:pt>
                <c:pt idx="71">
                  <c:v>1648</c:v>
                </c:pt>
                <c:pt idx="72">
                  <c:v>1603</c:v>
                </c:pt>
                <c:pt idx="73">
                  <c:v>1617</c:v>
                </c:pt>
                <c:pt idx="74">
                  <c:v>1596</c:v>
                </c:pt>
                <c:pt idx="75">
                  <c:v>1555</c:v>
                </c:pt>
                <c:pt idx="76">
                  <c:v>1532</c:v>
                </c:pt>
                <c:pt idx="77">
                  <c:v>1525</c:v>
                </c:pt>
                <c:pt idx="78">
                  <c:v>1509</c:v>
                </c:pt>
                <c:pt idx="79">
                  <c:v>1487</c:v>
                </c:pt>
                <c:pt idx="80">
                  <c:v>1474</c:v>
                </c:pt>
                <c:pt idx="81">
                  <c:v>1466</c:v>
                </c:pt>
                <c:pt idx="82">
                  <c:v>2470</c:v>
                </c:pt>
                <c:pt idx="83">
                  <c:v>823</c:v>
                </c:pt>
                <c:pt idx="84">
                  <c:v>1442</c:v>
                </c:pt>
                <c:pt idx="85">
                  <c:v>1672</c:v>
                </c:pt>
                <c:pt idx="86">
                  <c:v>1414</c:v>
                </c:pt>
                <c:pt idx="87">
                  <c:v>1505</c:v>
                </c:pt>
                <c:pt idx="88">
                  <c:v>1556</c:v>
                </c:pt>
                <c:pt idx="89">
                  <c:v>1530</c:v>
                </c:pt>
                <c:pt idx="90">
                  <c:v>1541</c:v>
                </c:pt>
                <c:pt idx="91">
                  <c:v>1589</c:v>
                </c:pt>
                <c:pt idx="92">
                  <c:v>1597</c:v>
                </c:pt>
                <c:pt idx="93">
                  <c:v>1603</c:v>
                </c:pt>
                <c:pt idx="94">
                  <c:v>1631</c:v>
                </c:pt>
                <c:pt idx="95">
                  <c:v>1653</c:v>
                </c:pt>
                <c:pt idx="96">
                  <c:v>1663</c:v>
                </c:pt>
                <c:pt idx="97">
                  <c:v>1675</c:v>
                </c:pt>
                <c:pt idx="98">
                  <c:v>1690</c:v>
                </c:pt>
                <c:pt idx="99">
                  <c:v>1702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F1-44D2-8676-67E6748FBE41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工作表1!$AP$1:$AP$100</c:f>
              <c:numCache>
                <c:formatCode>General</c:formatCode>
                <c:ptCount val="100"/>
                <c:pt idx="0">
                  <c:v>1401</c:v>
                </c:pt>
                <c:pt idx="1">
                  <c:v>1380</c:v>
                </c:pt>
                <c:pt idx="2">
                  <c:v>1367</c:v>
                </c:pt>
                <c:pt idx="3">
                  <c:v>1363</c:v>
                </c:pt>
                <c:pt idx="4">
                  <c:v>1342</c:v>
                </c:pt>
                <c:pt idx="5">
                  <c:v>1337</c:v>
                </c:pt>
                <c:pt idx="6">
                  <c:v>1332</c:v>
                </c:pt>
                <c:pt idx="7">
                  <c:v>2266</c:v>
                </c:pt>
                <c:pt idx="8">
                  <c:v>373</c:v>
                </c:pt>
                <c:pt idx="9">
                  <c:v>1642</c:v>
                </c:pt>
                <c:pt idx="10">
                  <c:v>1421</c:v>
                </c:pt>
                <c:pt idx="11">
                  <c:v>1220</c:v>
                </c:pt>
                <c:pt idx="12">
                  <c:v>1523</c:v>
                </c:pt>
                <c:pt idx="13">
                  <c:v>1539</c:v>
                </c:pt>
                <c:pt idx="14">
                  <c:v>1535</c:v>
                </c:pt>
                <c:pt idx="15">
                  <c:v>1526</c:v>
                </c:pt>
                <c:pt idx="16">
                  <c:v>1600</c:v>
                </c:pt>
                <c:pt idx="17">
                  <c:v>1627</c:v>
                </c:pt>
                <c:pt idx="18">
                  <c:v>1632</c:v>
                </c:pt>
                <c:pt idx="19">
                  <c:v>1651</c:v>
                </c:pt>
                <c:pt idx="20">
                  <c:v>1657</c:v>
                </c:pt>
                <c:pt idx="21">
                  <c:v>1679</c:v>
                </c:pt>
                <c:pt idx="22">
                  <c:v>1679</c:v>
                </c:pt>
                <c:pt idx="23">
                  <c:v>1672</c:v>
                </c:pt>
                <c:pt idx="24">
                  <c:v>1701</c:v>
                </c:pt>
                <c:pt idx="25">
                  <c:v>1704</c:v>
                </c:pt>
                <c:pt idx="26">
                  <c:v>2347</c:v>
                </c:pt>
                <c:pt idx="27">
                  <c:v>1374</c:v>
                </c:pt>
                <c:pt idx="28">
                  <c:v>2159</c:v>
                </c:pt>
                <c:pt idx="29">
                  <c:v>1035</c:v>
                </c:pt>
                <c:pt idx="30">
                  <c:v>1577</c:v>
                </c:pt>
                <c:pt idx="31">
                  <c:v>1637</c:v>
                </c:pt>
                <c:pt idx="32">
                  <c:v>1474</c:v>
                </c:pt>
                <c:pt idx="33">
                  <c:v>1450</c:v>
                </c:pt>
                <c:pt idx="34">
                  <c:v>1475</c:v>
                </c:pt>
                <c:pt idx="35">
                  <c:v>1459</c:v>
                </c:pt>
                <c:pt idx="36">
                  <c:v>1394</c:v>
                </c:pt>
                <c:pt idx="37">
                  <c:v>1381</c:v>
                </c:pt>
                <c:pt idx="38">
                  <c:v>1388</c:v>
                </c:pt>
                <c:pt idx="39">
                  <c:v>1364</c:v>
                </c:pt>
                <c:pt idx="40">
                  <c:v>1357</c:v>
                </c:pt>
                <c:pt idx="41">
                  <c:v>1346</c:v>
                </c:pt>
                <c:pt idx="42">
                  <c:v>1333</c:v>
                </c:pt>
                <c:pt idx="43">
                  <c:v>1343</c:v>
                </c:pt>
                <c:pt idx="44">
                  <c:v>844</c:v>
                </c:pt>
                <c:pt idx="45">
                  <c:v>1300</c:v>
                </c:pt>
                <c:pt idx="46">
                  <c:v>1700</c:v>
                </c:pt>
                <c:pt idx="47">
                  <c:v>927</c:v>
                </c:pt>
                <c:pt idx="48">
                  <c:v>1554</c:v>
                </c:pt>
                <c:pt idx="49">
                  <c:v>1483</c:v>
                </c:pt>
                <c:pt idx="50">
                  <c:v>1488</c:v>
                </c:pt>
                <c:pt idx="51">
                  <c:v>1542</c:v>
                </c:pt>
                <c:pt idx="52">
                  <c:v>1609</c:v>
                </c:pt>
                <c:pt idx="53">
                  <c:v>1609</c:v>
                </c:pt>
                <c:pt idx="54">
                  <c:v>1599</c:v>
                </c:pt>
                <c:pt idx="55">
                  <c:v>1652</c:v>
                </c:pt>
                <c:pt idx="56">
                  <c:v>1683</c:v>
                </c:pt>
                <c:pt idx="57">
                  <c:v>1669</c:v>
                </c:pt>
                <c:pt idx="58">
                  <c:v>1673</c:v>
                </c:pt>
                <c:pt idx="59">
                  <c:v>1698</c:v>
                </c:pt>
                <c:pt idx="60">
                  <c:v>1714</c:v>
                </c:pt>
                <c:pt idx="61">
                  <c:v>1709</c:v>
                </c:pt>
                <c:pt idx="62">
                  <c:v>1695</c:v>
                </c:pt>
                <c:pt idx="63">
                  <c:v>154</c:v>
                </c:pt>
                <c:pt idx="64">
                  <c:v>2370</c:v>
                </c:pt>
                <c:pt idx="65">
                  <c:v>1193</c:v>
                </c:pt>
                <c:pt idx="66">
                  <c:v>1570</c:v>
                </c:pt>
                <c:pt idx="67">
                  <c:v>1888</c:v>
                </c:pt>
                <c:pt idx="68">
                  <c:v>1435</c:v>
                </c:pt>
                <c:pt idx="69">
                  <c:v>1481</c:v>
                </c:pt>
                <c:pt idx="70">
                  <c:v>1499</c:v>
                </c:pt>
                <c:pt idx="71">
                  <c:v>1468</c:v>
                </c:pt>
                <c:pt idx="72">
                  <c:v>1427</c:v>
                </c:pt>
                <c:pt idx="73">
                  <c:v>1393</c:v>
                </c:pt>
                <c:pt idx="74">
                  <c:v>1368</c:v>
                </c:pt>
                <c:pt idx="75">
                  <c:v>1365</c:v>
                </c:pt>
                <c:pt idx="76">
                  <c:v>1340</c:v>
                </c:pt>
                <c:pt idx="77">
                  <c:v>1313</c:v>
                </c:pt>
                <c:pt idx="78">
                  <c:v>1317</c:v>
                </c:pt>
                <c:pt idx="79">
                  <c:v>1312</c:v>
                </c:pt>
                <c:pt idx="80">
                  <c:v>1314</c:v>
                </c:pt>
                <c:pt idx="81">
                  <c:v>1307</c:v>
                </c:pt>
                <c:pt idx="82">
                  <c:v>2206</c:v>
                </c:pt>
                <c:pt idx="83">
                  <c:v>482</c:v>
                </c:pt>
                <c:pt idx="84">
                  <c:v>1653</c:v>
                </c:pt>
                <c:pt idx="85">
                  <c:v>1480</c:v>
                </c:pt>
                <c:pt idx="86">
                  <c:v>1282</c:v>
                </c:pt>
                <c:pt idx="87">
                  <c:v>1546</c:v>
                </c:pt>
                <c:pt idx="88">
                  <c:v>1554</c:v>
                </c:pt>
                <c:pt idx="89">
                  <c:v>1569</c:v>
                </c:pt>
                <c:pt idx="90">
                  <c:v>1575</c:v>
                </c:pt>
                <c:pt idx="91">
                  <c:v>1643</c:v>
                </c:pt>
                <c:pt idx="92">
                  <c:v>1683</c:v>
                </c:pt>
                <c:pt idx="93">
                  <c:v>1678</c:v>
                </c:pt>
                <c:pt idx="94">
                  <c:v>1702</c:v>
                </c:pt>
                <c:pt idx="95">
                  <c:v>1713</c:v>
                </c:pt>
                <c:pt idx="96">
                  <c:v>1727</c:v>
                </c:pt>
                <c:pt idx="97">
                  <c:v>1733</c:v>
                </c:pt>
                <c:pt idx="98">
                  <c:v>1733</c:v>
                </c:pt>
                <c:pt idx="99">
                  <c:v>1749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F1-44D2-8676-67E6748FB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8706944"/>
        <c:axId val="1198702784"/>
      </c:lineChart>
      <c:catAx>
        <c:axId val="11987069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8702784"/>
        <c:crosses val="autoZero"/>
        <c:auto val="1"/>
        <c:lblAlgn val="ctr"/>
        <c:lblOffset val="100"/>
        <c:noMultiLvlLbl val="0"/>
      </c:catAx>
      <c:valAx>
        <c:axId val="119870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870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1HZ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2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工作表1!$AK$1:$AK$100</c:f>
              <c:numCache>
                <c:formatCode>General</c:formatCode>
                <c:ptCount val="100"/>
                <c:pt idx="0">
                  <c:v>1694</c:v>
                </c:pt>
                <c:pt idx="1">
                  <c:v>1694</c:v>
                </c:pt>
                <c:pt idx="2">
                  <c:v>1443</c:v>
                </c:pt>
                <c:pt idx="3">
                  <c:v>1586</c:v>
                </c:pt>
                <c:pt idx="4">
                  <c:v>1436</c:v>
                </c:pt>
                <c:pt idx="5">
                  <c:v>1459</c:v>
                </c:pt>
                <c:pt idx="6">
                  <c:v>1541</c:v>
                </c:pt>
                <c:pt idx="7">
                  <c:v>1524</c:v>
                </c:pt>
                <c:pt idx="8">
                  <c:v>1511</c:v>
                </c:pt>
                <c:pt idx="9">
                  <c:v>1567</c:v>
                </c:pt>
                <c:pt idx="10">
                  <c:v>1589</c:v>
                </c:pt>
                <c:pt idx="11">
                  <c:v>1581</c:v>
                </c:pt>
                <c:pt idx="12">
                  <c:v>1601</c:v>
                </c:pt>
                <c:pt idx="13">
                  <c:v>1634</c:v>
                </c:pt>
                <c:pt idx="14">
                  <c:v>1649</c:v>
                </c:pt>
                <c:pt idx="15">
                  <c:v>1657</c:v>
                </c:pt>
                <c:pt idx="16">
                  <c:v>1681</c:v>
                </c:pt>
                <c:pt idx="17">
                  <c:v>1697</c:v>
                </c:pt>
                <c:pt idx="18">
                  <c:v>1707</c:v>
                </c:pt>
                <c:pt idx="19">
                  <c:v>2872</c:v>
                </c:pt>
                <c:pt idx="20">
                  <c:v>749</c:v>
                </c:pt>
                <c:pt idx="21">
                  <c:v>2232</c:v>
                </c:pt>
                <c:pt idx="22">
                  <c:v>1289</c:v>
                </c:pt>
                <c:pt idx="23">
                  <c:v>1582</c:v>
                </c:pt>
                <c:pt idx="24">
                  <c:v>1859</c:v>
                </c:pt>
                <c:pt idx="25">
                  <c:v>1660</c:v>
                </c:pt>
                <c:pt idx="26">
                  <c:v>1663</c:v>
                </c:pt>
                <c:pt idx="27">
                  <c:v>1661</c:v>
                </c:pt>
                <c:pt idx="28">
                  <c:v>1631</c:v>
                </c:pt>
                <c:pt idx="29">
                  <c:v>1609</c:v>
                </c:pt>
                <c:pt idx="30">
                  <c:v>1590</c:v>
                </c:pt>
                <c:pt idx="31">
                  <c:v>1571</c:v>
                </c:pt>
                <c:pt idx="32">
                  <c:v>1552</c:v>
                </c:pt>
                <c:pt idx="33">
                  <c:v>1526</c:v>
                </c:pt>
                <c:pt idx="34">
                  <c:v>1513</c:v>
                </c:pt>
                <c:pt idx="35">
                  <c:v>1505</c:v>
                </c:pt>
                <c:pt idx="36">
                  <c:v>1492</c:v>
                </c:pt>
                <c:pt idx="37">
                  <c:v>1692</c:v>
                </c:pt>
                <c:pt idx="38">
                  <c:v>1433</c:v>
                </c:pt>
                <c:pt idx="39">
                  <c:v>1903</c:v>
                </c:pt>
                <c:pt idx="40">
                  <c:v>1281</c:v>
                </c:pt>
                <c:pt idx="41">
                  <c:v>1431</c:v>
                </c:pt>
                <c:pt idx="42">
                  <c:v>1559</c:v>
                </c:pt>
                <c:pt idx="43">
                  <c:v>1537</c:v>
                </c:pt>
                <c:pt idx="44">
                  <c:v>1498</c:v>
                </c:pt>
                <c:pt idx="45">
                  <c:v>1543</c:v>
                </c:pt>
                <c:pt idx="46">
                  <c:v>1589</c:v>
                </c:pt>
                <c:pt idx="47">
                  <c:v>1591</c:v>
                </c:pt>
                <c:pt idx="48">
                  <c:v>1597</c:v>
                </c:pt>
                <c:pt idx="49">
                  <c:v>1632</c:v>
                </c:pt>
                <c:pt idx="50">
                  <c:v>1655</c:v>
                </c:pt>
                <c:pt idx="51">
                  <c:v>1661</c:v>
                </c:pt>
                <c:pt idx="52">
                  <c:v>1673</c:v>
                </c:pt>
                <c:pt idx="53">
                  <c:v>1689</c:v>
                </c:pt>
                <c:pt idx="54">
                  <c:v>1697</c:v>
                </c:pt>
                <c:pt idx="55">
                  <c:v>1704</c:v>
                </c:pt>
                <c:pt idx="56">
                  <c:v>458</c:v>
                </c:pt>
                <c:pt idx="57">
                  <c:v>1883</c:v>
                </c:pt>
                <c:pt idx="58">
                  <c:v>2109</c:v>
                </c:pt>
                <c:pt idx="59">
                  <c:v>1365</c:v>
                </c:pt>
                <c:pt idx="60">
                  <c:v>2233</c:v>
                </c:pt>
                <c:pt idx="61">
                  <c:v>1206</c:v>
                </c:pt>
                <c:pt idx="62">
                  <c:v>1543</c:v>
                </c:pt>
                <c:pt idx="63">
                  <c:v>1778</c:v>
                </c:pt>
                <c:pt idx="64">
                  <c:v>1618</c:v>
                </c:pt>
                <c:pt idx="65">
                  <c:v>1582</c:v>
                </c:pt>
                <c:pt idx="66">
                  <c:v>1621</c:v>
                </c:pt>
                <c:pt idx="67">
                  <c:v>1599</c:v>
                </c:pt>
                <c:pt idx="68">
                  <c:v>1549</c:v>
                </c:pt>
                <c:pt idx="69">
                  <c:v>1541</c:v>
                </c:pt>
                <c:pt idx="70">
                  <c:v>1533</c:v>
                </c:pt>
                <c:pt idx="71">
                  <c:v>1514</c:v>
                </c:pt>
                <c:pt idx="72">
                  <c:v>1504</c:v>
                </c:pt>
                <c:pt idx="73">
                  <c:v>1491</c:v>
                </c:pt>
                <c:pt idx="74">
                  <c:v>1481</c:v>
                </c:pt>
                <c:pt idx="75">
                  <c:v>2094</c:v>
                </c:pt>
                <c:pt idx="76">
                  <c:v>560</c:v>
                </c:pt>
                <c:pt idx="77">
                  <c:v>1696</c:v>
                </c:pt>
                <c:pt idx="78">
                  <c:v>1440</c:v>
                </c:pt>
                <c:pt idx="79">
                  <c:v>1245</c:v>
                </c:pt>
                <c:pt idx="80">
                  <c:v>1564</c:v>
                </c:pt>
                <c:pt idx="81">
                  <c:v>1551</c:v>
                </c:pt>
                <c:pt idx="82">
                  <c:v>1534</c:v>
                </c:pt>
                <c:pt idx="83">
                  <c:v>1537</c:v>
                </c:pt>
                <c:pt idx="84">
                  <c:v>1597</c:v>
                </c:pt>
                <c:pt idx="85">
                  <c:v>1617</c:v>
                </c:pt>
                <c:pt idx="86">
                  <c:v>1619</c:v>
                </c:pt>
                <c:pt idx="87">
                  <c:v>1652</c:v>
                </c:pt>
                <c:pt idx="88">
                  <c:v>1674</c:v>
                </c:pt>
                <c:pt idx="89">
                  <c:v>1689</c:v>
                </c:pt>
                <c:pt idx="90">
                  <c:v>1704</c:v>
                </c:pt>
                <c:pt idx="91">
                  <c:v>1719</c:v>
                </c:pt>
                <c:pt idx="92">
                  <c:v>1738</c:v>
                </c:pt>
                <c:pt idx="93">
                  <c:v>1747</c:v>
                </c:pt>
                <c:pt idx="94">
                  <c:v>2965</c:v>
                </c:pt>
                <c:pt idx="95">
                  <c:v>807</c:v>
                </c:pt>
                <c:pt idx="96">
                  <c:v>1995</c:v>
                </c:pt>
                <c:pt idx="97">
                  <c:v>1662</c:v>
                </c:pt>
                <c:pt idx="98">
                  <c:v>1384</c:v>
                </c:pt>
                <c:pt idx="99">
                  <c:v>1845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A9-4142-AEE4-9D9D72C00BC7}"/>
            </c:ext>
          </c:extLst>
        </c:ser>
        <c:ser>
          <c:idx val="1"/>
          <c:order val="3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工作表1!$AL$1:$AL$100</c:f>
              <c:numCache>
                <c:formatCode>General</c:formatCode>
                <c:ptCount val="100"/>
                <c:pt idx="0">
                  <c:v>1611</c:v>
                </c:pt>
                <c:pt idx="1">
                  <c:v>1611</c:v>
                </c:pt>
                <c:pt idx="2">
                  <c:v>1336</c:v>
                </c:pt>
                <c:pt idx="3">
                  <c:v>1573</c:v>
                </c:pt>
                <c:pt idx="4">
                  <c:v>1423</c:v>
                </c:pt>
                <c:pt idx="5">
                  <c:v>1449</c:v>
                </c:pt>
                <c:pt idx="6">
                  <c:v>1542</c:v>
                </c:pt>
                <c:pt idx="7">
                  <c:v>1535</c:v>
                </c:pt>
                <c:pt idx="8">
                  <c:v>1555</c:v>
                </c:pt>
                <c:pt idx="9">
                  <c:v>1605</c:v>
                </c:pt>
                <c:pt idx="10">
                  <c:v>1636</c:v>
                </c:pt>
                <c:pt idx="11">
                  <c:v>1658</c:v>
                </c:pt>
                <c:pt idx="12">
                  <c:v>1685</c:v>
                </c:pt>
                <c:pt idx="13">
                  <c:v>1703</c:v>
                </c:pt>
                <c:pt idx="14">
                  <c:v>1706</c:v>
                </c:pt>
                <c:pt idx="15">
                  <c:v>1732</c:v>
                </c:pt>
                <c:pt idx="16">
                  <c:v>1728</c:v>
                </c:pt>
                <c:pt idx="17">
                  <c:v>1730</c:v>
                </c:pt>
                <c:pt idx="18">
                  <c:v>1729</c:v>
                </c:pt>
                <c:pt idx="19">
                  <c:v>2611</c:v>
                </c:pt>
                <c:pt idx="20">
                  <c:v>924</c:v>
                </c:pt>
                <c:pt idx="21">
                  <c:v>2121</c:v>
                </c:pt>
                <c:pt idx="22">
                  <c:v>1273</c:v>
                </c:pt>
                <c:pt idx="23">
                  <c:v>1413</c:v>
                </c:pt>
                <c:pt idx="24">
                  <c:v>1615</c:v>
                </c:pt>
                <c:pt idx="25">
                  <c:v>1477</c:v>
                </c:pt>
                <c:pt idx="26">
                  <c:v>1467</c:v>
                </c:pt>
                <c:pt idx="27">
                  <c:v>1473</c:v>
                </c:pt>
                <c:pt idx="28">
                  <c:v>1445</c:v>
                </c:pt>
                <c:pt idx="29">
                  <c:v>1400</c:v>
                </c:pt>
                <c:pt idx="30">
                  <c:v>1370</c:v>
                </c:pt>
                <c:pt idx="31">
                  <c:v>1373</c:v>
                </c:pt>
                <c:pt idx="32">
                  <c:v>1355</c:v>
                </c:pt>
                <c:pt idx="33">
                  <c:v>1327</c:v>
                </c:pt>
                <c:pt idx="34">
                  <c:v>1320</c:v>
                </c:pt>
                <c:pt idx="35">
                  <c:v>1311</c:v>
                </c:pt>
                <c:pt idx="36">
                  <c:v>1310</c:v>
                </c:pt>
                <c:pt idx="37">
                  <c:v>1564</c:v>
                </c:pt>
                <c:pt idx="38">
                  <c:v>971</c:v>
                </c:pt>
                <c:pt idx="39">
                  <c:v>1901</c:v>
                </c:pt>
                <c:pt idx="40">
                  <c:v>1117</c:v>
                </c:pt>
                <c:pt idx="41">
                  <c:v>1389</c:v>
                </c:pt>
                <c:pt idx="42">
                  <c:v>1580</c:v>
                </c:pt>
                <c:pt idx="43">
                  <c:v>1485</c:v>
                </c:pt>
                <c:pt idx="44">
                  <c:v>1509</c:v>
                </c:pt>
                <c:pt idx="45">
                  <c:v>1602</c:v>
                </c:pt>
                <c:pt idx="46">
                  <c:v>1594</c:v>
                </c:pt>
                <c:pt idx="47">
                  <c:v>1619</c:v>
                </c:pt>
                <c:pt idx="48">
                  <c:v>1635</c:v>
                </c:pt>
                <c:pt idx="49">
                  <c:v>1683</c:v>
                </c:pt>
                <c:pt idx="50">
                  <c:v>1692</c:v>
                </c:pt>
                <c:pt idx="51">
                  <c:v>1688</c:v>
                </c:pt>
                <c:pt idx="52">
                  <c:v>1716</c:v>
                </c:pt>
                <c:pt idx="53">
                  <c:v>1713</c:v>
                </c:pt>
                <c:pt idx="54">
                  <c:v>1709</c:v>
                </c:pt>
                <c:pt idx="55">
                  <c:v>1730</c:v>
                </c:pt>
                <c:pt idx="56">
                  <c:v>477</c:v>
                </c:pt>
                <c:pt idx="57">
                  <c:v>2089</c:v>
                </c:pt>
                <c:pt idx="58">
                  <c:v>1699</c:v>
                </c:pt>
                <c:pt idx="59">
                  <c:v>1368</c:v>
                </c:pt>
                <c:pt idx="60">
                  <c:v>1937</c:v>
                </c:pt>
                <c:pt idx="61">
                  <c:v>1516</c:v>
                </c:pt>
                <c:pt idx="62">
                  <c:v>1412</c:v>
                </c:pt>
                <c:pt idx="63">
                  <c:v>1470</c:v>
                </c:pt>
                <c:pt idx="64">
                  <c:v>1476</c:v>
                </c:pt>
                <c:pt idx="65">
                  <c:v>1439</c:v>
                </c:pt>
                <c:pt idx="66">
                  <c:v>1407</c:v>
                </c:pt>
                <c:pt idx="67">
                  <c:v>1379</c:v>
                </c:pt>
                <c:pt idx="68">
                  <c:v>1379</c:v>
                </c:pt>
                <c:pt idx="69">
                  <c:v>1366</c:v>
                </c:pt>
                <c:pt idx="70">
                  <c:v>1336</c:v>
                </c:pt>
                <c:pt idx="71">
                  <c:v>1331</c:v>
                </c:pt>
                <c:pt idx="72">
                  <c:v>1324</c:v>
                </c:pt>
                <c:pt idx="73">
                  <c:v>1317</c:v>
                </c:pt>
                <c:pt idx="74">
                  <c:v>1326</c:v>
                </c:pt>
                <c:pt idx="75">
                  <c:v>2018</c:v>
                </c:pt>
                <c:pt idx="76">
                  <c:v>792</c:v>
                </c:pt>
                <c:pt idx="77">
                  <c:v>1392</c:v>
                </c:pt>
                <c:pt idx="78">
                  <c:v>1653</c:v>
                </c:pt>
                <c:pt idx="79">
                  <c:v>1445</c:v>
                </c:pt>
                <c:pt idx="80">
                  <c:v>1481</c:v>
                </c:pt>
                <c:pt idx="81">
                  <c:v>1598</c:v>
                </c:pt>
                <c:pt idx="82">
                  <c:v>1585</c:v>
                </c:pt>
                <c:pt idx="83">
                  <c:v>1575</c:v>
                </c:pt>
                <c:pt idx="84">
                  <c:v>1633</c:v>
                </c:pt>
                <c:pt idx="85">
                  <c:v>1665</c:v>
                </c:pt>
                <c:pt idx="86">
                  <c:v>1679</c:v>
                </c:pt>
                <c:pt idx="87">
                  <c:v>1684</c:v>
                </c:pt>
                <c:pt idx="88">
                  <c:v>1700</c:v>
                </c:pt>
                <c:pt idx="89">
                  <c:v>1716</c:v>
                </c:pt>
                <c:pt idx="90">
                  <c:v>1716</c:v>
                </c:pt>
                <c:pt idx="91">
                  <c:v>1703</c:v>
                </c:pt>
                <c:pt idx="92">
                  <c:v>1703</c:v>
                </c:pt>
                <c:pt idx="93">
                  <c:v>1699</c:v>
                </c:pt>
                <c:pt idx="94">
                  <c:v>2639</c:v>
                </c:pt>
                <c:pt idx="95">
                  <c:v>721</c:v>
                </c:pt>
                <c:pt idx="96">
                  <c:v>1969</c:v>
                </c:pt>
                <c:pt idx="97">
                  <c:v>1469</c:v>
                </c:pt>
                <c:pt idx="98">
                  <c:v>1313</c:v>
                </c:pt>
                <c:pt idx="99">
                  <c:v>1567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A9-4142-AEE4-9D9D72C00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1707056"/>
        <c:axId val="1001712464"/>
        <c:extLst>
          <c:ext xmlns:c15="http://schemas.microsoft.com/office/drawing/2012/chart" uri="{02D57815-91ED-43cb-92C2-25804820EDAC}">
            <c15:filteredLineSeries>
              <c15:ser>
                <c:idx val="2"/>
                <c:order val="0"/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工作表1!$AK$1:$AK$100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1694</c:v>
                      </c:pt>
                      <c:pt idx="1">
                        <c:v>1694</c:v>
                      </c:pt>
                      <c:pt idx="2">
                        <c:v>1443</c:v>
                      </c:pt>
                      <c:pt idx="3">
                        <c:v>1586</c:v>
                      </c:pt>
                      <c:pt idx="4">
                        <c:v>1436</c:v>
                      </c:pt>
                      <c:pt idx="5">
                        <c:v>1459</c:v>
                      </c:pt>
                      <c:pt idx="6">
                        <c:v>1541</c:v>
                      </c:pt>
                      <c:pt idx="7">
                        <c:v>1524</c:v>
                      </c:pt>
                      <c:pt idx="8">
                        <c:v>1511</c:v>
                      </c:pt>
                      <c:pt idx="9">
                        <c:v>1567</c:v>
                      </c:pt>
                      <c:pt idx="10">
                        <c:v>1589</c:v>
                      </c:pt>
                      <c:pt idx="11">
                        <c:v>1581</c:v>
                      </c:pt>
                      <c:pt idx="12">
                        <c:v>1601</c:v>
                      </c:pt>
                      <c:pt idx="13">
                        <c:v>1634</c:v>
                      </c:pt>
                      <c:pt idx="14">
                        <c:v>1649</c:v>
                      </c:pt>
                      <c:pt idx="15">
                        <c:v>1657</c:v>
                      </c:pt>
                      <c:pt idx="16">
                        <c:v>1681</c:v>
                      </c:pt>
                      <c:pt idx="17">
                        <c:v>1697</c:v>
                      </c:pt>
                      <c:pt idx="18">
                        <c:v>1707</c:v>
                      </c:pt>
                      <c:pt idx="19">
                        <c:v>2872</c:v>
                      </c:pt>
                      <c:pt idx="20">
                        <c:v>749</c:v>
                      </c:pt>
                      <c:pt idx="21">
                        <c:v>2232</c:v>
                      </c:pt>
                      <c:pt idx="22">
                        <c:v>1289</c:v>
                      </c:pt>
                      <c:pt idx="23">
                        <c:v>1582</c:v>
                      </c:pt>
                      <c:pt idx="24">
                        <c:v>1859</c:v>
                      </c:pt>
                      <c:pt idx="25">
                        <c:v>1660</c:v>
                      </c:pt>
                      <c:pt idx="26">
                        <c:v>1663</c:v>
                      </c:pt>
                      <c:pt idx="27">
                        <c:v>1661</c:v>
                      </c:pt>
                      <c:pt idx="28">
                        <c:v>1631</c:v>
                      </c:pt>
                      <c:pt idx="29">
                        <c:v>1609</c:v>
                      </c:pt>
                      <c:pt idx="30">
                        <c:v>1590</c:v>
                      </c:pt>
                      <c:pt idx="31">
                        <c:v>1571</c:v>
                      </c:pt>
                      <c:pt idx="32">
                        <c:v>1552</c:v>
                      </c:pt>
                      <c:pt idx="33">
                        <c:v>1526</c:v>
                      </c:pt>
                      <c:pt idx="34">
                        <c:v>1513</c:v>
                      </c:pt>
                      <c:pt idx="35">
                        <c:v>1505</c:v>
                      </c:pt>
                      <c:pt idx="36">
                        <c:v>1492</c:v>
                      </c:pt>
                      <c:pt idx="37">
                        <c:v>1692</c:v>
                      </c:pt>
                      <c:pt idx="38">
                        <c:v>1433</c:v>
                      </c:pt>
                      <c:pt idx="39">
                        <c:v>1903</c:v>
                      </c:pt>
                      <c:pt idx="40">
                        <c:v>1281</c:v>
                      </c:pt>
                      <c:pt idx="41">
                        <c:v>1431</c:v>
                      </c:pt>
                      <c:pt idx="42">
                        <c:v>1559</c:v>
                      </c:pt>
                      <c:pt idx="43">
                        <c:v>1537</c:v>
                      </c:pt>
                      <c:pt idx="44">
                        <c:v>1498</c:v>
                      </c:pt>
                      <c:pt idx="45">
                        <c:v>1543</c:v>
                      </c:pt>
                      <c:pt idx="46">
                        <c:v>1589</c:v>
                      </c:pt>
                      <c:pt idx="47">
                        <c:v>1591</c:v>
                      </c:pt>
                      <c:pt idx="48">
                        <c:v>1597</c:v>
                      </c:pt>
                      <c:pt idx="49">
                        <c:v>1632</c:v>
                      </c:pt>
                      <c:pt idx="50">
                        <c:v>1655</c:v>
                      </c:pt>
                      <c:pt idx="51">
                        <c:v>1661</c:v>
                      </c:pt>
                      <c:pt idx="52">
                        <c:v>1673</c:v>
                      </c:pt>
                      <c:pt idx="53">
                        <c:v>1689</c:v>
                      </c:pt>
                      <c:pt idx="54">
                        <c:v>1697</c:v>
                      </c:pt>
                      <c:pt idx="55">
                        <c:v>1704</c:v>
                      </c:pt>
                      <c:pt idx="56">
                        <c:v>458</c:v>
                      </c:pt>
                      <c:pt idx="57">
                        <c:v>1883</c:v>
                      </c:pt>
                      <c:pt idx="58">
                        <c:v>2109</c:v>
                      </c:pt>
                      <c:pt idx="59">
                        <c:v>1365</c:v>
                      </c:pt>
                      <c:pt idx="60">
                        <c:v>2233</c:v>
                      </c:pt>
                      <c:pt idx="61">
                        <c:v>1206</c:v>
                      </c:pt>
                      <c:pt idx="62">
                        <c:v>1543</c:v>
                      </c:pt>
                      <c:pt idx="63">
                        <c:v>1778</c:v>
                      </c:pt>
                      <c:pt idx="64">
                        <c:v>1618</c:v>
                      </c:pt>
                      <c:pt idx="65">
                        <c:v>1582</c:v>
                      </c:pt>
                      <c:pt idx="66">
                        <c:v>1621</c:v>
                      </c:pt>
                      <c:pt idx="67">
                        <c:v>1599</c:v>
                      </c:pt>
                      <c:pt idx="68">
                        <c:v>1549</c:v>
                      </c:pt>
                      <c:pt idx="69">
                        <c:v>1541</c:v>
                      </c:pt>
                      <c:pt idx="70">
                        <c:v>1533</c:v>
                      </c:pt>
                      <c:pt idx="71">
                        <c:v>1514</c:v>
                      </c:pt>
                      <c:pt idx="72">
                        <c:v>1504</c:v>
                      </c:pt>
                      <c:pt idx="73">
                        <c:v>1491</c:v>
                      </c:pt>
                      <c:pt idx="74">
                        <c:v>1481</c:v>
                      </c:pt>
                      <c:pt idx="75">
                        <c:v>2094</c:v>
                      </c:pt>
                      <c:pt idx="76">
                        <c:v>560</c:v>
                      </c:pt>
                      <c:pt idx="77">
                        <c:v>1696</c:v>
                      </c:pt>
                      <c:pt idx="78">
                        <c:v>1440</c:v>
                      </c:pt>
                      <c:pt idx="79">
                        <c:v>1245</c:v>
                      </c:pt>
                      <c:pt idx="80">
                        <c:v>1564</c:v>
                      </c:pt>
                      <c:pt idx="81">
                        <c:v>1551</c:v>
                      </c:pt>
                      <c:pt idx="82">
                        <c:v>1534</c:v>
                      </c:pt>
                      <c:pt idx="83">
                        <c:v>1537</c:v>
                      </c:pt>
                      <c:pt idx="84">
                        <c:v>1597</c:v>
                      </c:pt>
                      <c:pt idx="85">
                        <c:v>1617</c:v>
                      </c:pt>
                      <c:pt idx="86">
                        <c:v>1619</c:v>
                      </c:pt>
                      <c:pt idx="87">
                        <c:v>1652</c:v>
                      </c:pt>
                      <c:pt idx="88">
                        <c:v>1674</c:v>
                      </c:pt>
                      <c:pt idx="89">
                        <c:v>1689</c:v>
                      </c:pt>
                      <c:pt idx="90">
                        <c:v>1704</c:v>
                      </c:pt>
                      <c:pt idx="91">
                        <c:v>1719</c:v>
                      </c:pt>
                      <c:pt idx="92">
                        <c:v>1738</c:v>
                      </c:pt>
                      <c:pt idx="93">
                        <c:v>1747</c:v>
                      </c:pt>
                      <c:pt idx="94">
                        <c:v>2965</c:v>
                      </c:pt>
                      <c:pt idx="95">
                        <c:v>807</c:v>
                      </c:pt>
                      <c:pt idx="96">
                        <c:v>1995</c:v>
                      </c:pt>
                      <c:pt idx="97">
                        <c:v>1662</c:v>
                      </c:pt>
                      <c:pt idx="98">
                        <c:v>1384</c:v>
                      </c:pt>
                      <c:pt idx="99">
                        <c:v>1845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1A9-4142-AEE4-9D9D72C00BC7}"/>
                  </c:ext>
                </c:extLst>
              </c15:ser>
            </c15:filteredLineSeries>
            <c15:filteredLineSeries>
              <c15:ser>
                <c:idx val="3"/>
                <c:order val="1"/>
                <c:marker>
                  <c:symbol val="none"/>
                </c:marker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工作表1!$AL$1:$AL$100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1611</c:v>
                      </c:pt>
                      <c:pt idx="1">
                        <c:v>1611</c:v>
                      </c:pt>
                      <c:pt idx="2">
                        <c:v>1336</c:v>
                      </c:pt>
                      <c:pt idx="3">
                        <c:v>1573</c:v>
                      </c:pt>
                      <c:pt idx="4">
                        <c:v>1423</c:v>
                      </c:pt>
                      <c:pt idx="5">
                        <c:v>1449</c:v>
                      </c:pt>
                      <c:pt idx="6">
                        <c:v>1542</c:v>
                      </c:pt>
                      <c:pt idx="7">
                        <c:v>1535</c:v>
                      </c:pt>
                      <c:pt idx="8">
                        <c:v>1555</c:v>
                      </c:pt>
                      <c:pt idx="9">
                        <c:v>1605</c:v>
                      </c:pt>
                      <c:pt idx="10">
                        <c:v>1636</c:v>
                      </c:pt>
                      <c:pt idx="11">
                        <c:v>1658</c:v>
                      </c:pt>
                      <c:pt idx="12">
                        <c:v>1685</c:v>
                      </c:pt>
                      <c:pt idx="13">
                        <c:v>1703</c:v>
                      </c:pt>
                      <c:pt idx="14">
                        <c:v>1706</c:v>
                      </c:pt>
                      <c:pt idx="15">
                        <c:v>1732</c:v>
                      </c:pt>
                      <c:pt idx="16">
                        <c:v>1728</c:v>
                      </c:pt>
                      <c:pt idx="17">
                        <c:v>1730</c:v>
                      </c:pt>
                      <c:pt idx="18">
                        <c:v>1729</c:v>
                      </c:pt>
                      <c:pt idx="19">
                        <c:v>2611</c:v>
                      </c:pt>
                      <c:pt idx="20">
                        <c:v>924</c:v>
                      </c:pt>
                      <c:pt idx="21">
                        <c:v>2121</c:v>
                      </c:pt>
                      <c:pt idx="22">
                        <c:v>1273</c:v>
                      </c:pt>
                      <c:pt idx="23">
                        <c:v>1413</c:v>
                      </c:pt>
                      <c:pt idx="24">
                        <c:v>1615</c:v>
                      </c:pt>
                      <c:pt idx="25">
                        <c:v>1477</c:v>
                      </c:pt>
                      <c:pt idx="26">
                        <c:v>1467</c:v>
                      </c:pt>
                      <c:pt idx="27">
                        <c:v>1473</c:v>
                      </c:pt>
                      <c:pt idx="28">
                        <c:v>1445</c:v>
                      </c:pt>
                      <c:pt idx="29">
                        <c:v>1400</c:v>
                      </c:pt>
                      <c:pt idx="30">
                        <c:v>1370</c:v>
                      </c:pt>
                      <c:pt idx="31">
                        <c:v>1373</c:v>
                      </c:pt>
                      <c:pt idx="32">
                        <c:v>1355</c:v>
                      </c:pt>
                      <c:pt idx="33">
                        <c:v>1327</c:v>
                      </c:pt>
                      <c:pt idx="34">
                        <c:v>1320</c:v>
                      </c:pt>
                      <c:pt idx="35">
                        <c:v>1311</c:v>
                      </c:pt>
                      <c:pt idx="36">
                        <c:v>1310</c:v>
                      </c:pt>
                      <c:pt idx="37">
                        <c:v>1564</c:v>
                      </c:pt>
                      <c:pt idx="38">
                        <c:v>971</c:v>
                      </c:pt>
                      <c:pt idx="39">
                        <c:v>1901</c:v>
                      </c:pt>
                      <c:pt idx="40">
                        <c:v>1117</c:v>
                      </c:pt>
                      <c:pt idx="41">
                        <c:v>1389</c:v>
                      </c:pt>
                      <c:pt idx="42">
                        <c:v>1580</c:v>
                      </c:pt>
                      <c:pt idx="43">
                        <c:v>1485</c:v>
                      </c:pt>
                      <c:pt idx="44">
                        <c:v>1509</c:v>
                      </c:pt>
                      <c:pt idx="45">
                        <c:v>1602</c:v>
                      </c:pt>
                      <c:pt idx="46">
                        <c:v>1594</c:v>
                      </c:pt>
                      <c:pt idx="47">
                        <c:v>1619</c:v>
                      </c:pt>
                      <c:pt idx="48">
                        <c:v>1635</c:v>
                      </c:pt>
                      <c:pt idx="49">
                        <c:v>1683</c:v>
                      </c:pt>
                      <c:pt idx="50">
                        <c:v>1692</c:v>
                      </c:pt>
                      <c:pt idx="51">
                        <c:v>1688</c:v>
                      </c:pt>
                      <c:pt idx="52">
                        <c:v>1716</c:v>
                      </c:pt>
                      <c:pt idx="53">
                        <c:v>1713</c:v>
                      </c:pt>
                      <c:pt idx="54">
                        <c:v>1709</c:v>
                      </c:pt>
                      <c:pt idx="55">
                        <c:v>1730</c:v>
                      </c:pt>
                      <c:pt idx="56">
                        <c:v>477</c:v>
                      </c:pt>
                      <c:pt idx="57">
                        <c:v>2089</c:v>
                      </c:pt>
                      <c:pt idx="58">
                        <c:v>1699</c:v>
                      </c:pt>
                      <c:pt idx="59">
                        <c:v>1368</c:v>
                      </c:pt>
                      <c:pt idx="60">
                        <c:v>1937</c:v>
                      </c:pt>
                      <c:pt idx="61">
                        <c:v>1516</c:v>
                      </c:pt>
                      <c:pt idx="62">
                        <c:v>1412</c:v>
                      </c:pt>
                      <c:pt idx="63">
                        <c:v>1470</c:v>
                      </c:pt>
                      <c:pt idx="64">
                        <c:v>1476</c:v>
                      </c:pt>
                      <c:pt idx="65">
                        <c:v>1439</c:v>
                      </c:pt>
                      <c:pt idx="66">
                        <c:v>1407</c:v>
                      </c:pt>
                      <c:pt idx="67">
                        <c:v>1379</c:v>
                      </c:pt>
                      <c:pt idx="68">
                        <c:v>1379</c:v>
                      </c:pt>
                      <c:pt idx="69">
                        <c:v>1366</c:v>
                      </c:pt>
                      <c:pt idx="70">
                        <c:v>1336</c:v>
                      </c:pt>
                      <c:pt idx="71">
                        <c:v>1331</c:v>
                      </c:pt>
                      <c:pt idx="72">
                        <c:v>1324</c:v>
                      </c:pt>
                      <c:pt idx="73">
                        <c:v>1317</c:v>
                      </c:pt>
                      <c:pt idx="74">
                        <c:v>1326</c:v>
                      </c:pt>
                      <c:pt idx="75">
                        <c:v>2018</c:v>
                      </c:pt>
                      <c:pt idx="76">
                        <c:v>792</c:v>
                      </c:pt>
                      <c:pt idx="77">
                        <c:v>1392</c:v>
                      </c:pt>
                      <c:pt idx="78">
                        <c:v>1653</c:v>
                      </c:pt>
                      <c:pt idx="79">
                        <c:v>1445</c:v>
                      </c:pt>
                      <c:pt idx="80">
                        <c:v>1481</c:v>
                      </c:pt>
                      <c:pt idx="81">
                        <c:v>1598</c:v>
                      </c:pt>
                      <c:pt idx="82">
                        <c:v>1585</c:v>
                      </c:pt>
                      <c:pt idx="83">
                        <c:v>1575</c:v>
                      </c:pt>
                      <c:pt idx="84">
                        <c:v>1633</c:v>
                      </c:pt>
                      <c:pt idx="85">
                        <c:v>1665</c:v>
                      </c:pt>
                      <c:pt idx="86">
                        <c:v>1679</c:v>
                      </c:pt>
                      <c:pt idx="87">
                        <c:v>1684</c:v>
                      </c:pt>
                      <c:pt idx="88">
                        <c:v>1700</c:v>
                      </c:pt>
                      <c:pt idx="89">
                        <c:v>1716</c:v>
                      </c:pt>
                      <c:pt idx="90">
                        <c:v>1716</c:v>
                      </c:pt>
                      <c:pt idx="91">
                        <c:v>1703</c:v>
                      </c:pt>
                      <c:pt idx="92">
                        <c:v>1703</c:v>
                      </c:pt>
                      <c:pt idx="93">
                        <c:v>1699</c:v>
                      </c:pt>
                      <c:pt idx="94">
                        <c:v>2639</c:v>
                      </c:pt>
                      <c:pt idx="95">
                        <c:v>721</c:v>
                      </c:pt>
                      <c:pt idx="96">
                        <c:v>1969</c:v>
                      </c:pt>
                      <c:pt idx="97">
                        <c:v>1469</c:v>
                      </c:pt>
                      <c:pt idx="98">
                        <c:v>1313</c:v>
                      </c:pt>
                      <c:pt idx="99">
                        <c:v>1567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91A9-4142-AEE4-9D9D72C00BC7}"/>
                  </c:ext>
                </c:extLst>
              </c15:ser>
            </c15:filteredLineSeries>
          </c:ext>
        </c:extLst>
      </c:lineChart>
      <c:catAx>
        <c:axId val="1001707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1712464"/>
        <c:crosses val="autoZero"/>
        <c:auto val="1"/>
        <c:lblAlgn val="ctr"/>
        <c:lblOffset val="100"/>
        <c:noMultiLvlLbl val="0"/>
      </c:catAx>
      <c:valAx>
        <c:axId val="100171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1707056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zh-TW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0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下不同載波水花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(1Hz 5Hz 10Hz 25Hz 50Hz 100Hz 200Hz 300Hz)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更改載波模式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更改功率計算程式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載波對功率計算的影響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電磁閥電路實際測試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更改載波模式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更改載波模式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1216795-E76A-4D34-851E-170E4A06CC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936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更改載波模式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更改載波模式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DCA8AAD-5A65-40D7-994B-A414FDA6D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758991"/>
            <a:ext cx="8784000" cy="36645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720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更改載波模式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更改載波模式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017BA95-773C-4012-ABBC-5B3C51324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3" y="1888479"/>
            <a:ext cx="8536933" cy="35615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016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更改功率計算程式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功率計算錯誤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AEE5C2-69C7-4459-B091-CB842B7AA1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" r="56214"/>
          <a:stretch/>
        </p:blipFill>
        <p:spPr>
          <a:xfrm>
            <a:off x="180000" y="1380899"/>
            <a:ext cx="4123267" cy="4916691"/>
          </a:xfrm>
          <a:prstGeom prst="rect">
            <a:avLst/>
          </a:prstGeom>
        </p:spPr>
      </p:pic>
      <p:graphicFrame>
        <p:nvGraphicFramePr>
          <p:cNvPr id="16" name="圖表 15">
            <a:extLst>
              <a:ext uri="{FF2B5EF4-FFF2-40B4-BE49-F238E27FC236}">
                <a16:creationId xmlns:a16="http://schemas.microsoft.com/office/drawing/2014/main" id="{0B79E87F-A402-46BA-BF76-D5B325D3A4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0399036"/>
              </p:ext>
            </p:extLst>
          </p:nvPr>
        </p:nvGraphicFramePr>
        <p:xfrm>
          <a:off x="4392000" y="117156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圖表 16">
            <a:extLst>
              <a:ext uri="{FF2B5EF4-FFF2-40B4-BE49-F238E27FC236}">
                <a16:creationId xmlns:a16="http://schemas.microsoft.com/office/drawing/2014/main" id="{F8FC429B-F174-4D38-A69D-A288650202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193369"/>
              </p:ext>
            </p:extLst>
          </p:nvPr>
        </p:nvGraphicFramePr>
        <p:xfrm>
          <a:off x="4382475" y="3914764"/>
          <a:ext cx="4591050" cy="25369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180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更改功率計算程式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3078ECF0-C7E0-421C-B252-550D094BF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95636"/>
              </p:ext>
            </p:extLst>
          </p:nvPr>
        </p:nvGraphicFramePr>
        <p:xfrm>
          <a:off x="355071" y="1450981"/>
          <a:ext cx="4851930" cy="3956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917C49CB-FFFC-423D-853A-9675F79CB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9195786"/>
              </p:ext>
            </p:extLst>
          </p:nvPr>
        </p:nvGraphicFramePr>
        <p:xfrm>
          <a:off x="5382072" y="2067225"/>
          <a:ext cx="3604569" cy="2723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8334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載波對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功率計算的影響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B5999D49-BAEC-4EFF-9A1E-B5CB4F1213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064146"/>
              </p:ext>
            </p:extLst>
          </p:nvPr>
        </p:nvGraphicFramePr>
        <p:xfrm>
          <a:off x="0" y="2037042"/>
          <a:ext cx="4581385" cy="2783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96D44F91-D96A-428B-A638-795C21784E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525979"/>
              </p:ext>
            </p:extLst>
          </p:nvPr>
        </p:nvGraphicFramePr>
        <p:xfrm>
          <a:off x="4427280" y="22053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8307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不同載波對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功率計算的影響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38CCA0C1-1939-442A-9A6A-05F5F03DB7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3822856"/>
              </p:ext>
            </p:extLst>
          </p:nvPr>
        </p:nvGraphicFramePr>
        <p:xfrm>
          <a:off x="6146803" y="913318"/>
          <a:ext cx="2994995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3E38018D-C837-42D0-9CCB-F873933FEC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8466891"/>
              </p:ext>
            </p:extLst>
          </p:nvPr>
        </p:nvGraphicFramePr>
        <p:xfrm>
          <a:off x="2997198" y="913319"/>
          <a:ext cx="3327402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B31407E5-CB80-4242-B2BB-0C190D1A3B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05546"/>
              </p:ext>
            </p:extLst>
          </p:nvPr>
        </p:nvGraphicFramePr>
        <p:xfrm>
          <a:off x="0" y="913320"/>
          <a:ext cx="2997198" cy="53842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29187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電磁閥電路實際測試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測試兩顆上週挑的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DMN6140L-13</a:t>
            </a: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SI2302DDS-T1-GE3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7EA296-A760-493F-9CEB-C38ABA37E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4991"/>
            <a:ext cx="2574112" cy="274572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39F5C33-5EDF-4384-BA47-04D224784F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938" y="1576960"/>
            <a:ext cx="2366796" cy="21863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9474C74-69E8-4B89-9DF3-3B455308A5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1" t="29135" r="34534" b="30124"/>
          <a:stretch/>
        </p:blipFill>
        <p:spPr>
          <a:xfrm>
            <a:off x="6066782" y="3639039"/>
            <a:ext cx="2705697" cy="273052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B785346-46FF-4809-9DBA-FF7C506C791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0" t="23349" r="36849" b="29820"/>
          <a:stretch/>
        </p:blipFill>
        <p:spPr>
          <a:xfrm>
            <a:off x="3672670" y="3640719"/>
            <a:ext cx="2453132" cy="27288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596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電磁閥電路實際測試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4" name="CustomShape 2">
            <a:extLst>
              <a:ext uri="{FF2B5EF4-FFF2-40B4-BE49-F238E27FC236}">
                <a16:creationId xmlns:a16="http://schemas.microsoft.com/office/drawing/2014/main" id="{C38DDC7F-5A78-4373-8DD2-115D0694743F}"/>
              </a:ext>
            </a:extLst>
          </p:cNvPr>
          <p:cNvSpPr/>
          <p:nvPr/>
        </p:nvSpPr>
        <p:spPr>
          <a:xfrm>
            <a:off x="0" y="610130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5V</a:t>
            </a: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 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3.3V</a:t>
            </a: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</a:t>
            </a:r>
            <a:endParaRPr lang="en-US" altLang="zh-TW" sz="24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8" name="779641608.126823">
            <a:hlinkClick r:id="" action="ppaction://media"/>
            <a:extLst>
              <a:ext uri="{FF2B5EF4-FFF2-40B4-BE49-F238E27FC236}">
                <a16:creationId xmlns:a16="http://schemas.microsoft.com/office/drawing/2014/main" id="{6B2B9B6F-5BC7-4C21-8E13-0096EA956AC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16246" y="993837"/>
            <a:ext cx="2955394" cy="5254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682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載波控制下功率計算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210106</TotalTime>
  <Words>179</Words>
  <Application>Microsoft Office PowerPoint</Application>
  <PresentationFormat>如螢幕大小 (4:3)</PresentationFormat>
  <Paragraphs>67</Paragraphs>
  <Slides>12</Slides>
  <Notes>1</Notes>
  <HiddenSlides>0</HiddenSlides>
  <MMClips>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2426</cp:revision>
  <dcterms:created xsi:type="dcterms:W3CDTF">2001-07-18T23:57:34Z</dcterms:created>
  <dcterms:modified xsi:type="dcterms:W3CDTF">2025-09-15T16:38:34Z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