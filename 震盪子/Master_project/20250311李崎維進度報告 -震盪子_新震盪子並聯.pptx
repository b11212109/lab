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492" r:id="rId4"/>
    <p:sldId id="1338" r:id="rId5"/>
    <p:sldId id="1340" r:id="rId6"/>
    <p:sldId id="1341" r:id="rId7"/>
    <p:sldId id="1339" r:id="rId8"/>
    <p:sldId id="1342" r:id="rId9"/>
    <p:sldId id="1337" r:id="rId10"/>
    <p:sldId id="1331" r:id="rId11"/>
    <p:sldId id="1334" r:id="rId12"/>
    <p:sldId id="1335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38"/>
            <p14:sldId id="1340"/>
            <p14:sldId id="1341"/>
            <p14:sldId id="1339"/>
            <p14:sldId id="1342"/>
            <p14:sldId id="1337"/>
            <p14:sldId id="1331"/>
            <p14:sldId id="1334"/>
            <p14:sldId id="1335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224C44-BE3C-4988-B09D-E2117E17A640}" v="45" dt="2025-03-10T14:37:31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F1224C44-BE3C-4988-B09D-E2117E17A640}"/>
    <pc:docChg chg="undo custSel addSld delSld modSld sldOrd modSection">
      <pc:chgData name="崎維 李" userId="d4390ee11c1fc6cf" providerId="LiveId" clId="{F1224C44-BE3C-4988-B09D-E2117E17A640}" dt="2025-03-10T14:37:31.547" v="466"/>
      <pc:docMkLst>
        <pc:docMk/>
      </pc:docMkLst>
      <pc:sldChg chg="modSp mod">
        <pc:chgData name="崎維 李" userId="d4390ee11c1fc6cf" providerId="LiveId" clId="{F1224C44-BE3C-4988-B09D-E2117E17A640}" dt="2025-03-10T11:21:05.264" v="5" actId="20577"/>
        <pc:sldMkLst>
          <pc:docMk/>
          <pc:sldMk cId="0" sldId="256"/>
        </pc:sldMkLst>
        <pc:spChg chg="mod">
          <ac:chgData name="崎維 李" userId="d4390ee11c1fc6cf" providerId="LiveId" clId="{F1224C44-BE3C-4988-B09D-E2117E17A640}" dt="2025-03-10T11:21:05.264" v="5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F1224C44-BE3C-4988-B09D-E2117E17A640}" dt="2025-03-10T13:09:14.045" v="49" actId="20577"/>
        <pc:sldMkLst>
          <pc:docMk/>
          <pc:sldMk cId="1759611898" sldId="492"/>
        </pc:sldMkLst>
        <pc:spChg chg="mod">
          <ac:chgData name="崎維 李" userId="d4390ee11c1fc6cf" providerId="LiveId" clId="{F1224C44-BE3C-4988-B09D-E2117E17A640}" dt="2025-03-10T13:09:14.045" v="49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F1224C44-BE3C-4988-B09D-E2117E17A640}" dt="2025-03-10T14:10:29.094" v="365" actId="20577"/>
        <pc:sldMkLst>
          <pc:docMk/>
          <pc:sldMk cId="1870929783" sldId="493"/>
        </pc:sldMkLst>
        <pc:spChg chg="mod">
          <ac:chgData name="崎維 李" userId="d4390ee11c1fc6cf" providerId="LiveId" clId="{F1224C44-BE3C-4988-B09D-E2117E17A640}" dt="2025-03-10T14:10:29.094" v="365" actId="20577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">
        <pc:chgData name="崎維 李" userId="d4390ee11c1fc6cf" providerId="LiveId" clId="{F1224C44-BE3C-4988-B09D-E2117E17A640}" dt="2025-03-10T13:13:31.943" v="98"/>
        <pc:sldMkLst>
          <pc:docMk/>
          <pc:sldMk cId="3606609377" sldId="1331"/>
        </pc:sldMkLst>
        <pc:spChg chg="mod">
          <ac:chgData name="崎維 李" userId="d4390ee11c1fc6cf" providerId="LiveId" clId="{F1224C44-BE3C-4988-B09D-E2117E17A640}" dt="2025-03-10T13:13:31.943" v="98"/>
          <ac:spMkLst>
            <pc:docMk/>
            <pc:sldMk cId="3606609377" sldId="1331"/>
            <ac:spMk id="7" creationId="{6EBDBD1D-EFF9-F19C-57B3-46ADB4C1B0B9}"/>
          </ac:spMkLst>
        </pc:spChg>
        <pc:picChg chg="add mod">
          <ac:chgData name="崎維 李" userId="d4390ee11c1fc6cf" providerId="LiveId" clId="{F1224C44-BE3C-4988-B09D-E2117E17A640}" dt="2025-03-10T13:11:27.539" v="64" actId="1076"/>
          <ac:picMkLst>
            <pc:docMk/>
            <pc:sldMk cId="3606609377" sldId="1331"/>
            <ac:picMk id="3" creationId="{66907345-7332-4181-7A52-DED20CAE5884}"/>
          </ac:picMkLst>
        </pc:picChg>
        <pc:picChg chg="del">
          <ac:chgData name="崎維 李" userId="d4390ee11c1fc6cf" providerId="LiveId" clId="{F1224C44-BE3C-4988-B09D-E2117E17A640}" dt="2025-03-10T13:10:37.003" v="61" actId="478"/>
          <ac:picMkLst>
            <pc:docMk/>
            <pc:sldMk cId="3606609377" sldId="1331"/>
            <ac:picMk id="4" creationId="{6FF6B5F3-9714-75D8-BDDC-2590AE6AE4CB}"/>
          </ac:picMkLst>
        </pc:picChg>
        <pc:picChg chg="del">
          <ac:chgData name="崎維 李" userId="d4390ee11c1fc6cf" providerId="LiveId" clId="{F1224C44-BE3C-4988-B09D-E2117E17A640}" dt="2025-03-10T13:11:20.957" v="62" actId="478"/>
          <ac:picMkLst>
            <pc:docMk/>
            <pc:sldMk cId="3606609377" sldId="1331"/>
            <ac:picMk id="6" creationId="{8CD55766-8FA4-17D2-D9A1-0FF87F515664}"/>
          </ac:picMkLst>
        </pc:picChg>
        <pc:picChg chg="add mod">
          <ac:chgData name="崎維 李" userId="d4390ee11c1fc6cf" providerId="LiveId" clId="{F1224C44-BE3C-4988-B09D-E2117E17A640}" dt="2025-03-10T13:13:14.863" v="78" actId="14100"/>
          <ac:picMkLst>
            <pc:docMk/>
            <pc:sldMk cId="3606609377" sldId="1331"/>
            <ac:picMk id="8" creationId="{DCCF1021-B44B-1783-9EBD-C279AE358DC8}"/>
          </ac:picMkLst>
        </pc:picChg>
        <pc:picChg chg="add mod modCrop">
          <ac:chgData name="崎維 李" userId="d4390ee11c1fc6cf" providerId="LiveId" clId="{F1224C44-BE3C-4988-B09D-E2117E17A640}" dt="2025-03-10T13:13:18.434" v="79" actId="14100"/>
          <ac:picMkLst>
            <pc:docMk/>
            <pc:sldMk cId="3606609377" sldId="1331"/>
            <ac:picMk id="10" creationId="{B8B24252-0DF6-4633-A093-B89F2F6F8ED5}"/>
          </ac:picMkLst>
        </pc:picChg>
      </pc:sldChg>
      <pc:sldChg chg="addSp delSp modSp mod">
        <pc:chgData name="崎維 李" userId="d4390ee11c1fc6cf" providerId="LiveId" clId="{F1224C44-BE3C-4988-B09D-E2117E17A640}" dt="2025-03-10T14:36:38.271" v="424" actId="1076"/>
        <pc:sldMkLst>
          <pc:docMk/>
          <pc:sldMk cId="3878843723" sldId="1334"/>
        </pc:sldMkLst>
        <pc:spChg chg="mod">
          <ac:chgData name="崎維 李" userId="d4390ee11c1fc6cf" providerId="LiveId" clId="{F1224C44-BE3C-4988-B09D-E2117E17A640}" dt="2025-03-10T13:13:50.650" v="113" actId="20577"/>
          <ac:spMkLst>
            <pc:docMk/>
            <pc:sldMk cId="3878843723" sldId="1334"/>
            <ac:spMk id="7" creationId="{C9BD42BE-334B-A7A3-B5ED-A1259466C4B1}"/>
          </ac:spMkLst>
        </pc:spChg>
        <pc:picChg chg="del">
          <ac:chgData name="崎維 李" userId="d4390ee11c1fc6cf" providerId="LiveId" clId="{F1224C44-BE3C-4988-B09D-E2117E17A640}" dt="2025-03-10T13:13:54.315" v="114" actId="478"/>
          <ac:picMkLst>
            <pc:docMk/>
            <pc:sldMk cId="3878843723" sldId="1334"/>
            <ac:picMk id="3" creationId="{91365120-9712-60CD-F70A-B776DBB5FF27}"/>
          </ac:picMkLst>
        </pc:picChg>
        <pc:picChg chg="add mod">
          <ac:chgData name="崎維 李" userId="d4390ee11c1fc6cf" providerId="LiveId" clId="{F1224C44-BE3C-4988-B09D-E2117E17A640}" dt="2025-03-10T13:15:45.310" v="141" actId="1076"/>
          <ac:picMkLst>
            <pc:docMk/>
            <pc:sldMk cId="3878843723" sldId="1334"/>
            <ac:picMk id="4" creationId="{944CC9AF-8A38-A0FD-297C-1697F35B3FB1}"/>
          </ac:picMkLst>
        </pc:picChg>
        <pc:picChg chg="add mod">
          <ac:chgData name="崎維 李" userId="d4390ee11c1fc6cf" providerId="LiveId" clId="{F1224C44-BE3C-4988-B09D-E2117E17A640}" dt="2025-03-10T14:36:38.271" v="424" actId="1076"/>
          <ac:picMkLst>
            <pc:docMk/>
            <pc:sldMk cId="3878843723" sldId="1334"/>
            <ac:picMk id="6" creationId="{199709BE-9373-991E-2A60-86F162717138}"/>
          </ac:picMkLst>
        </pc:picChg>
        <pc:picChg chg="del">
          <ac:chgData name="崎維 李" userId="d4390ee11c1fc6cf" providerId="LiveId" clId="{F1224C44-BE3C-4988-B09D-E2117E17A640}" dt="2025-03-10T13:14:39.502" v="120" actId="478"/>
          <ac:picMkLst>
            <pc:docMk/>
            <pc:sldMk cId="3878843723" sldId="1334"/>
            <ac:picMk id="8" creationId="{3B4A68A9-5F55-636B-C527-E3E3240779B7}"/>
          </ac:picMkLst>
        </pc:picChg>
        <pc:picChg chg="add mod">
          <ac:chgData name="崎維 李" userId="d4390ee11c1fc6cf" providerId="LiveId" clId="{F1224C44-BE3C-4988-B09D-E2117E17A640}" dt="2025-03-10T13:15:44.023" v="140" actId="1076"/>
          <ac:picMkLst>
            <pc:docMk/>
            <pc:sldMk cId="3878843723" sldId="1334"/>
            <ac:picMk id="10" creationId="{A460FDA3-02D3-B087-43EA-39463BAD02C4}"/>
          </ac:picMkLst>
        </pc:picChg>
      </pc:sldChg>
      <pc:sldChg chg="addSp delSp modSp mod">
        <pc:chgData name="崎維 李" userId="d4390ee11c1fc6cf" providerId="LiveId" clId="{F1224C44-BE3C-4988-B09D-E2117E17A640}" dt="2025-03-10T14:36:35.194" v="423" actId="1076"/>
        <pc:sldMkLst>
          <pc:docMk/>
          <pc:sldMk cId="966507798" sldId="1335"/>
        </pc:sldMkLst>
        <pc:spChg chg="mod">
          <ac:chgData name="崎維 李" userId="d4390ee11c1fc6cf" providerId="LiveId" clId="{F1224C44-BE3C-4988-B09D-E2117E17A640}" dt="2025-03-10T13:16:21.426" v="151" actId="20577"/>
          <ac:spMkLst>
            <pc:docMk/>
            <pc:sldMk cId="966507798" sldId="1335"/>
            <ac:spMk id="7" creationId="{E3EABAB1-8DEA-265B-D171-391C8C35A3A2}"/>
          </ac:spMkLst>
        </pc:spChg>
        <pc:picChg chg="add mod">
          <ac:chgData name="崎維 李" userId="d4390ee11c1fc6cf" providerId="LiveId" clId="{F1224C44-BE3C-4988-B09D-E2117E17A640}" dt="2025-03-10T13:17:50.085" v="170" actId="1076"/>
          <ac:picMkLst>
            <pc:docMk/>
            <pc:sldMk cId="966507798" sldId="1335"/>
            <ac:picMk id="3" creationId="{18BD4EE8-8415-B4AA-973D-C5A53E2B3FF5}"/>
          </ac:picMkLst>
        </pc:picChg>
        <pc:picChg chg="del">
          <ac:chgData name="崎維 李" userId="d4390ee11c1fc6cf" providerId="LiveId" clId="{F1224C44-BE3C-4988-B09D-E2117E17A640}" dt="2025-03-10T13:16:33.267" v="157" actId="478"/>
          <ac:picMkLst>
            <pc:docMk/>
            <pc:sldMk cId="966507798" sldId="1335"/>
            <ac:picMk id="4" creationId="{D4664EED-2F82-28BC-79FD-037359C293A4}"/>
          </ac:picMkLst>
        </pc:picChg>
        <pc:picChg chg="del">
          <ac:chgData name="崎維 李" userId="d4390ee11c1fc6cf" providerId="LiveId" clId="{F1224C44-BE3C-4988-B09D-E2117E17A640}" dt="2025-03-10T13:16:35.451" v="158" actId="478"/>
          <ac:picMkLst>
            <pc:docMk/>
            <pc:sldMk cId="966507798" sldId="1335"/>
            <ac:picMk id="6" creationId="{FDC7C456-0590-D7E3-6F68-71AF71DCEB4E}"/>
          </ac:picMkLst>
        </pc:picChg>
        <pc:picChg chg="add mod modCrop">
          <ac:chgData name="崎維 李" userId="d4390ee11c1fc6cf" providerId="LiveId" clId="{F1224C44-BE3C-4988-B09D-E2117E17A640}" dt="2025-03-10T13:17:52.489" v="172" actId="1076"/>
          <ac:picMkLst>
            <pc:docMk/>
            <pc:sldMk cId="966507798" sldId="1335"/>
            <ac:picMk id="8" creationId="{E495F0F5-F6FA-8E84-6C9B-F5C62302DAB8}"/>
          </ac:picMkLst>
        </pc:picChg>
        <pc:picChg chg="add mod">
          <ac:chgData name="崎維 李" userId="d4390ee11c1fc6cf" providerId="LiveId" clId="{F1224C44-BE3C-4988-B09D-E2117E17A640}" dt="2025-03-10T14:36:35.194" v="423" actId="1076"/>
          <ac:picMkLst>
            <pc:docMk/>
            <pc:sldMk cId="966507798" sldId="1335"/>
            <ac:picMk id="10" creationId="{CE4CBAC8-EDBD-C34F-4DB8-D5384845876B}"/>
          </ac:picMkLst>
        </pc:picChg>
      </pc:sldChg>
      <pc:sldChg chg="del">
        <pc:chgData name="崎維 李" userId="d4390ee11c1fc6cf" providerId="LiveId" clId="{F1224C44-BE3C-4988-B09D-E2117E17A640}" dt="2025-03-10T13:17:57.917" v="173" actId="47"/>
        <pc:sldMkLst>
          <pc:docMk/>
          <pc:sldMk cId="1794258018" sldId="1336"/>
        </pc:sldMkLst>
      </pc:sldChg>
      <pc:sldChg chg="addSp delSp modSp mod ord">
        <pc:chgData name="崎維 李" userId="d4390ee11c1fc6cf" providerId="LiveId" clId="{F1224C44-BE3C-4988-B09D-E2117E17A640}" dt="2025-03-10T13:37:36.590" v="247" actId="1076"/>
        <pc:sldMkLst>
          <pc:docMk/>
          <pc:sldMk cId="1850006806" sldId="1337"/>
        </pc:sldMkLst>
        <pc:spChg chg="add mod">
          <ac:chgData name="崎維 李" userId="d4390ee11c1fc6cf" providerId="LiveId" clId="{F1224C44-BE3C-4988-B09D-E2117E17A640}" dt="2025-03-10T13:37:29.780" v="246"/>
          <ac:spMkLst>
            <pc:docMk/>
            <pc:sldMk cId="1850006806" sldId="1337"/>
            <ac:spMk id="8" creationId="{CE53691D-ABC5-FDC9-F5B5-C9BBE124FA16}"/>
          </ac:spMkLst>
        </pc:spChg>
        <pc:picChg chg="del">
          <ac:chgData name="崎維 李" userId="d4390ee11c1fc6cf" providerId="LiveId" clId="{F1224C44-BE3C-4988-B09D-E2117E17A640}" dt="2025-03-10T13:22:24.763" v="174" actId="478"/>
          <ac:picMkLst>
            <pc:docMk/>
            <pc:sldMk cId="1850006806" sldId="1337"/>
            <ac:picMk id="4" creationId="{C9F1A867-A567-49A4-4F22-4E589097E27F}"/>
          </ac:picMkLst>
        </pc:picChg>
        <pc:picChg chg="add mod">
          <ac:chgData name="崎維 李" userId="d4390ee11c1fc6cf" providerId="LiveId" clId="{F1224C44-BE3C-4988-B09D-E2117E17A640}" dt="2025-03-10T13:37:36.590" v="247" actId="1076"/>
          <ac:picMkLst>
            <pc:docMk/>
            <pc:sldMk cId="1850006806" sldId="1337"/>
            <ac:picMk id="6" creationId="{B34C67CE-A725-FC6D-2837-2EC16114D7F9}"/>
          </ac:picMkLst>
        </pc:picChg>
      </pc:sldChg>
      <pc:sldChg chg="addSp delSp modSp add mod">
        <pc:chgData name="崎維 李" userId="d4390ee11c1fc6cf" providerId="LiveId" clId="{F1224C44-BE3C-4988-B09D-E2117E17A640}" dt="2025-03-10T14:35:26.512" v="422" actId="1076"/>
        <pc:sldMkLst>
          <pc:docMk/>
          <pc:sldMk cId="4204037248" sldId="1338"/>
        </pc:sldMkLst>
        <pc:spChg chg="mod">
          <ac:chgData name="崎維 李" userId="d4390ee11c1fc6cf" providerId="LiveId" clId="{F1224C44-BE3C-4988-B09D-E2117E17A640}" dt="2025-03-10T13:40:28.730" v="316"/>
          <ac:spMkLst>
            <pc:docMk/>
            <pc:sldMk cId="4204037248" sldId="1338"/>
            <ac:spMk id="8" creationId="{FE9ED2E6-4EB7-9482-132A-BBC3BFE97247}"/>
          </ac:spMkLst>
        </pc:spChg>
        <pc:picChg chg="add del mod">
          <ac:chgData name="崎維 李" userId="d4390ee11c1fc6cf" providerId="LiveId" clId="{F1224C44-BE3C-4988-B09D-E2117E17A640}" dt="2025-03-10T13:42:05.279" v="321" actId="478"/>
          <ac:picMkLst>
            <pc:docMk/>
            <pc:sldMk cId="4204037248" sldId="1338"/>
            <ac:picMk id="4" creationId="{39A4B80B-33F2-D0CE-3EEE-2A21A51EED5D}"/>
          </ac:picMkLst>
        </pc:picChg>
        <pc:picChg chg="del">
          <ac:chgData name="崎維 李" userId="d4390ee11c1fc6cf" providerId="LiveId" clId="{F1224C44-BE3C-4988-B09D-E2117E17A640}" dt="2025-03-10T13:39:31.566" v="272" actId="478"/>
          <ac:picMkLst>
            <pc:docMk/>
            <pc:sldMk cId="4204037248" sldId="1338"/>
            <ac:picMk id="6" creationId="{0830B0AD-1F70-AD67-DD41-C72C52B91DE3}"/>
          </ac:picMkLst>
        </pc:picChg>
        <pc:picChg chg="add mod">
          <ac:chgData name="崎維 李" userId="d4390ee11c1fc6cf" providerId="LiveId" clId="{F1224C44-BE3C-4988-B09D-E2117E17A640}" dt="2025-03-10T14:35:26.512" v="422" actId="1076"/>
          <ac:picMkLst>
            <pc:docMk/>
            <pc:sldMk cId="4204037248" sldId="1338"/>
            <ac:picMk id="10" creationId="{55628C30-2DD4-88CC-F459-B9CB0926CA64}"/>
          </ac:picMkLst>
        </pc:picChg>
      </pc:sldChg>
      <pc:sldChg chg="new del">
        <pc:chgData name="崎維 李" userId="d4390ee11c1fc6cf" providerId="LiveId" clId="{F1224C44-BE3C-4988-B09D-E2117E17A640}" dt="2025-03-10T13:44:37.779" v="324" actId="680"/>
        <pc:sldMkLst>
          <pc:docMk/>
          <pc:sldMk cId="545448584" sldId="1339"/>
        </pc:sldMkLst>
      </pc:sldChg>
      <pc:sldChg chg="del ord">
        <pc:chgData name="崎維 李" userId="d4390ee11c1fc6cf" providerId="LiveId" clId="{F1224C44-BE3C-4988-B09D-E2117E17A640}" dt="2025-03-10T13:22:38.616" v="179" actId="47"/>
        <pc:sldMkLst>
          <pc:docMk/>
          <pc:sldMk cId="2998474373" sldId="1339"/>
        </pc:sldMkLst>
      </pc:sldChg>
      <pc:sldChg chg="addSp delSp modSp add mod">
        <pc:chgData name="崎維 李" userId="d4390ee11c1fc6cf" providerId="LiveId" clId="{F1224C44-BE3C-4988-B09D-E2117E17A640}" dt="2025-03-10T14:28:03.087" v="380"/>
        <pc:sldMkLst>
          <pc:docMk/>
          <pc:sldMk cId="4112129540" sldId="1339"/>
        </pc:sldMkLst>
        <pc:spChg chg="mod">
          <ac:chgData name="崎維 李" userId="d4390ee11c1fc6cf" providerId="LiveId" clId="{F1224C44-BE3C-4988-B09D-E2117E17A640}" dt="2025-03-10T13:44:49.366" v="333" actId="20577"/>
          <ac:spMkLst>
            <pc:docMk/>
            <pc:sldMk cId="4112129540" sldId="1339"/>
            <ac:spMk id="8" creationId="{86468E61-F839-4D89-BC34-16E047026C01}"/>
          </ac:spMkLst>
        </pc:spChg>
        <pc:graphicFrameChg chg="add mod">
          <ac:chgData name="崎維 李" userId="d4390ee11c1fc6cf" providerId="LiveId" clId="{F1224C44-BE3C-4988-B09D-E2117E17A640}" dt="2025-03-10T14:28:02.488" v="379" actId="1076"/>
          <ac:graphicFrameMkLst>
            <pc:docMk/>
            <pc:sldMk cId="4112129540" sldId="1339"/>
            <ac:graphicFrameMk id="3" creationId="{CF7BD443-A1B2-5025-96CB-C55E96AB88A5}"/>
          </ac:graphicFrameMkLst>
        </pc:graphicFrameChg>
        <pc:graphicFrameChg chg="add mod">
          <ac:chgData name="崎維 李" userId="d4390ee11c1fc6cf" providerId="LiveId" clId="{F1224C44-BE3C-4988-B09D-E2117E17A640}" dt="2025-03-10T14:28:03.087" v="380"/>
          <ac:graphicFrameMkLst>
            <pc:docMk/>
            <pc:sldMk cId="4112129540" sldId="1339"/>
            <ac:graphicFrameMk id="4" creationId="{CF7BD443-A1B2-5025-96CB-C55E96AB88A5}"/>
          </ac:graphicFrameMkLst>
        </pc:graphicFrameChg>
        <pc:picChg chg="del">
          <ac:chgData name="崎維 李" userId="d4390ee11c1fc6cf" providerId="LiveId" clId="{F1224C44-BE3C-4988-B09D-E2117E17A640}" dt="2025-03-10T13:44:44.198" v="326" actId="478"/>
          <ac:picMkLst>
            <pc:docMk/>
            <pc:sldMk cId="4112129540" sldId="1339"/>
            <ac:picMk id="10" creationId="{0E5714DB-8964-6CD9-1AE2-69181C6AD850}"/>
          </ac:picMkLst>
        </pc:picChg>
      </pc:sldChg>
      <pc:sldChg chg="new del">
        <pc:chgData name="崎維 李" userId="d4390ee11c1fc6cf" providerId="LiveId" clId="{F1224C44-BE3C-4988-B09D-E2117E17A640}" dt="2025-03-10T14:28:17.513" v="382" actId="680"/>
        <pc:sldMkLst>
          <pc:docMk/>
          <pc:sldMk cId="737422639" sldId="1340"/>
        </pc:sldMkLst>
      </pc:sldChg>
      <pc:sldChg chg="addSp delSp modSp add mod">
        <pc:chgData name="崎維 李" userId="d4390ee11c1fc6cf" providerId="LiveId" clId="{F1224C44-BE3C-4988-B09D-E2117E17A640}" dt="2025-03-10T14:30:28.153" v="392" actId="208"/>
        <pc:sldMkLst>
          <pc:docMk/>
          <pc:sldMk cId="1118240615" sldId="1340"/>
        </pc:sldMkLst>
        <pc:graphicFrameChg chg="del">
          <ac:chgData name="崎維 李" userId="d4390ee11c1fc6cf" providerId="LiveId" clId="{F1224C44-BE3C-4988-B09D-E2117E17A640}" dt="2025-03-10T14:30:02.314" v="385" actId="478"/>
          <ac:graphicFrameMkLst>
            <pc:docMk/>
            <pc:sldMk cId="1118240615" sldId="1340"/>
            <ac:graphicFrameMk id="3" creationId="{65B968BE-CDFD-8776-B9FE-1CB36675C141}"/>
          </ac:graphicFrameMkLst>
        </pc:graphicFrameChg>
        <pc:graphicFrameChg chg="add mod">
          <ac:chgData name="崎維 李" userId="d4390ee11c1fc6cf" providerId="LiveId" clId="{F1224C44-BE3C-4988-B09D-E2117E17A640}" dt="2025-03-10T14:30:28.153" v="392" actId="208"/>
          <ac:graphicFrameMkLst>
            <pc:docMk/>
            <pc:sldMk cId="1118240615" sldId="1340"/>
            <ac:graphicFrameMk id="4" creationId="{35487C96-3CA2-B372-BDD1-385E12D15866}"/>
          </ac:graphicFrameMkLst>
        </pc:graphicFrameChg>
      </pc:sldChg>
      <pc:sldChg chg="addSp delSp modSp add mod">
        <pc:chgData name="崎維 李" userId="d4390ee11c1fc6cf" providerId="LiveId" clId="{F1224C44-BE3C-4988-B09D-E2117E17A640}" dt="2025-03-10T14:32:09.589" v="406" actId="208"/>
        <pc:sldMkLst>
          <pc:docMk/>
          <pc:sldMk cId="2074003783" sldId="1341"/>
        </pc:sldMkLst>
        <pc:graphicFrameChg chg="del">
          <ac:chgData name="崎維 李" userId="d4390ee11c1fc6cf" providerId="LiveId" clId="{F1224C44-BE3C-4988-B09D-E2117E17A640}" dt="2025-03-10T14:31:24.716" v="393" actId="478"/>
          <ac:graphicFrameMkLst>
            <pc:docMk/>
            <pc:sldMk cId="2074003783" sldId="1341"/>
            <ac:graphicFrameMk id="3" creationId="{9F5790A4-F4F0-9D93-5920-871615B18917}"/>
          </ac:graphicFrameMkLst>
        </pc:graphicFrameChg>
        <pc:graphicFrameChg chg="add del mod">
          <ac:chgData name="崎維 李" userId="d4390ee11c1fc6cf" providerId="LiveId" clId="{F1224C44-BE3C-4988-B09D-E2117E17A640}" dt="2025-03-10T14:31:56.496" v="399" actId="478"/>
          <ac:graphicFrameMkLst>
            <pc:docMk/>
            <pc:sldMk cId="2074003783" sldId="1341"/>
            <ac:graphicFrameMk id="4" creationId="{41D18339-76AF-9D5A-0FC7-61082369E760}"/>
          </ac:graphicFrameMkLst>
        </pc:graphicFrameChg>
        <pc:graphicFrameChg chg="add mod">
          <ac:chgData name="崎維 李" userId="d4390ee11c1fc6cf" providerId="LiveId" clId="{F1224C44-BE3C-4988-B09D-E2117E17A640}" dt="2025-03-10T14:32:09.589" v="406" actId="208"/>
          <ac:graphicFrameMkLst>
            <pc:docMk/>
            <pc:sldMk cId="2074003783" sldId="1341"/>
            <ac:graphicFrameMk id="6" creationId="{41D18339-76AF-9D5A-0FC7-61082369E760}"/>
          </ac:graphicFrameMkLst>
        </pc:graphicFrameChg>
      </pc:sldChg>
      <pc:sldChg chg="addSp delSp modSp add mod">
        <pc:chgData name="崎維 李" userId="d4390ee11c1fc6cf" providerId="LiveId" clId="{F1224C44-BE3C-4988-B09D-E2117E17A640}" dt="2025-03-10T14:34:13.094" v="420" actId="208"/>
        <pc:sldMkLst>
          <pc:docMk/>
          <pc:sldMk cId="3567950012" sldId="1342"/>
        </pc:sldMkLst>
        <pc:graphicFrameChg chg="del">
          <ac:chgData name="崎維 李" userId="d4390ee11c1fc6cf" providerId="LiveId" clId="{F1224C44-BE3C-4988-B09D-E2117E17A640}" dt="2025-03-10T14:33:43.568" v="408" actId="478"/>
          <ac:graphicFrameMkLst>
            <pc:docMk/>
            <pc:sldMk cId="3567950012" sldId="1342"/>
            <ac:graphicFrameMk id="3" creationId="{5E8E35CD-51A3-451C-52D8-50E6FC4476ED}"/>
          </ac:graphicFrameMkLst>
        </pc:graphicFrameChg>
        <pc:graphicFrameChg chg="add del mod">
          <ac:chgData name="崎維 李" userId="d4390ee11c1fc6cf" providerId="LiveId" clId="{F1224C44-BE3C-4988-B09D-E2117E17A640}" dt="2025-03-10T14:33:56.387" v="413" actId="478"/>
          <ac:graphicFrameMkLst>
            <pc:docMk/>
            <pc:sldMk cId="3567950012" sldId="1342"/>
            <ac:graphicFrameMk id="4" creationId="{30BB99B3-16CF-4310-7349-C6E865DEA36B}"/>
          </ac:graphicFrameMkLst>
        </pc:graphicFrameChg>
        <pc:graphicFrameChg chg="add mod">
          <ac:chgData name="崎維 李" userId="d4390ee11c1fc6cf" providerId="LiveId" clId="{F1224C44-BE3C-4988-B09D-E2117E17A640}" dt="2025-03-10T14:34:13.094" v="420" actId="208"/>
          <ac:graphicFrameMkLst>
            <pc:docMk/>
            <pc:sldMk cId="3567950012" sldId="1342"/>
            <ac:graphicFrameMk id="6" creationId="{30BB99B3-16CF-4310-7349-C6E865DEA36B}"/>
          </ac:graphicFrameMkLst>
        </pc:graphicFrameChg>
      </pc:sldChg>
      <pc:sldChg chg="new del">
        <pc:chgData name="崎維 李" userId="d4390ee11c1fc6cf" providerId="LiveId" clId="{F1224C44-BE3C-4988-B09D-E2117E17A640}" dt="2025-03-10T14:36:56.642" v="426" actId="680"/>
        <pc:sldMkLst>
          <pc:docMk/>
          <pc:sldMk cId="1804909607" sldId="1343"/>
        </pc:sldMkLst>
      </pc:sldChg>
      <pc:sldChg chg="modSp add del mod">
        <pc:chgData name="崎維 李" userId="d4390ee11c1fc6cf" providerId="LiveId" clId="{F1224C44-BE3C-4988-B09D-E2117E17A640}" dt="2025-03-10T14:37:31.547" v="466"/>
        <pc:sldMkLst>
          <pc:docMk/>
          <pc:sldMk cId="2226968489" sldId="1343"/>
        </pc:sldMkLst>
        <pc:spChg chg="mod">
          <ac:chgData name="崎維 李" userId="d4390ee11c1fc6cf" providerId="LiveId" clId="{F1224C44-BE3C-4988-B09D-E2117E17A640}" dt="2025-03-10T14:37:31.182" v="465" actId="20577"/>
          <ac:spMkLst>
            <pc:docMk/>
            <pc:sldMk cId="2226968489" sldId="1343"/>
            <ac:spMk id="8" creationId="{95DC9E28-5B25-EBD0-22AD-4110C2221B2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工作表1!$B$2:$B$21</c:f>
              <c:numCache>
                <c:formatCode>General</c:formatCode>
                <c:ptCount val="20"/>
                <c:pt idx="0">
                  <c:v>360.3</c:v>
                </c:pt>
                <c:pt idx="1">
                  <c:v>360.12</c:v>
                </c:pt>
                <c:pt idx="2">
                  <c:v>371.72</c:v>
                </c:pt>
                <c:pt idx="3">
                  <c:v>351.2</c:v>
                </c:pt>
                <c:pt idx="4">
                  <c:v>369.04</c:v>
                </c:pt>
                <c:pt idx="5">
                  <c:v>366.07</c:v>
                </c:pt>
                <c:pt idx="6">
                  <c:v>372.33</c:v>
                </c:pt>
                <c:pt idx="7">
                  <c:v>371.24</c:v>
                </c:pt>
                <c:pt idx="8">
                  <c:v>369.04</c:v>
                </c:pt>
                <c:pt idx="9">
                  <c:v>351.42</c:v>
                </c:pt>
                <c:pt idx="10">
                  <c:v>352.35</c:v>
                </c:pt>
                <c:pt idx="11">
                  <c:v>351.69</c:v>
                </c:pt>
                <c:pt idx="12">
                  <c:v>349.74</c:v>
                </c:pt>
                <c:pt idx="13">
                  <c:v>348.62</c:v>
                </c:pt>
                <c:pt idx="14">
                  <c:v>342.71</c:v>
                </c:pt>
                <c:pt idx="15">
                  <c:v>342.59</c:v>
                </c:pt>
                <c:pt idx="16">
                  <c:v>347.92</c:v>
                </c:pt>
                <c:pt idx="17">
                  <c:v>352.29</c:v>
                </c:pt>
                <c:pt idx="18">
                  <c:v>323.07</c:v>
                </c:pt>
                <c:pt idx="19">
                  <c:v>325.72000000000003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59-421C-B619-CFCB555DCD1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工作表1!$F$2:$F$21</c:f>
              <c:numCache>
                <c:formatCode>General</c:formatCode>
                <c:ptCount val="20"/>
                <c:pt idx="0">
                  <c:v>360.05</c:v>
                </c:pt>
                <c:pt idx="1">
                  <c:v>360.15</c:v>
                </c:pt>
                <c:pt idx="2">
                  <c:v>371.75</c:v>
                </c:pt>
                <c:pt idx="3">
                  <c:v>351.23</c:v>
                </c:pt>
                <c:pt idx="4">
                  <c:v>369.06</c:v>
                </c:pt>
                <c:pt idx="5">
                  <c:v>366.1</c:v>
                </c:pt>
                <c:pt idx="6">
                  <c:v>372.36</c:v>
                </c:pt>
                <c:pt idx="7">
                  <c:v>371.26</c:v>
                </c:pt>
                <c:pt idx="8">
                  <c:v>369.07</c:v>
                </c:pt>
                <c:pt idx="9">
                  <c:v>351.44</c:v>
                </c:pt>
                <c:pt idx="10">
                  <c:v>352.38</c:v>
                </c:pt>
                <c:pt idx="11">
                  <c:v>351.71</c:v>
                </c:pt>
                <c:pt idx="12">
                  <c:v>349.76</c:v>
                </c:pt>
                <c:pt idx="13">
                  <c:v>348.64</c:v>
                </c:pt>
                <c:pt idx="14">
                  <c:v>342.74</c:v>
                </c:pt>
                <c:pt idx="15">
                  <c:v>342.61</c:v>
                </c:pt>
                <c:pt idx="16">
                  <c:v>347.94</c:v>
                </c:pt>
                <c:pt idx="17">
                  <c:v>352.31</c:v>
                </c:pt>
                <c:pt idx="18">
                  <c:v>323.10000000000002</c:v>
                </c:pt>
                <c:pt idx="19">
                  <c:v>325.75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59-421C-B619-CFCB555DC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工作表1!$J$2:$J$21</c:f>
              <c:numCache>
                <c:formatCode>General</c:formatCode>
                <c:ptCount val="20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59-421C-B619-CFCB555DC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工作表1!$C$2:$C$21</c:f>
              <c:numCache>
                <c:formatCode>General</c:formatCode>
                <c:ptCount val="20"/>
                <c:pt idx="0">
                  <c:v>7.9699999999999993E-2</c:v>
                </c:pt>
                <c:pt idx="1">
                  <c:v>7.9899999999999999E-2</c:v>
                </c:pt>
                <c:pt idx="2">
                  <c:v>7.8799999999999995E-2</c:v>
                </c:pt>
                <c:pt idx="3">
                  <c:v>7.6700000000000004E-2</c:v>
                </c:pt>
                <c:pt idx="4">
                  <c:v>8.0299999999999996E-2</c:v>
                </c:pt>
                <c:pt idx="5">
                  <c:v>7.9699999999999993E-2</c:v>
                </c:pt>
                <c:pt idx="6">
                  <c:v>7.8799999999999995E-2</c:v>
                </c:pt>
                <c:pt idx="7">
                  <c:v>7.8600000000000003E-2</c:v>
                </c:pt>
                <c:pt idx="8">
                  <c:v>7.9000000000000001E-2</c:v>
                </c:pt>
                <c:pt idx="9">
                  <c:v>7.6200000000000004E-2</c:v>
                </c:pt>
                <c:pt idx="10">
                  <c:v>7.6200000000000004E-2</c:v>
                </c:pt>
                <c:pt idx="11">
                  <c:v>7.6100000000000001E-2</c:v>
                </c:pt>
                <c:pt idx="12">
                  <c:v>7.5999999999999998E-2</c:v>
                </c:pt>
                <c:pt idx="13">
                  <c:v>7.6300000000000007E-2</c:v>
                </c:pt>
                <c:pt idx="14">
                  <c:v>7.5300000000000006E-2</c:v>
                </c:pt>
                <c:pt idx="15">
                  <c:v>7.5200000000000003E-2</c:v>
                </c:pt>
                <c:pt idx="16">
                  <c:v>7.4099999999999999E-2</c:v>
                </c:pt>
                <c:pt idx="17">
                  <c:v>7.3700000000000002E-2</c:v>
                </c:pt>
                <c:pt idx="18">
                  <c:v>6.9599999999999995E-2</c:v>
                </c:pt>
                <c:pt idx="19">
                  <c:v>6.9400000000000003E-2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11-4687-8CFC-8651582525A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工作表1!$G$2:$G$21</c:f>
              <c:numCache>
                <c:formatCode>General</c:formatCode>
                <c:ptCount val="20"/>
                <c:pt idx="0">
                  <c:v>8.1699999999999995E-2</c:v>
                </c:pt>
                <c:pt idx="1">
                  <c:v>8.2100000000000006E-2</c:v>
                </c:pt>
                <c:pt idx="2">
                  <c:v>7.4700000000000003E-2</c:v>
                </c:pt>
                <c:pt idx="3">
                  <c:v>7.0199999999999999E-2</c:v>
                </c:pt>
                <c:pt idx="4">
                  <c:v>8.1000000000000003E-2</c:v>
                </c:pt>
                <c:pt idx="5">
                  <c:v>8.2199999999999995E-2</c:v>
                </c:pt>
                <c:pt idx="6">
                  <c:v>7.8100000000000003E-2</c:v>
                </c:pt>
                <c:pt idx="7">
                  <c:v>7.9200000000000007E-2</c:v>
                </c:pt>
                <c:pt idx="8">
                  <c:v>8.1900000000000001E-2</c:v>
                </c:pt>
                <c:pt idx="9">
                  <c:v>8.5199999999999998E-2</c:v>
                </c:pt>
                <c:pt idx="10">
                  <c:v>8.5599999999999996E-2</c:v>
                </c:pt>
                <c:pt idx="11">
                  <c:v>8.5500000000000007E-2</c:v>
                </c:pt>
                <c:pt idx="12">
                  <c:v>8.5500000000000007E-2</c:v>
                </c:pt>
                <c:pt idx="13">
                  <c:v>8.7099999999999997E-2</c:v>
                </c:pt>
                <c:pt idx="14">
                  <c:v>8.8099999999999998E-2</c:v>
                </c:pt>
                <c:pt idx="15">
                  <c:v>8.8700000000000001E-2</c:v>
                </c:pt>
                <c:pt idx="16">
                  <c:v>8.9300000000000004E-2</c:v>
                </c:pt>
                <c:pt idx="17">
                  <c:v>8.9599999999999999E-2</c:v>
                </c:pt>
                <c:pt idx="18">
                  <c:v>8.3799999999999999E-2</c:v>
                </c:pt>
                <c:pt idx="19">
                  <c:v>8.4099999999999994E-2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11-4687-8CFC-865158252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工作表1!$J$2:$J$21</c:f>
              <c:numCache>
                <c:formatCode>General</c:formatCode>
                <c:ptCount val="20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11-4687-8CFC-865158252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工作表1!$D$2:$D$21</c:f>
              <c:numCache>
                <c:formatCode>General</c:formatCode>
                <c:ptCount val="20"/>
                <c:pt idx="0">
                  <c:v>42.31</c:v>
                </c:pt>
                <c:pt idx="1">
                  <c:v>42.7</c:v>
                </c:pt>
                <c:pt idx="2">
                  <c:v>32.35</c:v>
                </c:pt>
                <c:pt idx="3">
                  <c:v>27.37</c:v>
                </c:pt>
                <c:pt idx="4">
                  <c:v>40.78</c:v>
                </c:pt>
                <c:pt idx="5">
                  <c:v>42.29</c:v>
                </c:pt>
                <c:pt idx="6">
                  <c:v>34.49</c:v>
                </c:pt>
                <c:pt idx="7">
                  <c:v>35.590000000000003</c:v>
                </c:pt>
                <c:pt idx="8">
                  <c:v>38.94</c:v>
                </c:pt>
                <c:pt idx="9">
                  <c:v>41.38</c:v>
                </c:pt>
                <c:pt idx="10">
                  <c:v>41.13</c:v>
                </c:pt>
                <c:pt idx="11">
                  <c:v>41.27</c:v>
                </c:pt>
                <c:pt idx="12">
                  <c:v>42.09</c:v>
                </c:pt>
                <c:pt idx="13">
                  <c:v>43.441000000000003</c:v>
                </c:pt>
                <c:pt idx="14">
                  <c:v>42.441000000000003</c:v>
                </c:pt>
                <c:pt idx="15">
                  <c:v>42.48</c:v>
                </c:pt>
                <c:pt idx="16">
                  <c:v>39.950000000000003</c:v>
                </c:pt>
                <c:pt idx="17">
                  <c:v>38.79</c:v>
                </c:pt>
                <c:pt idx="18">
                  <c:v>22.34</c:v>
                </c:pt>
                <c:pt idx="19">
                  <c:v>22.32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DF-4860-9FD1-624B2AA55D9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工作表1!$H$2:$H$21</c:f>
              <c:numCache>
                <c:formatCode>General</c:formatCode>
                <c:ptCount val="20"/>
                <c:pt idx="0">
                  <c:v>52.36</c:v>
                </c:pt>
                <c:pt idx="1">
                  <c:v>53.23</c:v>
                </c:pt>
                <c:pt idx="2">
                  <c:v>45</c:v>
                </c:pt>
                <c:pt idx="3">
                  <c:v>39.61</c:v>
                </c:pt>
                <c:pt idx="4">
                  <c:v>52.69</c:v>
                </c:pt>
                <c:pt idx="5">
                  <c:v>54.15</c:v>
                </c:pt>
                <c:pt idx="6">
                  <c:v>49.57</c:v>
                </c:pt>
                <c:pt idx="7">
                  <c:v>50.74</c:v>
                </c:pt>
                <c:pt idx="8">
                  <c:v>53.74</c:v>
                </c:pt>
                <c:pt idx="9">
                  <c:v>55.17</c:v>
                </c:pt>
                <c:pt idx="10">
                  <c:v>55.25</c:v>
                </c:pt>
                <c:pt idx="11">
                  <c:v>55.31</c:v>
                </c:pt>
                <c:pt idx="12">
                  <c:v>55.8</c:v>
                </c:pt>
                <c:pt idx="13">
                  <c:v>57.05</c:v>
                </c:pt>
                <c:pt idx="14">
                  <c:v>58.28</c:v>
                </c:pt>
                <c:pt idx="15">
                  <c:v>59.02</c:v>
                </c:pt>
                <c:pt idx="16">
                  <c:v>58.72</c:v>
                </c:pt>
                <c:pt idx="17">
                  <c:v>58.55</c:v>
                </c:pt>
                <c:pt idx="18">
                  <c:v>49.61</c:v>
                </c:pt>
                <c:pt idx="19">
                  <c:v>49.46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DF-4860-9FD1-624B2AA55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工作表1!$J$2:$J$21</c:f>
              <c:numCache>
                <c:formatCode>General</c:formatCode>
                <c:ptCount val="20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FDF-4860-9FD1-624B2AA55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  <c:max val="60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工作表1!$E$2:$E$21</c:f>
              <c:numCache>
                <c:formatCode>General</c:formatCode>
                <c:ptCount val="20"/>
                <c:pt idx="0">
                  <c:v>21.2</c:v>
                </c:pt>
                <c:pt idx="1">
                  <c:v>21.1</c:v>
                </c:pt>
                <c:pt idx="2">
                  <c:v>24.7</c:v>
                </c:pt>
                <c:pt idx="3">
                  <c:v>23.9</c:v>
                </c:pt>
                <c:pt idx="4">
                  <c:v>22.5</c:v>
                </c:pt>
                <c:pt idx="5">
                  <c:v>21.6</c:v>
                </c:pt>
                <c:pt idx="6">
                  <c:v>24.2</c:v>
                </c:pt>
                <c:pt idx="7">
                  <c:v>23.7</c:v>
                </c:pt>
                <c:pt idx="8">
                  <c:v>22.7</c:v>
                </c:pt>
                <c:pt idx="9">
                  <c:v>20.100000000000001</c:v>
                </c:pt>
                <c:pt idx="10">
                  <c:v>20.2</c:v>
                </c:pt>
                <c:pt idx="11">
                  <c:v>20.100000000000001</c:v>
                </c:pt>
                <c:pt idx="12">
                  <c:v>19.7</c:v>
                </c:pt>
                <c:pt idx="13">
                  <c:v>19.3</c:v>
                </c:pt>
                <c:pt idx="14">
                  <c:v>19.100000000000001</c:v>
                </c:pt>
                <c:pt idx="15">
                  <c:v>19</c:v>
                </c:pt>
                <c:pt idx="16">
                  <c:v>19.8</c:v>
                </c:pt>
                <c:pt idx="17">
                  <c:v>20.2</c:v>
                </c:pt>
                <c:pt idx="18">
                  <c:v>20.8</c:v>
                </c:pt>
                <c:pt idx="19">
                  <c:v>20.9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B6-450A-BA7A-43D41A48929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工作表1!$I$2:$I$21</c:f>
              <c:numCache>
                <c:formatCode>General</c:formatCode>
                <c:ptCount val="20"/>
                <c:pt idx="0">
                  <c:v>18</c:v>
                </c:pt>
                <c:pt idx="1">
                  <c:v>17.7</c:v>
                </c:pt>
                <c:pt idx="2">
                  <c:v>19.600000000000001</c:v>
                </c:pt>
                <c:pt idx="3">
                  <c:v>19</c:v>
                </c:pt>
                <c:pt idx="4">
                  <c:v>18.100000000000001</c:v>
                </c:pt>
                <c:pt idx="5">
                  <c:v>17.600000000000001</c:v>
                </c:pt>
                <c:pt idx="6">
                  <c:v>18.899999999999999</c:v>
                </c:pt>
                <c:pt idx="7">
                  <c:v>18.600000000000001</c:v>
                </c:pt>
                <c:pt idx="8">
                  <c:v>17.899999999999999</c:v>
                </c:pt>
                <c:pt idx="9">
                  <c:v>17.100000000000001</c:v>
                </c:pt>
                <c:pt idx="10">
                  <c:v>17.2</c:v>
                </c:pt>
                <c:pt idx="11">
                  <c:v>17.100000000000001</c:v>
                </c:pt>
                <c:pt idx="12">
                  <c:v>16.8</c:v>
                </c:pt>
                <c:pt idx="13">
                  <c:v>16.5</c:v>
                </c:pt>
                <c:pt idx="14">
                  <c:v>15.9</c:v>
                </c:pt>
                <c:pt idx="15">
                  <c:v>15.6</c:v>
                </c:pt>
                <c:pt idx="16">
                  <c:v>16.100000000000001</c:v>
                </c:pt>
                <c:pt idx="17">
                  <c:v>16.5</c:v>
                </c:pt>
                <c:pt idx="18">
                  <c:v>17.5</c:v>
                </c:pt>
                <c:pt idx="19">
                  <c:v>17.8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B6-450A-BA7A-43D41A489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工作表1!$A$2:$A$21</c:f>
              <c:numCache>
                <c:formatCode>h:mm</c:formatCode>
                <c:ptCount val="20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</c:numCache>
            </c:numRef>
          </c:cat>
          <c:val>
            <c:numRef>
              <c:f>工作表1!$J$2:$J$21</c:f>
              <c:numCache>
                <c:formatCode>General</c:formatCode>
                <c:ptCount val="20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B6-450A-BA7A-43D41A489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03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/11/2025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震盪子並聯測試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7FBB-9F9D-B5D1-1DDA-93C959E2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A98A51D-018D-789A-83A7-4364FFBE261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52B5B6A-8A89-D38D-7055-69FD46FFC43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2F2D629-16A2-018D-6035-7EBEB7308538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FE9ED2E6-4EB7-9482-132A-BBC3BFE97247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電流波形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 descr="一張含有 螢幕擷取畫面, 文字, 多媒體軟體, 繪圖軟體 的圖片&#10;&#10;AI 產生的內容可能不正確。">
            <a:extLst>
              <a:ext uri="{FF2B5EF4-FFF2-40B4-BE49-F238E27FC236}">
                <a16:creationId xmlns:a16="http://schemas.microsoft.com/office/drawing/2014/main" id="{55628C30-2DD4-88CC-F459-B9CB0926C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49236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03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F57F-7F86-6B7D-16EB-370E8F4D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98D5D00-D774-17B5-8549-6E7605486717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8D507B61-683C-9FB6-D617-C408FFDCC0C3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82A93F4E-A09D-A219-B6B1-66BD3379F37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300F01B4-4E27-6257-9534-20E7A156C521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899921"/>
              </p:ext>
            </p:extLst>
          </p:nvPr>
        </p:nvGraphicFramePr>
        <p:xfrm>
          <a:off x="1197681" y="1306990"/>
          <a:ext cx="6748637" cy="4648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824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6112-301D-21E5-2C86-FC5645BA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6745070-F85B-8A13-1E9A-E16D1E915D2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5A39C46D-E3D0-B6CA-A77A-924BADFFF6E1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7747B9E-2F24-64D4-5BE3-09977F2409F9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D39DE81A-893B-8C9F-1F84-FE62A815CDB2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5081494"/>
              </p:ext>
            </p:extLst>
          </p:nvPr>
        </p:nvGraphicFramePr>
        <p:xfrm>
          <a:off x="1223436" y="989044"/>
          <a:ext cx="6697127" cy="4879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7400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9586-961C-CA83-F640-5FE1BEB5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9281C506-67D5-B440-F9E6-1079B83F152A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F71E7677-C823-1E85-9379-E902AA13E7E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19A7363-82EE-A421-5764-B13CA837C909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86468E61-F839-4D89-BC34-16E047026C01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9822550"/>
              </p:ext>
            </p:extLst>
          </p:nvPr>
        </p:nvGraphicFramePr>
        <p:xfrm>
          <a:off x="1172987" y="1347049"/>
          <a:ext cx="6998653" cy="4239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1212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3CA4-25E9-2EF3-9C71-49404779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547AB0E-C779-DDFF-C896-41A329628D9C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37A55B3-9081-5E71-B2FC-588878844C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F1A3A33-C74A-1D75-D1A0-1D0FC5A276D1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066D103E-FE1E-C384-ADBF-B78C99C04FB3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342148"/>
              </p:ext>
            </p:extLst>
          </p:nvPr>
        </p:nvGraphicFramePr>
        <p:xfrm>
          <a:off x="858900" y="1192280"/>
          <a:ext cx="7426200" cy="4853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6795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ABA-312D-0144-9AAB-40D058CE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CA7E910-8887-8A3D-68E1-0F73531A9D8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CFD0409-B71F-38AA-8358-C3DCFE60ED2D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0846ABF-0422-17A8-3260-B07D76A6E38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螢幕擷取畫面, 數字, 計分板 的圖片&#10;&#10;AI 產生的內容可能不正確。">
            <a:extLst>
              <a:ext uri="{FF2B5EF4-FFF2-40B4-BE49-F238E27FC236}">
                <a16:creationId xmlns:a16="http://schemas.microsoft.com/office/drawing/2014/main" id="{B34C67CE-A725-FC6D-2837-2EC16114D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68338"/>
            <a:ext cx="7620000" cy="4572000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CE53691D-ABC5-FDC9-F5B5-C9BBE124FA16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調整頻率讓相位同向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000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新加載頭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907345-7332-4181-7A52-DED20CAE5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8396"/>
            <a:ext cx="9144000" cy="1359333"/>
          </a:xfrm>
          <a:prstGeom prst="rect">
            <a:avLst/>
          </a:prstGeom>
        </p:spPr>
      </p:pic>
      <p:pic>
        <p:nvPicPr>
          <p:cNvPr id="8" name="圖片 7" descr="一張含有 藝術 的圖片&#10;&#10;AI 產生的內容可能不正確。">
            <a:extLst>
              <a:ext uri="{FF2B5EF4-FFF2-40B4-BE49-F238E27FC236}">
                <a16:creationId xmlns:a16="http://schemas.microsoft.com/office/drawing/2014/main" id="{DCCF1021-B44B-1783-9EBD-C279AE358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83921"/>
            <a:ext cx="3091543" cy="4164476"/>
          </a:xfrm>
          <a:prstGeom prst="rect">
            <a:avLst/>
          </a:prstGeom>
        </p:spPr>
      </p:pic>
      <p:pic>
        <p:nvPicPr>
          <p:cNvPr id="10" name="圖片 9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B8B24252-0DF6-4633-A093-B89F2F6F8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8" r="5043"/>
          <a:stretch/>
        </p:blipFill>
        <p:spPr>
          <a:xfrm>
            <a:off x="3091542" y="783574"/>
            <a:ext cx="6052458" cy="42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1D8C-6F9A-192B-83B4-22BC8266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9BD42BE-334B-A7A3-B5ED-A1259466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_10HRS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944CC9AF-8A38-A0FD-297C-1697F35B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549" y="1103741"/>
            <a:ext cx="7601451" cy="43551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99709BE-9373-991E-2A60-86F16271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4000"/>
            <a:ext cx="9269437" cy="777437"/>
          </a:xfrm>
          <a:prstGeom prst="rect">
            <a:avLst/>
          </a:prstGeom>
        </p:spPr>
      </p:pic>
      <p:pic>
        <p:nvPicPr>
          <p:cNvPr id="10" name="圖片 9" descr="一張含有 金屬, 家用五金, 白金, 銀 的圖片&#10;&#10;AI 產生的內容可能不正確。">
            <a:extLst>
              <a:ext uri="{FF2B5EF4-FFF2-40B4-BE49-F238E27FC236}">
                <a16:creationId xmlns:a16="http://schemas.microsoft.com/office/drawing/2014/main" id="{A460FDA3-02D3-B087-43EA-39463BAD0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3931"/>
            <a:ext cx="3274423" cy="436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3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15A1-0830-EE0F-1BCC-9FBDC1F6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3EABAB1-8DEA-265B-D171-391C8C35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_50HRS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金屬, 白金, 家用五金, 銀 的圖片&#10;&#10;AI 產生的內容可能不正確。">
            <a:extLst>
              <a:ext uri="{FF2B5EF4-FFF2-40B4-BE49-F238E27FC236}">
                <a16:creationId xmlns:a16="http://schemas.microsoft.com/office/drawing/2014/main" id="{18BD4EE8-8415-B4AA-973D-C5A53E2B3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07060"/>
            <a:ext cx="3256652" cy="4341223"/>
          </a:xfrm>
          <a:prstGeom prst="rect">
            <a:avLst/>
          </a:prstGeom>
        </p:spPr>
      </p:pic>
      <p:pic>
        <p:nvPicPr>
          <p:cNvPr id="8" name="圖片 7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E495F0F5-F6FA-8E84-6C9B-F5C62302D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1" b="104"/>
          <a:stretch/>
        </p:blipFill>
        <p:spPr>
          <a:xfrm>
            <a:off x="3264429" y="995584"/>
            <a:ext cx="5887349" cy="434122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E4CBAC8-EDBD-C34F-4DB8-D53848458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60026"/>
            <a:ext cx="9151778" cy="80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7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並聯電路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190717</TotalTime>
  <Words>104</Words>
  <Application>Microsoft Office PowerPoint</Application>
  <PresentationFormat>如螢幕大小 (4:3)</PresentationFormat>
  <Paragraphs>52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震盪子最佳諧振點_新加載頭</vt:lpstr>
      <vt:lpstr>震盪子最佳諧振點_10HRS</vt:lpstr>
      <vt:lpstr>震盪子最佳諧振點_50HRS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2264</cp:revision>
  <dcterms:created xsi:type="dcterms:W3CDTF">2001-07-18T23:57:34Z</dcterms:created>
  <dcterms:modified xsi:type="dcterms:W3CDTF">2025-03-10T14:37:34Z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