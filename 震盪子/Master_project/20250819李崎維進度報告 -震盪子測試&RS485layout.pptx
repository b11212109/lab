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492" r:id="rId4"/>
    <p:sldId id="1559" r:id="rId5"/>
    <p:sldId id="1562" r:id="rId6"/>
    <p:sldId id="1560" r:id="rId7"/>
    <p:sldId id="1566" r:id="rId8"/>
    <p:sldId id="1564" r:id="rId9"/>
    <p:sldId id="1563" r:id="rId10"/>
    <p:sldId id="1565" r:id="rId11"/>
    <p:sldId id="1543" r:id="rId12"/>
    <p:sldId id="1544" r:id="rId13"/>
    <p:sldId id="493" r:id="rId14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559"/>
            <p14:sldId id="1562"/>
            <p14:sldId id="1560"/>
            <p14:sldId id="1566"/>
            <p14:sldId id="1564"/>
            <p14:sldId id="1563"/>
            <p14:sldId id="1565"/>
            <p14:sldId id="1543"/>
            <p14:sldId id="1544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63" d="100"/>
          <a:sy n="163" d="100"/>
        </p:scale>
        <p:origin x="17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5" Type="http://schemas.openxmlformats.org/officeDocument/2006/relationships/image" Target="../media/image6.jpg"/><Relationship Id="rId10" Type="http://schemas.openxmlformats.org/officeDocument/2006/relationships/image" Target="../media/image11.jpg"/><Relationship Id="rId4" Type="http://schemas.openxmlformats.org/officeDocument/2006/relationships/image" Target="../media/image5.jpg"/><Relationship Id="rId9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3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9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video" Target="../media/media3.mp4"/><Relationship Id="rId2" Type="http://schemas.microsoft.com/office/2007/relationships/media" Target="../media/media3.mp4"/><Relationship Id="rId1" Type="http://schemas.openxmlformats.org/officeDocument/2006/relationships/tags" Target="../tags/tag10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8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14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震盪子載波控制測試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RS485 Layout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震盪子固定不同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Duty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8AC7DBC-0AFC-4A78-9606-8398A84D6D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07" b="5731"/>
          <a:stretch/>
        </p:blipFill>
        <p:spPr>
          <a:xfrm>
            <a:off x="-6940" y="2915476"/>
            <a:ext cx="3131975" cy="15968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FCA16D8-8A04-4ABF-9D24-4C1619E6E62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89" b="36567"/>
          <a:stretch/>
        </p:blipFill>
        <p:spPr>
          <a:xfrm>
            <a:off x="-576" y="4512276"/>
            <a:ext cx="3097767" cy="87710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507D37C-0D08-47E0-9A74-6E5068E7E7C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80" b="15585"/>
          <a:stretch/>
        </p:blipFill>
        <p:spPr>
          <a:xfrm>
            <a:off x="3142517" y="2937529"/>
            <a:ext cx="3078432" cy="155269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F942595-467A-440D-9537-F5F98CE934C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" t="25993" r="21000" b="44908"/>
          <a:stretch/>
        </p:blipFill>
        <p:spPr>
          <a:xfrm>
            <a:off x="3125035" y="4501802"/>
            <a:ext cx="3097767" cy="87923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D4F587B9-C6C9-43A4-B197-68B099A7B45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3" t="13318" r="9307" b="21710"/>
          <a:stretch/>
        </p:blipFill>
        <p:spPr>
          <a:xfrm>
            <a:off x="6281187" y="2885408"/>
            <a:ext cx="2864055" cy="165693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666528AB-EDAC-47DB-996D-A256E9C265F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6" t="23349" r="18455" b="49322"/>
          <a:stretch/>
        </p:blipFill>
        <p:spPr>
          <a:xfrm>
            <a:off x="6264752" y="4594282"/>
            <a:ext cx="2896927" cy="786752"/>
          </a:xfrm>
          <a:prstGeom prst="rect">
            <a:avLst/>
          </a:prstGeom>
        </p:spPr>
      </p:pic>
      <p:sp>
        <p:nvSpPr>
          <p:cNvPr id="17" name="CustomShape 2">
            <a:extLst>
              <a:ext uri="{FF2B5EF4-FFF2-40B4-BE49-F238E27FC236}">
                <a16:creationId xmlns:a16="http://schemas.microsoft.com/office/drawing/2014/main" id="{3C5564A5-60BD-46EC-8370-415C65976CA2}"/>
              </a:ext>
            </a:extLst>
          </p:cNvPr>
          <p:cNvSpPr/>
          <p:nvPr/>
        </p:nvSpPr>
        <p:spPr>
          <a:xfrm>
            <a:off x="332400" y="7440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不同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CustomShape 2">
            <a:extLst>
              <a:ext uri="{FF2B5EF4-FFF2-40B4-BE49-F238E27FC236}">
                <a16:creationId xmlns:a16="http://schemas.microsoft.com/office/drawing/2014/main" id="{EB15BCBE-D284-4726-A652-8F94F6C3EFD4}"/>
              </a:ext>
            </a:extLst>
          </p:cNvPr>
          <p:cNvSpPr/>
          <p:nvPr/>
        </p:nvSpPr>
        <p:spPr>
          <a:xfrm>
            <a:off x="398519" y="5071581"/>
            <a:ext cx="2193583" cy="4411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Duty30%</a:t>
            </a: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CustomShape 2">
            <a:extLst>
              <a:ext uri="{FF2B5EF4-FFF2-40B4-BE49-F238E27FC236}">
                <a16:creationId xmlns:a16="http://schemas.microsoft.com/office/drawing/2014/main" id="{F40EFE16-2D1F-4F08-A708-3912F80901BD}"/>
              </a:ext>
            </a:extLst>
          </p:cNvPr>
          <p:cNvSpPr/>
          <p:nvPr/>
        </p:nvSpPr>
        <p:spPr>
          <a:xfrm>
            <a:off x="3853228" y="5042552"/>
            <a:ext cx="2193583" cy="4411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Duty35%</a:t>
            </a: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CustomShape 2">
            <a:extLst>
              <a:ext uri="{FF2B5EF4-FFF2-40B4-BE49-F238E27FC236}">
                <a16:creationId xmlns:a16="http://schemas.microsoft.com/office/drawing/2014/main" id="{0D136AE8-70EA-4A1D-9F05-5F9C5F06CCF9}"/>
              </a:ext>
            </a:extLst>
          </p:cNvPr>
          <p:cNvSpPr/>
          <p:nvPr/>
        </p:nvSpPr>
        <p:spPr>
          <a:xfrm>
            <a:off x="7081574" y="5042552"/>
            <a:ext cx="2193583" cy="4411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Duty40%</a:t>
            </a: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9BB00369-CB06-4521-9790-4408619B412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0" t="19724" r="14329" b="22774"/>
          <a:stretch/>
        </p:blipFill>
        <p:spPr>
          <a:xfrm>
            <a:off x="6746344" y="913320"/>
            <a:ext cx="2415335" cy="1339699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E1E38E85-8CC0-41C6-920E-B6C52E39012A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0" t="21945" r="27174" b="56638"/>
          <a:stretch/>
        </p:blipFill>
        <p:spPr>
          <a:xfrm>
            <a:off x="6746344" y="2271670"/>
            <a:ext cx="2404596" cy="5034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913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震盪子載波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Duty30%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到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50%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震盪子載波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Duty30%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到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50%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77261663.593509">
            <a:hlinkClick r:id="" action="ppaction://media"/>
            <a:extLst>
              <a:ext uri="{FF2B5EF4-FFF2-40B4-BE49-F238E27FC236}">
                <a16:creationId xmlns:a16="http://schemas.microsoft.com/office/drawing/2014/main" id="{EA5A6323-3039-40D7-BBDE-917713E3FE67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4933" y="1452437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417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0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震盪子載波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Duty30%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到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50%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6860D07-D9FA-4467-9D35-06FF96ED599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" t="14246" r="1143" b="8171"/>
          <a:stretch/>
        </p:blipFill>
        <p:spPr>
          <a:xfrm>
            <a:off x="3714488" y="2055445"/>
            <a:ext cx="5398059" cy="317766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42BB82F-3607-4747-A3AD-FF03AEDD1D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5" t="38291" r="19512" b="37208"/>
          <a:stretch/>
        </p:blipFill>
        <p:spPr>
          <a:xfrm>
            <a:off x="1468" y="4171633"/>
            <a:ext cx="3537424" cy="106147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C647709-65A4-41DC-A5B0-2DA8906A8A6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6" t="20782" r="14521" b="21368"/>
          <a:stretch/>
        </p:blipFill>
        <p:spPr>
          <a:xfrm>
            <a:off x="2936" y="2055445"/>
            <a:ext cx="3534488" cy="20552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75522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RS485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RS485 Layout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2BF70EA-5E15-4BDA-8A7D-B8CC7D92F2B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0" t="12016" r="29942" b="10596"/>
          <a:stretch/>
        </p:blipFill>
        <p:spPr>
          <a:xfrm rot="16200000">
            <a:off x="1113070" y="1563642"/>
            <a:ext cx="2450122" cy="439739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9FF5F58-DCFF-4508-9182-A8566BD0F47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2" t="13606" r="22845" b="14160"/>
          <a:stretch/>
        </p:blipFill>
        <p:spPr>
          <a:xfrm rot="16200000">
            <a:off x="5436388" y="1708064"/>
            <a:ext cx="2450122" cy="41085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45014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RS485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4D19181-FB7B-4389-AF6A-0796CD730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799" y="1504991"/>
            <a:ext cx="6326554" cy="4281867"/>
          </a:xfrm>
          <a:prstGeom prst="rect">
            <a:avLst/>
          </a:prstGeom>
        </p:spPr>
      </p:pic>
      <p:sp>
        <p:nvSpPr>
          <p:cNvPr id="8" name="CustomShape 2">
            <a:extLst>
              <a:ext uri="{FF2B5EF4-FFF2-40B4-BE49-F238E27FC236}">
                <a16:creationId xmlns:a16="http://schemas.microsoft.com/office/drawing/2014/main" id="{680874DF-5B3D-45F1-A871-5250FEF9E3A5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RS485 Layout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1805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RS485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RS485 Layout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464653A-E2E1-406B-A042-6F8B65F50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015" y="1779988"/>
            <a:ext cx="5998308" cy="282000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8060DE0-5996-41B4-B16A-F562D12622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0" t="41823" r="23871" b="36182"/>
          <a:stretch/>
        </p:blipFill>
        <p:spPr>
          <a:xfrm>
            <a:off x="4593493" y="4594970"/>
            <a:ext cx="3012830" cy="150836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DCC93D0-D440-498D-9EA8-1C94A94E310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4" t="44673" r="19542" b="31282"/>
          <a:stretch/>
        </p:blipFill>
        <p:spPr>
          <a:xfrm>
            <a:off x="1594339" y="4599989"/>
            <a:ext cx="3012830" cy="15397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3732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RS485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RS485 Layout 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學長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F3357AF-C438-4C0B-A430-6D6A33288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00" y="1413230"/>
            <a:ext cx="8600831" cy="49314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33414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單顆震盪子震盪子窄波控制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(1Hz)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2" name="IMG_0816">
            <a:hlinkClick r:id="" action="ppaction://media"/>
            <a:extLst>
              <a:ext uri="{FF2B5EF4-FFF2-40B4-BE49-F238E27FC236}">
                <a16:creationId xmlns:a16="http://schemas.microsoft.com/office/drawing/2014/main" id="{F6AC5ED6-7992-4504-81AE-FFDDE66B5BCA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8123" y="1276522"/>
            <a:ext cx="8507406" cy="47854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707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21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單顆震盪子震盪子窄波控制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(25Hz)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4" name="776843864.859331">
            <a:hlinkClick r:id="" action="ppaction://media"/>
            <a:extLst>
              <a:ext uri="{FF2B5EF4-FFF2-40B4-BE49-F238E27FC236}">
                <a16:creationId xmlns:a16="http://schemas.microsoft.com/office/drawing/2014/main" id="{9B0A226F-4028-439F-BC74-2BB0A0855BBA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8366" y="1165130"/>
            <a:ext cx="8667268" cy="48753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5025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0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修改功率計算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207440</TotalTime>
  <Words>146</Words>
  <Application>Microsoft Office PowerPoint</Application>
  <PresentationFormat>如螢幕大小 (4:3)</PresentationFormat>
  <Paragraphs>84</Paragraphs>
  <Slides>12</Slides>
  <Notes>1</Notes>
  <HiddenSlides>0</HiddenSlides>
  <MMClips>3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12</vt:i4>
      </vt:variant>
    </vt:vector>
  </HeadingPairs>
  <TitlesOfParts>
    <vt:vector size="22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2387</cp:revision>
  <dcterms:created xsi:type="dcterms:W3CDTF">2001-07-18T23:57:34Z</dcterms:created>
  <dcterms:modified xsi:type="dcterms:W3CDTF">2025-08-19T04:47:55Z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