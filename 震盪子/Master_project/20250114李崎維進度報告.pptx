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0"/>
  </p:notesMasterIdLst>
  <p:sldIdLst>
    <p:sldId id="256" r:id="rId3"/>
    <p:sldId id="492" r:id="rId4"/>
    <p:sldId id="516" r:id="rId5"/>
    <p:sldId id="517" r:id="rId6"/>
    <p:sldId id="515" r:id="rId7"/>
    <p:sldId id="514" r:id="rId8"/>
    <p:sldId id="493" r:id="rId9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516"/>
            <p14:sldId id="517"/>
            <p14:sldId id="515"/>
            <p14:sldId id="514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95"/>
    <a:srgbClr val="656813"/>
    <a:srgbClr val="8B078C"/>
    <a:srgbClr val="E75E07"/>
    <a:srgbClr val="04B605"/>
    <a:srgbClr val="D8E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3DEA1-FEBF-4937-999F-26CEC8573F74}" v="105" dt="2025-01-13T12:19:41.2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242" autoAdjust="0"/>
  </p:normalViewPr>
  <p:slideViewPr>
    <p:cSldViewPr snapToGrid="0">
      <p:cViewPr varScale="1">
        <p:scale>
          <a:sx n="67" d="100"/>
          <a:sy n="67" d="100"/>
        </p:scale>
        <p:origin x="77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1DDCF080-BEEA-467D-AD08-C76EDECEC4BE}"/>
    <pc:docChg chg="undo custSel addSld delSld modSld sldOrd modSection">
      <pc:chgData name="崎維 李" userId="d4390ee11c1fc6cf" providerId="LiveId" clId="{1DDCF080-BEEA-467D-AD08-C76EDECEC4BE}" dt="2025-01-02T02:43:32.999" v="443" actId="2711"/>
      <pc:docMkLst>
        <pc:docMk/>
      </pc:docMkLst>
      <pc:sldChg chg="modSp mod">
        <pc:chgData name="崎維 李" userId="d4390ee11c1fc6cf" providerId="LiveId" clId="{1DDCF080-BEEA-467D-AD08-C76EDECEC4BE}" dt="2024-12-31T01:26:42.841" v="3" actId="20577"/>
        <pc:sldMkLst>
          <pc:docMk/>
          <pc:sldMk cId="0" sldId="256"/>
        </pc:sldMkLst>
        <pc:spChg chg="mod">
          <ac:chgData name="崎維 李" userId="d4390ee11c1fc6cf" providerId="LiveId" clId="{1DDCF080-BEEA-467D-AD08-C76EDECEC4BE}" dt="2024-12-31T01:26:42.841" v="3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1DDCF080-BEEA-467D-AD08-C76EDECEC4BE}" dt="2025-01-02T02:42:33.413" v="438" actId="2711"/>
        <pc:sldMkLst>
          <pc:docMk/>
          <pc:sldMk cId="2264019104" sldId="479"/>
        </pc:sldMkLst>
      </pc:sldChg>
      <pc:sldChg chg="modSp mod">
        <pc:chgData name="崎維 李" userId="d4390ee11c1fc6cf" providerId="LiveId" clId="{1DDCF080-BEEA-467D-AD08-C76EDECEC4BE}" dt="2025-01-02T02:43:26.956" v="442" actId="2711"/>
        <pc:sldMkLst>
          <pc:docMk/>
          <pc:sldMk cId="1759611898" sldId="492"/>
        </pc:sldMkLst>
        <pc:spChg chg="mod">
          <ac:chgData name="崎維 李" userId="d4390ee11c1fc6cf" providerId="LiveId" clId="{1DDCF080-BEEA-467D-AD08-C76EDECEC4BE}" dt="2025-01-02T02:43:26.956" v="442" actId="2711"/>
          <ac:spMkLst>
            <pc:docMk/>
            <pc:sldMk cId="1759611898" sldId="492"/>
            <ac:spMk id="2" creationId="{FFDA5E2A-651A-2221-C4E1-4B3C8ABE1EF6}"/>
          </ac:spMkLst>
        </pc:spChg>
      </pc:sldChg>
      <pc:sldChg chg="addSp modSp mod">
        <pc:chgData name="崎維 李" userId="d4390ee11c1fc6cf" providerId="LiveId" clId="{1DDCF080-BEEA-467D-AD08-C76EDECEC4BE}" dt="2024-12-31T04:29:33.614" v="428" actId="20577"/>
        <pc:sldMkLst>
          <pc:docMk/>
          <pc:sldMk cId="1870929783" sldId="493"/>
        </pc:sldMkLst>
        <pc:spChg chg="mod">
          <ac:chgData name="崎維 李" userId="d4390ee11c1fc6cf" providerId="LiveId" clId="{1DDCF080-BEEA-467D-AD08-C76EDECEC4BE}" dt="2024-12-31T02:32:03.005" v="250" actId="20577"/>
          <ac:spMkLst>
            <pc:docMk/>
            <pc:sldMk cId="1870929783" sldId="493"/>
            <ac:spMk id="3" creationId="{E1AA806A-5F35-3E68-504B-CBB909CDBD48}"/>
          </ac:spMkLst>
        </pc:spChg>
      </pc:sldChg>
      <pc:sldChg chg="modSp mod ord">
        <pc:chgData name="崎維 李" userId="d4390ee11c1fc6cf" providerId="LiveId" clId="{1DDCF080-BEEA-467D-AD08-C76EDECEC4BE}" dt="2025-01-02T02:43:32.999" v="443" actId="2711"/>
        <pc:sldMkLst>
          <pc:docMk/>
          <pc:sldMk cId="3123675259" sldId="509"/>
        </pc:sldMkLst>
      </pc:sldChg>
      <pc:sldChg chg="addSp delSp modSp mod">
        <pc:chgData name="崎維 李" userId="d4390ee11c1fc6cf" providerId="LiveId" clId="{1DDCF080-BEEA-467D-AD08-C76EDECEC4BE}" dt="2024-12-31T04:50:29.361" v="437" actId="20577"/>
        <pc:sldMkLst>
          <pc:docMk/>
          <pc:sldMk cId="4057348279" sldId="514"/>
        </pc:sldMkLst>
        <pc:spChg chg="mod">
          <ac:chgData name="崎維 李" userId="d4390ee11c1fc6cf" providerId="LiveId" clId="{1DDCF080-BEEA-467D-AD08-C76EDECEC4BE}" dt="2024-12-31T04:50:29.361" v="437" actId="20577"/>
          <ac:spMkLst>
            <pc:docMk/>
            <pc:sldMk cId="4057348279" sldId="514"/>
            <ac:spMk id="5" creationId="{B66E0E0F-595D-1BD6-A129-B80D90C41D95}"/>
          </ac:spMkLst>
        </pc:spChg>
      </pc:sldChg>
      <pc:sldChg chg="addSp delSp modSp mod">
        <pc:chgData name="崎維 李" userId="d4390ee11c1fc6cf" providerId="LiveId" clId="{1DDCF080-BEEA-467D-AD08-C76EDECEC4BE}" dt="2024-12-31T02:26:42.338" v="244" actId="1076"/>
        <pc:sldMkLst>
          <pc:docMk/>
          <pc:sldMk cId="442287316" sldId="515"/>
        </pc:sldMkLst>
      </pc:sldChg>
      <pc:sldChg chg="addSp delSp modSp mod modAnim">
        <pc:chgData name="崎維 李" userId="d4390ee11c1fc6cf" providerId="LiveId" clId="{1DDCF080-BEEA-467D-AD08-C76EDECEC4BE}" dt="2024-12-31T01:37:40.934" v="141" actId="1076"/>
        <pc:sldMkLst>
          <pc:docMk/>
          <pc:sldMk cId="365668444" sldId="516"/>
        </pc:sldMkLst>
      </pc:sldChg>
      <pc:sldChg chg="del">
        <pc:chgData name="崎維 李" userId="d4390ee11c1fc6cf" providerId="LiveId" clId="{1DDCF080-BEEA-467D-AD08-C76EDECEC4BE}" dt="2024-12-31T01:36:16.851" v="92" actId="47"/>
        <pc:sldMkLst>
          <pc:docMk/>
          <pc:sldMk cId="1490197539" sldId="517"/>
        </pc:sldMkLst>
      </pc:sldChg>
      <pc:sldChg chg="addSp delSp modSp mod delAnim modAnim">
        <pc:chgData name="崎維 李" userId="d4390ee11c1fc6cf" providerId="LiveId" clId="{1DDCF080-BEEA-467D-AD08-C76EDECEC4BE}" dt="2025-01-02T02:42:52.577" v="439" actId="2711"/>
        <pc:sldMkLst>
          <pc:docMk/>
          <pc:sldMk cId="1502777945" sldId="518"/>
        </pc:sldMkLst>
      </pc:sldChg>
      <pc:sldChg chg="modSp del mod">
        <pc:chgData name="崎維 李" userId="d4390ee11c1fc6cf" providerId="LiveId" clId="{1DDCF080-BEEA-467D-AD08-C76EDECEC4BE}" dt="2024-12-31T04:38:39.955" v="429" actId="47"/>
        <pc:sldMkLst>
          <pc:docMk/>
          <pc:sldMk cId="1891911923" sldId="519"/>
        </pc:sldMkLst>
      </pc:sldChg>
      <pc:sldChg chg="addSp delSp modSp mod ord modAnim">
        <pc:chgData name="崎維 李" userId="d4390ee11c1fc6cf" providerId="LiveId" clId="{1DDCF080-BEEA-467D-AD08-C76EDECEC4BE}" dt="2025-01-02T02:43:13.522" v="441" actId="2711"/>
        <pc:sldMkLst>
          <pc:docMk/>
          <pc:sldMk cId="3091917077" sldId="520"/>
        </pc:sldMkLst>
      </pc:sldChg>
      <pc:sldChg chg="new del">
        <pc:chgData name="崎維 李" userId="d4390ee11c1fc6cf" providerId="LiveId" clId="{1DDCF080-BEEA-467D-AD08-C76EDECEC4BE}" dt="2024-12-31T02:43:04.657" v="258" actId="680"/>
        <pc:sldMkLst>
          <pc:docMk/>
          <pc:sldMk cId="3053988546" sldId="521"/>
        </pc:sldMkLst>
      </pc:sldChg>
      <pc:sldChg chg="addSp delSp modSp new mod ord">
        <pc:chgData name="崎維 李" userId="d4390ee11c1fc6cf" providerId="LiveId" clId="{1DDCF080-BEEA-467D-AD08-C76EDECEC4BE}" dt="2025-01-02T02:43:04.066" v="440" actId="2711"/>
        <pc:sldMkLst>
          <pc:docMk/>
          <pc:sldMk cId="3696312073" sldId="521"/>
        </pc:sldMkLst>
      </pc:sldChg>
      <pc:sldChg chg="addSp delSp modSp new mod">
        <pc:chgData name="崎維 李" userId="d4390ee11c1fc6cf" providerId="LiveId" clId="{1DDCF080-BEEA-467D-AD08-C76EDECEC4BE}" dt="2024-12-31T02:51:00.345" v="382" actId="20577"/>
        <pc:sldMkLst>
          <pc:docMk/>
          <pc:sldMk cId="1816214663" sldId="522"/>
        </pc:sldMkLst>
      </pc:sldChg>
      <pc:sldChg chg="addSp delSp modSp new mod">
        <pc:chgData name="崎維 李" userId="d4390ee11c1fc6cf" providerId="LiveId" clId="{1DDCF080-BEEA-467D-AD08-C76EDECEC4BE}" dt="2024-12-31T02:49:40.701" v="318" actId="1076"/>
        <pc:sldMkLst>
          <pc:docMk/>
          <pc:sldMk cId="3477506856" sldId="523"/>
        </pc:sldMkLst>
      </pc:sldChg>
    </pc:docChg>
  </pc:docChgLst>
  <pc:docChgLst>
    <pc:chgData name="崎維 李" userId="d4390ee11c1fc6cf" providerId="LiveId" clId="{B633DEA1-FEBF-4937-999F-26CEC8573F74}"/>
    <pc:docChg chg="undo redo custSel addSld delSld modSld modMainMaster modSection">
      <pc:chgData name="崎維 李" userId="d4390ee11c1fc6cf" providerId="LiveId" clId="{B633DEA1-FEBF-4937-999F-26CEC8573F74}" dt="2025-01-14T02:35:00.759" v="909" actId="14100"/>
      <pc:docMkLst>
        <pc:docMk/>
      </pc:docMkLst>
      <pc:sldChg chg="modSp mod">
        <pc:chgData name="崎維 李" userId="d4390ee11c1fc6cf" providerId="LiveId" clId="{B633DEA1-FEBF-4937-999F-26CEC8573F74}" dt="2025-01-13T11:58:57.635" v="744" actId="20577"/>
        <pc:sldMkLst>
          <pc:docMk/>
          <pc:sldMk cId="0" sldId="256"/>
        </pc:sldMkLst>
        <pc:spChg chg="mod">
          <ac:chgData name="崎維 李" userId="d4390ee11c1fc6cf" providerId="LiveId" clId="{B633DEA1-FEBF-4937-999F-26CEC8573F74}" dt="2025-01-13T11:58:57.635" v="744" actId="20577"/>
          <ac:spMkLst>
            <pc:docMk/>
            <pc:sldMk cId="0" sldId="256"/>
            <ac:spMk id="174" creationId="{00000000-0000-0000-0000-000000000000}"/>
          </ac:spMkLst>
        </pc:spChg>
        <pc:spChg chg="mod">
          <ac:chgData name="崎維 李" userId="d4390ee11c1fc6cf" providerId="LiveId" clId="{B633DEA1-FEBF-4937-999F-26CEC8573F74}" dt="2025-01-13T11:33:21.465" v="524" actId="20577"/>
          <ac:spMkLst>
            <pc:docMk/>
            <pc:sldMk cId="0" sldId="256"/>
            <ac:spMk id="176" creationId="{00000000-0000-0000-0000-000000000000}"/>
          </ac:spMkLst>
        </pc:spChg>
      </pc:sldChg>
      <pc:sldChg chg="addSp delSp modSp del mod">
        <pc:chgData name="崎維 李" userId="d4390ee11c1fc6cf" providerId="LiveId" clId="{B633DEA1-FEBF-4937-999F-26CEC8573F74}" dt="2025-01-13T08:17:41.134" v="99" actId="47"/>
        <pc:sldMkLst>
          <pc:docMk/>
          <pc:sldMk cId="2264019104" sldId="479"/>
        </pc:sldMkLst>
        <pc:spChg chg="add del">
          <ac:chgData name="崎維 李" userId="d4390ee11c1fc6cf" providerId="LiveId" clId="{B633DEA1-FEBF-4937-999F-26CEC8573F74}" dt="2025-01-13T08:14:22.328" v="96" actId="478"/>
          <ac:spMkLst>
            <pc:docMk/>
            <pc:sldMk cId="2264019104" sldId="479"/>
            <ac:spMk id="2" creationId="{E91198F9-6A6D-4417-8061-58F0223235CF}"/>
          </ac:spMkLst>
        </pc:spChg>
        <pc:spChg chg="del">
          <ac:chgData name="崎維 李" userId="d4390ee11c1fc6cf" providerId="LiveId" clId="{B633DEA1-FEBF-4937-999F-26CEC8573F74}" dt="2025-01-13T08:14:25.027" v="97" actId="478"/>
          <ac:spMkLst>
            <pc:docMk/>
            <pc:sldMk cId="2264019104" sldId="479"/>
            <ac:spMk id="3" creationId="{AEC42443-06C2-4F5C-9BCD-6FFF4FFA66B6}"/>
          </ac:spMkLst>
        </pc:spChg>
        <pc:spChg chg="add del mod">
          <ac:chgData name="崎維 李" userId="d4390ee11c1fc6cf" providerId="LiveId" clId="{B633DEA1-FEBF-4937-999F-26CEC8573F74}" dt="2025-01-13T08:14:22.328" v="96" actId="478"/>
          <ac:spMkLst>
            <pc:docMk/>
            <pc:sldMk cId="2264019104" sldId="479"/>
            <ac:spMk id="6" creationId="{FEB1EE13-9212-6FD7-D60D-BE8842595936}"/>
          </ac:spMkLst>
        </pc:spChg>
        <pc:spChg chg="add del mod">
          <ac:chgData name="崎維 李" userId="d4390ee11c1fc6cf" providerId="LiveId" clId="{B633DEA1-FEBF-4937-999F-26CEC8573F74}" dt="2025-01-13T08:14:27.687" v="98" actId="478"/>
          <ac:spMkLst>
            <pc:docMk/>
            <pc:sldMk cId="2264019104" sldId="479"/>
            <ac:spMk id="8" creationId="{E3094197-8ED8-AD6F-348F-38EC3D8E0303}"/>
          </ac:spMkLst>
        </pc:spChg>
      </pc:sldChg>
      <pc:sldChg chg="addSp delSp modSp mod">
        <pc:chgData name="崎維 李" userId="d4390ee11c1fc6cf" providerId="LiveId" clId="{B633DEA1-FEBF-4937-999F-26CEC8573F74}" dt="2025-01-13T12:16:23.977" v="881" actId="5793"/>
        <pc:sldMkLst>
          <pc:docMk/>
          <pc:sldMk cId="1759611898" sldId="492"/>
        </pc:sldMkLst>
        <pc:spChg chg="mod">
          <ac:chgData name="崎維 李" userId="d4390ee11c1fc6cf" providerId="LiveId" clId="{B633DEA1-FEBF-4937-999F-26CEC8573F74}" dt="2025-01-13T12:16:23.977" v="881" actId="5793"/>
          <ac:spMkLst>
            <pc:docMk/>
            <pc:sldMk cId="1759611898" sldId="492"/>
            <ac:spMk id="2" creationId="{FFDA5E2A-651A-2221-C4E1-4B3C8ABE1EF6}"/>
          </ac:spMkLst>
        </pc:spChg>
        <pc:spChg chg="add mod">
          <ac:chgData name="崎維 李" userId="d4390ee11c1fc6cf" providerId="LiveId" clId="{B633DEA1-FEBF-4937-999F-26CEC8573F74}" dt="2025-01-13T12:01:03.789" v="777" actId="2711"/>
          <ac:spMkLst>
            <pc:docMk/>
            <pc:sldMk cId="1759611898" sldId="492"/>
            <ac:spMk id="3" creationId="{BA1CA991-B3D6-3C99-A611-A8C229320F03}"/>
          </ac:spMkLst>
        </pc:spChg>
        <pc:spChg chg="add del mod">
          <ac:chgData name="崎維 李" userId="d4390ee11c1fc6cf" providerId="LiveId" clId="{B633DEA1-FEBF-4937-999F-26CEC8573F74}" dt="2025-01-13T12:15:50.735" v="866" actId="20577"/>
          <ac:spMkLst>
            <pc:docMk/>
            <pc:sldMk cId="1759611898" sldId="492"/>
            <ac:spMk id="5" creationId="{4365C36C-CB49-71B5-4975-8B8C2BAB9FE6}"/>
          </ac:spMkLst>
        </pc:spChg>
      </pc:sldChg>
      <pc:sldChg chg="addSp delSp modSp mod">
        <pc:chgData name="崎維 李" userId="d4390ee11c1fc6cf" providerId="LiveId" clId="{B633DEA1-FEBF-4937-999F-26CEC8573F74}" dt="2025-01-13T12:16:12.230" v="879" actId="478"/>
        <pc:sldMkLst>
          <pc:docMk/>
          <pc:sldMk cId="1870929783" sldId="493"/>
        </pc:sldMkLst>
        <pc:spChg chg="del mod">
          <ac:chgData name="崎維 李" userId="d4390ee11c1fc6cf" providerId="LiveId" clId="{B633DEA1-FEBF-4937-999F-26CEC8573F74}" dt="2025-01-13T12:16:12.230" v="879" actId="478"/>
          <ac:spMkLst>
            <pc:docMk/>
            <pc:sldMk cId="1870929783" sldId="493"/>
            <ac:spMk id="2" creationId="{0253A934-0E4F-953E-9A3D-1E2869F0F8AA}"/>
          </ac:spMkLst>
        </pc:spChg>
        <pc:spChg chg="mod">
          <ac:chgData name="崎維 李" userId="d4390ee11c1fc6cf" providerId="LiveId" clId="{B633DEA1-FEBF-4937-999F-26CEC8573F74}" dt="2025-01-13T12:15:58.899" v="875"/>
          <ac:spMkLst>
            <pc:docMk/>
            <pc:sldMk cId="1870929783" sldId="493"/>
            <ac:spMk id="4" creationId="{16B9CA8A-B146-B2EF-1181-E123EB993AE1}"/>
          </ac:spMkLst>
        </pc:spChg>
        <pc:spChg chg="add mod">
          <ac:chgData name="崎維 李" userId="d4390ee11c1fc6cf" providerId="LiveId" clId="{B633DEA1-FEBF-4937-999F-26CEC8573F74}" dt="2025-01-13T12:16:03.613" v="876" actId="255"/>
          <ac:spMkLst>
            <pc:docMk/>
            <pc:sldMk cId="1870929783" sldId="493"/>
            <ac:spMk id="6" creationId="{254CC07A-9104-BFF8-CC32-E6A910233C69}"/>
          </ac:spMkLst>
        </pc:spChg>
      </pc:sldChg>
      <pc:sldChg chg="del">
        <pc:chgData name="崎維 李" userId="d4390ee11c1fc6cf" providerId="LiveId" clId="{B633DEA1-FEBF-4937-999F-26CEC8573F74}" dt="2025-01-13T08:18:07.897" v="105" actId="47"/>
        <pc:sldMkLst>
          <pc:docMk/>
          <pc:sldMk cId="3123675259" sldId="509"/>
        </pc:sldMkLst>
      </pc:sldChg>
      <pc:sldChg chg="addSp delSp modSp mod">
        <pc:chgData name="崎維 李" userId="d4390ee11c1fc6cf" providerId="LiveId" clId="{B633DEA1-FEBF-4937-999F-26CEC8573F74}" dt="2025-01-13T12:19:46.666" v="904" actId="14838"/>
        <pc:sldMkLst>
          <pc:docMk/>
          <pc:sldMk cId="4057348279" sldId="514"/>
        </pc:sldMkLst>
        <pc:spChg chg="mod">
          <ac:chgData name="崎維 李" userId="d4390ee11c1fc6cf" providerId="LiveId" clId="{B633DEA1-FEBF-4937-999F-26CEC8573F74}" dt="2025-01-13T12:19:46.666" v="904" actId="14838"/>
          <ac:spMkLst>
            <pc:docMk/>
            <pc:sldMk cId="4057348279" sldId="514"/>
            <ac:spMk id="5" creationId="{B66E0E0F-595D-1BD6-A129-B80D90C41D95}"/>
          </ac:spMkLst>
        </pc:spChg>
        <pc:graphicFrameChg chg="add del mod">
          <ac:chgData name="崎維 李" userId="d4390ee11c1fc6cf" providerId="LiveId" clId="{B633DEA1-FEBF-4937-999F-26CEC8573F74}" dt="2025-01-13T09:29:26.715" v="389" actId="478"/>
          <ac:graphicFrameMkLst>
            <pc:docMk/>
            <pc:sldMk cId="4057348279" sldId="514"/>
            <ac:graphicFrameMk id="2" creationId="{99C99771-82FB-0EE9-E789-72FAE43232DD}"/>
          </ac:graphicFrameMkLst>
        </pc:graphicFrameChg>
        <pc:graphicFrameChg chg="add mod">
          <ac:chgData name="崎維 李" userId="d4390ee11c1fc6cf" providerId="LiveId" clId="{B633DEA1-FEBF-4937-999F-26CEC8573F74}" dt="2025-01-13T09:29:22.123" v="386"/>
          <ac:graphicFrameMkLst>
            <pc:docMk/>
            <pc:sldMk cId="4057348279" sldId="514"/>
            <ac:graphicFrameMk id="4" creationId="{99C99771-82FB-0EE9-E789-72FAE43232DD}"/>
          </ac:graphicFrameMkLst>
        </pc:graphicFrameChg>
        <pc:graphicFrameChg chg="add mod">
          <ac:chgData name="崎維 李" userId="d4390ee11c1fc6cf" providerId="LiveId" clId="{B633DEA1-FEBF-4937-999F-26CEC8573F74}" dt="2025-01-13T12:19:29.301" v="898" actId="14100"/>
          <ac:graphicFrameMkLst>
            <pc:docMk/>
            <pc:sldMk cId="4057348279" sldId="514"/>
            <ac:graphicFrameMk id="6" creationId="{99C99771-82FB-0EE9-E789-72FAE43232DD}"/>
          </ac:graphicFrameMkLst>
        </pc:graphicFrameChg>
        <pc:picChg chg="del">
          <ac:chgData name="崎維 李" userId="d4390ee11c1fc6cf" providerId="LiveId" clId="{B633DEA1-FEBF-4937-999F-26CEC8573F74}" dt="2025-01-13T08:19:12.925" v="166" actId="478"/>
          <ac:picMkLst>
            <pc:docMk/>
            <pc:sldMk cId="4057348279" sldId="514"/>
            <ac:picMk id="3" creationId="{7D6171EC-690C-D2E4-F874-C350FB2E6709}"/>
          </ac:picMkLst>
        </pc:picChg>
      </pc:sldChg>
      <pc:sldChg chg="del">
        <pc:chgData name="崎維 李" userId="d4390ee11c1fc6cf" providerId="LiveId" clId="{B633DEA1-FEBF-4937-999F-26CEC8573F74}" dt="2025-01-13T08:17:55.873" v="100" actId="47"/>
        <pc:sldMkLst>
          <pc:docMk/>
          <pc:sldMk cId="442287316" sldId="515"/>
        </pc:sldMkLst>
      </pc:sldChg>
      <pc:sldChg chg="addSp delSp modSp new mod setBg">
        <pc:chgData name="崎維 李" userId="d4390ee11c1fc6cf" providerId="LiveId" clId="{B633DEA1-FEBF-4937-999F-26CEC8573F74}" dt="2025-01-13T12:19:31.635" v="902"/>
        <pc:sldMkLst>
          <pc:docMk/>
          <pc:sldMk cId="1718273927" sldId="515"/>
        </pc:sldMkLst>
        <pc:spChg chg="del">
          <ac:chgData name="崎維 李" userId="d4390ee11c1fc6cf" providerId="LiveId" clId="{B633DEA1-FEBF-4937-999F-26CEC8573F74}" dt="2025-01-13T09:19:01.133" v="341" actId="478"/>
          <ac:spMkLst>
            <pc:docMk/>
            <pc:sldMk cId="1718273927" sldId="515"/>
            <ac:spMk id="2" creationId="{A3AD43FE-6CD3-3A83-2CF7-FF8B72503D6F}"/>
          </ac:spMkLst>
        </pc:spChg>
        <pc:spChg chg="del">
          <ac:chgData name="崎維 李" userId="d4390ee11c1fc6cf" providerId="LiveId" clId="{B633DEA1-FEBF-4937-999F-26CEC8573F74}" dt="2025-01-13T09:19:07.384" v="343" actId="478"/>
          <ac:spMkLst>
            <pc:docMk/>
            <pc:sldMk cId="1718273927" sldId="515"/>
            <ac:spMk id="3" creationId="{CAB6702C-58C2-B245-D86C-B572866597FA}"/>
          </ac:spMkLst>
        </pc:spChg>
        <pc:spChg chg="add del mod">
          <ac:chgData name="崎維 李" userId="d4390ee11c1fc6cf" providerId="LiveId" clId="{B633DEA1-FEBF-4937-999F-26CEC8573F74}" dt="2025-01-13T09:30:20.903" v="396" actId="478"/>
          <ac:spMkLst>
            <pc:docMk/>
            <pc:sldMk cId="1718273927" sldId="515"/>
            <ac:spMk id="6" creationId="{1A9FB091-9353-1D6D-146B-00B36545762D}"/>
          </ac:spMkLst>
        </pc:spChg>
        <pc:spChg chg="add del mod">
          <ac:chgData name="崎維 李" userId="d4390ee11c1fc6cf" providerId="LiveId" clId="{B633DEA1-FEBF-4937-999F-26CEC8573F74}" dt="2025-01-13T09:30:22.381" v="397" actId="478"/>
          <ac:spMkLst>
            <pc:docMk/>
            <pc:sldMk cId="1718273927" sldId="515"/>
            <ac:spMk id="7" creationId="{AD81EE0F-22D4-6610-3DD7-BAFA0BCD49E6}"/>
          </ac:spMkLst>
        </pc:spChg>
        <pc:spChg chg="add mod">
          <ac:chgData name="崎維 李" userId="d4390ee11c1fc6cf" providerId="LiveId" clId="{B633DEA1-FEBF-4937-999F-26CEC8573F74}" dt="2025-01-13T12:19:30.822" v="900" actId="14838"/>
          <ac:spMkLst>
            <pc:docMk/>
            <pc:sldMk cId="1718273927" sldId="515"/>
            <ac:spMk id="8" creationId="{9D0AE76A-D2C8-1FF1-9A0E-F83715B77B22}"/>
          </ac:spMkLst>
        </pc:spChg>
        <pc:graphicFrameChg chg="add del mod modGraphic">
          <ac:chgData name="崎維 李" userId="d4390ee11c1fc6cf" providerId="LiveId" clId="{B633DEA1-FEBF-4937-999F-26CEC8573F74}" dt="2025-01-13T09:31:08.961" v="432" actId="478"/>
          <ac:graphicFrameMkLst>
            <pc:docMk/>
            <pc:sldMk cId="1718273927" sldId="515"/>
            <ac:graphicFrameMk id="4" creationId="{E0872704-17D6-C69F-0288-8715B14EC8F3}"/>
          </ac:graphicFrameMkLst>
        </pc:graphicFrameChg>
        <pc:graphicFrameChg chg="add del mod">
          <ac:chgData name="崎維 李" userId="d4390ee11c1fc6cf" providerId="LiveId" clId="{B633DEA1-FEBF-4937-999F-26CEC8573F74}" dt="2025-01-13T09:31:11.662" v="433" actId="478"/>
          <ac:graphicFrameMkLst>
            <pc:docMk/>
            <pc:sldMk cId="1718273927" sldId="515"/>
            <ac:graphicFrameMk id="9" creationId="{78950711-2977-4294-8187-3D43659F77FD}"/>
          </ac:graphicFrameMkLst>
        </pc:graphicFrameChg>
        <pc:graphicFrameChg chg="add mod modGraphic">
          <ac:chgData name="崎維 李" userId="d4390ee11c1fc6cf" providerId="LiveId" clId="{B633DEA1-FEBF-4937-999F-26CEC8573F74}" dt="2025-01-13T09:31:38.513" v="437" actId="1076"/>
          <ac:graphicFrameMkLst>
            <pc:docMk/>
            <pc:sldMk cId="1718273927" sldId="515"/>
            <ac:graphicFrameMk id="10" creationId="{AF6D3126-9941-8382-E7E6-7382A4953E94}"/>
          </ac:graphicFrameMkLst>
        </pc:graphicFrameChg>
      </pc:sldChg>
      <pc:sldChg chg="del">
        <pc:chgData name="崎維 李" userId="d4390ee11c1fc6cf" providerId="LiveId" clId="{B633DEA1-FEBF-4937-999F-26CEC8573F74}" dt="2025-01-13T08:18:01.282" v="104" actId="47"/>
        <pc:sldMkLst>
          <pc:docMk/>
          <pc:sldMk cId="365668444" sldId="516"/>
        </pc:sldMkLst>
      </pc:sldChg>
      <pc:sldChg chg="addSp delSp modSp new mod">
        <pc:chgData name="崎維 李" userId="d4390ee11c1fc6cf" providerId="LiveId" clId="{B633DEA1-FEBF-4937-999F-26CEC8573F74}" dt="2025-01-14T02:34:52.015" v="907" actId="14100"/>
        <pc:sldMkLst>
          <pc:docMk/>
          <pc:sldMk cId="4041746361" sldId="516"/>
        </pc:sldMkLst>
        <pc:spChg chg="del mod">
          <ac:chgData name="崎維 李" userId="d4390ee11c1fc6cf" providerId="LiveId" clId="{B633DEA1-FEBF-4937-999F-26CEC8573F74}" dt="2025-01-13T09:48:39.168" v="452" actId="478"/>
          <ac:spMkLst>
            <pc:docMk/>
            <pc:sldMk cId="4041746361" sldId="516"/>
            <ac:spMk id="2" creationId="{3D8C5381-D17C-4F43-AC26-271F8037C3DB}"/>
          </ac:spMkLst>
        </pc:spChg>
        <pc:spChg chg="del">
          <ac:chgData name="崎維 李" userId="d4390ee11c1fc6cf" providerId="LiveId" clId="{B633DEA1-FEBF-4937-999F-26CEC8573F74}" dt="2025-01-13T09:48:31.308" v="449" actId="478"/>
          <ac:spMkLst>
            <pc:docMk/>
            <pc:sldMk cId="4041746361" sldId="516"/>
            <ac:spMk id="3" creationId="{CDC723E5-E336-3525-4C9D-05F5D8CCB91A}"/>
          </ac:spMkLst>
        </pc:spChg>
        <pc:spChg chg="add mod">
          <ac:chgData name="崎維 李" userId="d4390ee11c1fc6cf" providerId="LiveId" clId="{B633DEA1-FEBF-4937-999F-26CEC8573F74}" dt="2025-01-13T12:14:03.503" v="846"/>
          <ac:spMkLst>
            <pc:docMk/>
            <pc:sldMk cId="4041746361" sldId="516"/>
            <ac:spMk id="6" creationId="{036B3C75-C9A8-71ED-3F10-F871D699426C}"/>
          </ac:spMkLst>
        </pc:spChg>
        <pc:picChg chg="add mod">
          <ac:chgData name="崎維 李" userId="d4390ee11c1fc6cf" providerId="LiveId" clId="{B633DEA1-FEBF-4937-999F-26CEC8573F74}" dt="2025-01-14T02:34:52.015" v="907" actId="14100"/>
          <ac:picMkLst>
            <pc:docMk/>
            <pc:sldMk cId="4041746361" sldId="516"/>
            <ac:picMk id="5" creationId="{5AE77546-4E9A-F05C-F871-5F6791E08F99}"/>
          </ac:picMkLst>
        </pc:picChg>
      </pc:sldChg>
      <pc:sldChg chg="addSp delSp modSp new mod">
        <pc:chgData name="崎維 李" userId="d4390ee11c1fc6cf" providerId="LiveId" clId="{B633DEA1-FEBF-4937-999F-26CEC8573F74}" dt="2025-01-14T02:35:00.759" v="909" actId="14100"/>
        <pc:sldMkLst>
          <pc:docMk/>
          <pc:sldMk cId="1232374207" sldId="517"/>
        </pc:sldMkLst>
        <pc:spChg chg="del mod">
          <ac:chgData name="崎維 李" userId="d4390ee11c1fc6cf" providerId="LiveId" clId="{B633DEA1-FEBF-4937-999F-26CEC8573F74}" dt="2025-01-13T09:49:45.919" v="494" actId="478"/>
          <ac:spMkLst>
            <pc:docMk/>
            <pc:sldMk cId="1232374207" sldId="517"/>
            <ac:spMk id="2" creationId="{3A6A11F1-88B1-16EF-9207-CD7EEAFC32BB}"/>
          </ac:spMkLst>
        </pc:spChg>
        <pc:spChg chg="del">
          <ac:chgData name="崎維 李" userId="d4390ee11c1fc6cf" providerId="LiveId" clId="{B633DEA1-FEBF-4937-999F-26CEC8573F74}" dt="2025-01-13T09:49:58.900" v="499" actId="478"/>
          <ac:spMkLst>
            <pc:docMk/>
            <pc:sldMk cId="1232374207" sldId="517"/>
            <ac:spMk id="3" creationId="{50812324-BA2A-B0D7-4E6F-C79D190E7071}"/>
          </ac:spMkLst>
        </pc:spChg>
        <pc:spChg chg="add mod">
          <ac:chgData name="崎維 李" userId="d4390ee11c1fc6cf" providerId="LiveId" clId="{B633DEA1-FEBF-4937-999F-26CEC8573F74}" dt="2025-01-13T12:17:30.072" v="884" actId="113"/>
          <ac:spMkLst>
            <pc:docMk/>
            <pc:sldMk cId="1232374207" sldId="517"/>
            <ac:spMk id="4" creationId="{8E5A9A6A-B94B-BBB2-6772-AA3114D6E479}"/>
          </ac:spMkLst>
        </pc:spChg>
        <pc:picChg chg="add mod">
          <ac:chgData name="崎維 李" userId="d4390ee11c1fc6cf" providerId="LiveId" clId="{B633DEA1-FEBF-4937-999F-26CEC8573F74}" dt="2025-01-14T02:35:00.759" v="909" actId="14100"/>
          <ac:picMkLst>
            <pc:docMk/>
            <pc:sldMk cId="1232374207" sldId="517"/>
            <ac:picMk id="6" creationId="{6074342C-BBDC-6030-7B5A-F8946B86F7AA}"/>
          </ac:picMkLst>
        </pc:picChg>
      </pc:sldChg>
      <pc:sldChg chg="del">
        <pc:chgData name="崎維 李" userId="d4390ee11c1fc6cf" providerId="LiveId" clId="{B633DEA1-FEBF-4937-999F-26CEC8573F74}" dt="2025-01-13T08:17:57.250" v="101" actId="47"/>
        <pc:sldMkLst>
          <pc:docMk/>
          <pc:sldMk cId="1502777945" sldId="518"/>
        </pc:sldMkLst>
      </pc:sldChg>
      <pc:sldChg chg="del">
        <pc:chgData name="崎維 李" userId="d4390ee11c1fc6cf" providerId="LiveId" clId="{B633DEA1-FEBF-4937-999F-26CEC8573F74}" dt="2025-01-13T08:17:58.689" v="103" actId="47"/>
        <pc:sldMkLst>
          <pc:docMk/>
          <pc:sldMk cId="3091917077" sldId="520"/>
        </pc:sldMkLst>
      </pc:sldChg>
      <pc:sldChg chg="del">
        <pc:chgData name="崎維 李" userId="d4390ee11c1fc6cf" providerId="LiveId" clId="{B633DEA1-FEBF-4937-999F-26CEC8573F74}" dt="2025-01-13T08:17:58.311" v="102" actId="47"/>
        <pc:sldMkLst>
          <pc:docMk/>
          <pc:sldMk cId="3696312073" sldId="521"/>
        </pc:sldMkLst>
      </pc:sldChg>
      <pc:sldChg chg="del">
        <pc:chgData name="崎維 李" userId="d4390ee11c1fc6cf" providerId="LiveId" clId="{B633DEA1-FEBF-4937-999F-26CEC8573F74}" dt="2025-01-13T08:18:09.742" v="106" actId="47"/>
        <pc:sldMkLst>
          <pc:docMk/>
          <pc:sldMk cId="1816214663" sldId="522"/>
        </pc:sldMkLst>
      </pc:sldChg>
      <pc:sldChg chg="del">
        <pc:chgData name="崎維 李" userId="d4390ee11c1fc6cf" providerId="LiveId" clId="{B633DEA1-FEBF-4937-999F-26CEC8573F74}" dt="2025-01-13T08:18:12.596" v="107" actId="47"/>
        <pc:sldMkLst>
          <pc:docMk/>
          <pc:sldMk cId="3477506856" sldId="523"/>
        </pc:sldMkLst>
      </pc:sldChg>
      <pc:sldMasterChg chg="setBg modSldLayout">
        <pc:chgData name="崎維 李" userId="d4390ee11c1fc6cf" providerId="LiveId" clId="{B633DEA1-FEBF-4937-999F-26CEC8573F74}" dt="2025-01-13T12:19:31.154" v="901"/>
        <pc:sldMasterMkLst>
          <pc:docMk/>
          <pc:sldMasterMk cId="0" sldId="2147483648"/>
        </pc:sldMasterMkLst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setBg modSldLayout">
        <pc:chgData name="崎維 李" userId="d4390ee11c1fc6cf" providerId="LiveId" clId="{B633DEA1-FEBF-4937-999F-26CEC8573F74}" dt="2025-01-13T12:19:31.154" v="901"/>
        <pc:sldMasterMkLst>
          <pc:docMk/>
          <pc:sldMasterMk cId="0" sldId="2147483661"/>
        </pc:sldMasterMkLst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62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63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64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65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66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67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68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69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70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71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72"/>
          </pc:sldLayoutMkLst>
        </pc:sldLayoutChg>
        <pc:sldLayoutChg chg="setBg">
          <pc:chgData name="崎維 李" userId="d4390ee11c1fc6cf" providerId="LiveId" clId="{B633DEA1-FEBF-4937-999F-26CEC8573F74}" dt="2025-01-13T12:19:31.154" v="901"/>
          <pc:sldLayoutMkLst>
            <pc:docMk/>
            <pc:sldMasterMk cId="0" sldId="2147483661"/>
            <pc:sldLayoutMk cId="0" sldId="2147483673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/&#38663;&#30442;&#23376;_&#21305;&#37197;&#38651;&#3633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操作頻率(kHz)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工作表1!$D$2:$D$11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4.7</c:v>
                </c:pt>
                <c:pt idx="3">
                  <c:v>5.7</c:v>
                </c:pt>
                <c:pt idx="4">
                  <c:v>6.7</c:v>
                </c:pt>
                <c:pt idx="5">
                  <c:v>7.7</c:v>
                </c:pt>
                <c:pt idx="6">
                  <c:v>8.6999999999999993</c:v>
                </c:pt>
                <c:pt idx="7">
                  <c:v>9.4</c:v>
                </c:pt>
                <c:pt idx="8">
                  <c:v>10.4</c:v>
                </c:pt>
                <c:pt idx="9">
                  <c:v>11.4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26.13</c:v>
                </c:pt>
                <c:pt idx="1">
                  <c:v>26.01</c:v>
                </c:pt>
                <c:pt idx="2">
                  <c:v>25.96</c:v>
                </c:pt>
                <c:pt idx="3">
                  <c:v>25.89</c:v>
                </c:pt>
                <c:pt idx="4">
                  <c:v>25.835999999999999</c:v>
                </c:pt>
                <c:pt idx="5">
                  <c:v>25.82</c:v>
                </c:pt>
                <c:pt idx="6">
                  <c:v>25.79</c:v>
                </c:pt>
                <c:pt idx="7">
                  <c:v>25.8</c:v>
                </c:pt>
                <c:pt idx="8">
                  <c:v>25.78</c:v>
                </c:pt>
                <c:pt idx="9">
                  <c:v>25.77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17-4F9D-A809-DA01D3A24F3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030275984"/>
        <c:axId val="1030276944"/>
      </c:lineChart>
      <c:catAx>
        <c:axId val="1030275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/>
                  <a:t>電容值</a:t>
                </a:r>
                <a:r>
                  <a:rPr lang="en-US" altLang="zh-TW" dirty="0"/>
                  <a:t>(</a:t>
                </a:r>
                <a:r>
                  <a:rPr lang="en-US" altLang="zh-TW" dirty="0" err="1"/>
                  <a:t>nF</a:t>
                </a:r>
                <a:r>
                  <a:rPr lang="en-US" altLang="zh-TW" dirty="0"/>
                  <a:t>)</a:t>
                </a:r>
                <a:endParaRPr lang="zh-TW" altLang="en-US" dirty="0"/>
              </a:p>
            </c:rich>
          </c:tx>
          <c:layout>
            <c:manualLayout>
              <c:xMode val="edge"/>
              <c:yMode val="edge"/>
              <c:x val="0.45481751220502303"/>
              <c:y val="0.9262515456336156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30276944"/>
        <c:crosses val="autoZero"/>
        <c:auto val="1"/>
        <c:lblAlgn val="ctr"/>
        <c:lblOffset val="100"/>
        <c:noMultiLvlLbl val="0"/>
      </c:catAx>
      <c:valAx>
        <c:axId val="103027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sz="1000" b="0" i="0" u="none" strike="noStrike" baseline="0">
                    <a:effectLst/>
                  </a:rPr>
                  <a:t>操作頻率</a:t>
                </a:r>
                <a:r>
                  <a:rPr lang="en-US" altLang="zh-TW" sz="1000" b="0" i="0" u="none" strike="noStrike" baseline="0">
                    <a:effectLst/>
                  </a:rPr>
                  <a:t>(kHz)</a:t>
                </a:r>
                <a:r>
                  <a:rPr lang="en-US" altLang="zh-TW" sz="1000" b="0" i="0" u="none" strike="noStrike" baseline="0"/>
                  <a:t> </a:t>
                </a:r>
                <a:endParaRPr lang="zh-TW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30275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sz="3200" spc="-1">
                <a:solidFill>
                  <a:srgbClr val="282F86"/>
                </a:solidFill>
                <a:latin typeface="Times New Roman"/>
                <a:ea typeface="標楷體"/>
              </a:rPr>
              <a:t>01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/14/2025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16867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看學長姐論文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學習震盪子電路及程式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繞電感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嘗試匹配電路最佳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LC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螢幕擷取畫面, 行, 繪圖 的圖片&#10;&#10;自動產生的描述">
            <a:extLst>
              <a:ext uri="{FF2B5EF4-FFF2-40B4-BE49-F238E27FC236}">
                <a16:creationId xmlns:a16="http://schemas.microsoft.com/office/drawing/2014/main" id="{5AE77546-4E9A-F05C-F871-5F6791E08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13320"/>
            <a:ext cx="9144000" cy="5467475"/>
          </a:xfrm>
          <a:prstGeom prst="rect">
            <a:avLst/>
          </a:prstGeom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036B3C75-C9A8-71ED-3F10-F871D699426C}"/>
              </a:ext>
            </a:extLst>
          </p:cNvPr>
          <p:cNvSpPr/>
          <p:nvPr/>
        </p:nvSpPr>
        <p:spPr>
          <a:xfrm>
            <a:off x="827639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阻抗及相位量測</a:t>
            </a:r>
            <a:endParaRPr lang="en-US" sz="3200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174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8E5A9A6A-B94B-BBB2-6772-AA3114D6E479}"/>
              </a:ext>
            </a:extLst>
          </p:cNvPr>
          <p:cNvSpPr/>
          <p:nvPr/>
        </p:nvSpPr>
        <p:spPr>
          <a:xfrm>
            <a:off x="827639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阻抗及相位量測</a:t>
            </a:r>
            <a:r>
              <a:rPr lang="en-US" altLang="zh-TW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(</a:t>
            </a:r>
            <a:r>
              <a:rPr lang="zh-TW" altLang="en-US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大範圍</a:t>
            </a:r>
            <a:r>
              <a:rPr lang="en-US" altLang="zh-TW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)</a:t>
            </a:r>
            <a:endParaRPr lang="en-US" sz="3200" spc="-1" dirty="0">
              <a:solidFill>
                <a:srgbClr val="282F8E"/>
              </a:solidFill>
              <a:effectLst>
                <a:outerShdw blurRad="50800" dist="50800" dir="5400000" algn="ctr" rotWithShape="0">
                  <a:schemeClr val="bg2">
                    <a:lumMod val="40000"/>
                    <a:lumOff val="6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 descr="一張含有 螢幕擷取畫面, 行, 繪圖 的圖片&#10;&#10;自動產生的描述">
            <a:extLst>
              <a:ext uri="{FF2B5EF4-FFF2-40B4-BE49-F238E27FC236}">
                <a16:creationId xmlns:a16="http://schemas.microsoft.com/office/drawing/2014/main" id="{6074342C-BBDC-6030-7B5A-F8946B86F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13320"/>
            <a:ext cx="9144000" cy="551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74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9D0AE76A-D2C8-1FF1-9A0E-F83715B77B22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電感固定</a:t>
            </a:r>
            <a:r>
              <a:rPr lang="en-US" altLang="zh-TW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,</a:t>
            </a:r>
            <a:r>
              <a:rPr lang="zh-TW" altLang="en-US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電容對震盪子電壓電流的影響</a:t>
            </a:r>
            <a:endParaRPr lang="en-US" sz="3200" spc="-1" dirty="0">
              <a:solidFill>
                <a:srgbClr val="282F8E"/>
              </a:solidFill>
              <a:effectLst>
                <a:outerShdw blurRad="50800" dist="50800" dir="5400000" algn="ctr" rotWithShape="0">
                  <a:schemeClr val="bg2">
                    <a:lumMod val="40000"/>
                    <a:lumOff val="6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6D3126-9941-8382-E7E6-7382A4953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470663"/>
              </p:ext>
            </p:extLst>
          </p:nvPr>
        </p:nvGraphicFramePr>
        <p:xfrm>
          <a:off x="579119" y="1325880"/>
          <a:ext cx="7985761" cy="41991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720">
                  <a:extLst>
                    <a:ext uri="{9D8B030D-6E8A-4147-A177-3AD203B41FA5}">
                      <a16:colId xmlns:a16="http://schemas.microsoft.com/office/drawing/2014/main" val="2807783899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014618883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41307105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970437930"/>
                    </a:ext>
                  </a:extLst>
                </a:gridCol>
                <a:gridCol w="756286">
                  <a:extLst>
                    <a:ext uri="{9D8B030D-6E8A-4147-A177-3AD203B41FA5}">
                      <a16:colId xmlns:a16="http://schemas.microsoft.com/office/drawing/2014/main" val="535460751"/>
                    </a:ext>
                  </a:extLst>
                </a:gridCol>
                <a:gridCol w="889635">
                  <a:extLst>
                    <a:ext uri="{9D8B030D-6E8A-4147-A177-3AD203B41FA5}">
                      <a16:colId xmlns:a16="http://schemas.microsoft.com/office/drawing/2014/main" val="2831673722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8767332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6330456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999211851"/>
                    </a:ext>
                  </a:extLst>
                </a:gridCol>
              </a:tblGrid>
              <a:tr h="607017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組數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操作頻率</a:t>
                      </a:r>
                      <a:r>
                        <a:rPr lang="en-US" altLang="zh-TW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kHz)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電感值</a:t>
                      </a:r>
                      <a:r>
                        <a:rPr lang="en-US" altLang="zh-TW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mH)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電容質</a:t>
                      </a:r>
                      <a:r>
                        <a:rPr lang="en-US" altLang="zh-TW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nF)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輸入電壓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 dirty="0">
                          <a:effectLst/>
                        </a:rPr>
                        <a:t>電感電流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 dirty="0">
                          <a:effectLst/>
                        </a:rPr>
                        <a:t>震盪子電壓</a:t>
                      </a:r>
                      <a:r>
                        <a:rPr lang="en-US" altLang="zh-TW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V)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 dirty="0">
                          <a:effectLst/>
                        </a:rPr>
                        <a:t>震盪子電流</a:t>
                      </a:r>
                      <a:r>
                        <a:rPr lang="en-US" altLang="zh-TW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mA)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 dirty="0">
                          <a:effectLst/>
                        </a:rPr>
                        <a:t>輸入電流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25203872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26.13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2000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2000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0.463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73822931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26.01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1410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1132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0.286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852182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25.96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4.7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1140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980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0.233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14569175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25.89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5.7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1030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680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0.204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31347214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25.836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6.7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900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520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0.177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0556004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25.82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7.7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700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284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0.116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73918091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7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8.7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640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172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0.134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49925001"/>
                  </a:ext>
                </a:extLst>
              </a:tr>
              <a:tr h="32011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8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25.8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9.4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0.81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496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496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8931552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25.78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10.4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0.69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416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81792292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25.77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11.4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0.62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380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5413546"/>
                  </a:ext>
                </a:extLst>
              </a:tr>
              <a:tr h="327202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11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25.763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3.79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12.4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0.56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340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981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273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7DEF-D566-E2E2-784A-3CBB8F08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66E0E0F-595D-1BD6-A129-B80D90C41D95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電感固定</a:t>
            </a:r>
            <a:r>
              <a:rPr lang="en-US" altLang="zh-TW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,</a:t>
            </a:r>
            <a:r>
              <a:rPr lang="zh-TW" altLang="en-US" sz="3200" spc="-1" dirty="0">
                <a:solidFill>
                  <a:srgbClr val="282F8E"/>
                </a:solidFill>
                <a:effectLst>
                  <a:outerShdw blurRad="50800" dist="50800" dir="5400000" algn="ctr" rotWithShape="0">
                    <a:schemeClr val="bg2">
                      <a:lumMod val="40000"/>
                      <a:lumOff val="60000"/>
                    </a:schemeClr>
                  </a:outerShdw>
                </a:effectLst>
                <a:latin typeface="+mj-ea"/>
                <a:ea typeface="標楷體" panose="03000509000000000000" pitchFamily="65" charset="-120"/>
              </a:rPr>
              <a:t>電容對操作頻率的影響</a:t>
            </a:r>
            <a:endParaRPr lang="en-US" sz="3200" spc="-1" dirty="0">
              <a:solidFill>
                <a:srgbClr val="282F8E"/>
              </a:solidFill>
              <a:effectLst>
                <a:outerShdw blurRad="50800" dist="50800" dir="5400000" algn="ctr" rotWithShape="0">
                  <a:schemeClr val="bg2">
                    <a:lumMod val="40000"/>
                    <a:lumOff val="6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46B0921-B942-F72E-1BB1-17B435235B2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99C99771-82FB-0EE9-E789-72FAE43232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4207921"/>
              </p:ext>
            </p:extLst>
          </p:nvPr>
        </p:nvGraphicFramePr>
        <p:xfrm>
          <a:off x="682920" y="1040870"/>
          <a:ext cx="7488720" cy="4699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5734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000" spc="-1" dirty="0"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震盪子架子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學習震盪子程式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實際震水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188450</TotalTime>
  <Words>245</Words>
  <Application>Microsoft Office PowerPoint</Application>
  <PresentationFormat>如螢幕大小 (4:3)</PresentationFormat>
  <Paragraphs>123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7</vt:i4>
      </vt:variant>
    </vt:vector>
  </HeadingPairs>
  <TitlesOfParts>
    <vt:vector size="18" baseType="lpstr">
      <vt:lpstr>DejaVu Sans</vt:lpstr>
      <vt:lpstr>굴림</vt:lpstr>
      <vt:lpstr>新細明體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元皓 鄭</cp:lastModifiedBy>
  <cp:revision>2260</cp:revision>
  <dcterms:created xsi:type="dcterms:W3CDTF">2001-07-18T23:57:34Z</dcterms:created>
  <dcterms:modified xsi:type="dcterms:W3CDTF">2025-10-13T12:23:10Z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