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4"/>
  </p:notesMasterIdLst>
  <p:sldIdLst>
    <p:sldId id="256" r:id="rId3"/>
    <p:sldId id="1611" r:id="rId4"/>
    <p:sldId id="1657" r:id="rId5"/>
    <p:sldId id="1677" r:id="rId6"/>
    <p:sldId id="1672" r:id="rId7"/>
    <p:sldId id="1673" r:id="rId8"/>
    <p:sldId id="1675" r:id="rId9"/>
    <p:sldId id="1674" r:id="rId10"/>
    <p:sldId id="1676" r:id="rId11"/>
    <p:sldId id="1678" r:id="rId12"/>
    <p:sldId id="493" r:id="rId13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1611"/>
            <p14:sldId id="1657"/>
            <p14:sldId id="1677"/>
            <p14:sldId id="1672"/>
            <p14:sldId id="1673"/>
            <p14:sldId id="1675"/>
            <p14:sldId id="1674"/>
            <p14:sldId id="1676"/>
            <p14:sldId id="1678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11"/>
    <a:srgbClr val="FE0086"/>
    <a:srgbClr val="0003D7"/>
    <a:srgbClr val="FB0275"/>
    <a:srgbClr val="03FF0A"/>
    <a:srgbClr val="0003FE"/>
    <a:srgbClr val="FC0085"/>
    <a:srgbClr val="ADAC06"/>
    <a:srgbClr val="07FC05"/>
    <a:srgbClr val="000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6318" autoAdjust="0"/>
  </p:normalViewPr>
  <p:slideViewPr>
    <p:cSldViewPr snapToGrid="0">
      <p:cViewPr varScale="1">
        <p:scale>
          <a:sx n="113" d="100"/>
          <a:sy n="113" d="100"/>
        </p:scale>
        <p:origin x="15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video" Target="../media/media1.mp4"/><Relationship Id="rId7" Type="http://schemas.openxmlformats.org/officeDocument/2006/relationships/image" Target="../media/image6.jpg"/><Relationship Id="rId2" Type="http://schemas.microsoft.com/office/2007/relationships/media" Target="../media/media1.mp4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jpe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6" Type="http://schemas.openxmlformats.org/officeDocument/2006/relationships/image" Target="../media/image13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altLang="zh-TW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12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16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長時間測試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遭遇問題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5629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遭遇問題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長時間測試  功率有達設定值 但並沒有水花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震盪子以使用半年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非長時間測試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080">
              <a:spcBef>
                <a:spcPts val="479"/>
              </a:spcBef>
              <a:buSzPct val="100000"/>
            </a:pP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788195652.084829">
            <a:hlinkClick r:id="" action="ppaction://media"/>
            <a:extLst>
              <a:ext uri="{FF2B5EF4-FFF2-40B4-BE49-F238E27FC236}">
                <a16:creationId xmlns:a16="http://schemas.microsoft.com/office/drawing/2014/main" id="{430DF862-D333-4925-A562-7C90D7BD64BC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91391" y="1794134"/>
            <a:ext cx="2632220" cy="467950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C7B5E09-4D64-4943-90AB-1AE428D8EE0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6" t="28271" r="16752" b="17654"/>
          <a:stretch/>
        </p:blipFill>
        <p:spPr>
          <a:xfrm>
            <a:off x="3603061" y="3621504"/>
            <a:ext cx="4838206" cy="285213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20A6B47-9680-4E84-81F3-F99F1DE07E4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0" t="33457" r="36107" b="37161"/>
          <a:stretch/>
        </p:blipFill>
        <p:spPr>
          <a:xfrm>
            <a:off x="3603061" y="1703776"/>
            <a:ext cx="4838206" cy="19385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78946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61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遭遇問題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長時間測試  功率有達設定值 但並沒有水花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788195652.245412">
            <a:hlinkClick r:id="" action="ppaction://media"/>
            <a:extLst>
              <a:ext uri="{FF2B5EF4-FFF2-40B4-BE49-F238E27FC236}">
                <a16:creationId xmlns:a16="http://schemas.microsoft.com/office/drawing/2014/main" id="{37C7BF8A-C00C-497D-BB13-873A90875775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2260" y="1458806"/>
            <a:ext cx="8359480" cy="47022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9114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34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上周完成焊接的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MCU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板</a:t>
            </a:r>
            <a:endParaRPr kumimoji="1" lang="en-US" altLang="zh-TW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2E20AC6-4DFC-42B2-9C03-2AEDED365B9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47" t="22954" r="23418" b="18167"/>
          <a:stretch/>
        </p:blipFill>
        <p:spPr>
          <a:xfrm rot="5400000">
            <a:off x="3404948" y="3665993"/>
            <a:ext cx="2564430" cy="299311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17C8423-6496-4425-9A82-0F9D0593D1F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22" t="23490" r="30940" b="27284"/>
          <a:stretch/>
        </p:blipFill>
        <p:spPr>
          <a:xfrm rot="5400000">
            <a:off x="6391460" y="3672601"/>
            <a:ext cx="2544803" cy="296027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E09B919-6661-4BA3-AE59-64A28C198BC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30" t="23351" r="23134" b="17186"/>
          <a:stretch/>
        </p:blipFill>
        <p:spPr>
          <a:xfrm rot="5400000">
            <a:off x="285981" y="1247657"/>
            <a:ext cx="2192419" cy="261183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E45BE90-BAC8-4E39-BE5E-05A9CCB948A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88" t="24868" r="26952" b="20583"/>
          <a:stretch/>
        </p:blipFill>
        <p:spPr>
          <a:xfrm rot="5400000">
            <a:off x="2943035" y="1202820"/>
            <a:ext cx="2219774" cy="267415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48023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上周完成焊接的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MCU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板</a:t>
            </a:r>
            <a:endParaRPr kumimoji="1" lang="en-US" altLang="zh-TW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17C8423-6496-4425-9A82-0F9D0593D1F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04" t="23491" r="33674" b="30573"/>
          <a:stretch/>
        </p:blipFill>
        <p:spPr>
          <a:xfrm rot="5400000">
            <a:off x="5594116" y="3301577"/>
            <a:ext cx="2759875" cy="331046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E09B919-6661-4BA3-AE59-64A28C198BC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86" t="25684" r="25006" b="21094"/>
          <a:stretch/>
        </p:blipFill>
        <p:spPr>
          <a:xfrm rot="5400000">
            <a:off x="5563383" y="650201"/>
            <a:ext cx="2759874" cy="324899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3BA902F-E2E5-4192-B025-4FA042256135}"/>
              </a:ext>
            </a:extLst>
          </p:cNvPr>
          <p:cNvSpPr/>
          <p:nvPr/>
        </p:nvSpPr>
        <p:spPr>
          <a:xfrm>
            <a:off x="7128931" y="1995011"/>
            <a:ext cx="410635" cy="753533"/>
          </a:xfrm>
          <a:prstGeom prst="rect">
            <a:avLst/>
          </a:prstGeom>
          <a:noFill/>
          <a:ln w="920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562201-4D85-4295-A2D9-91BA373B0772}"/>
              </a:ext>
            </a:extLst>
          </p:cNvPr>
          <p:cNvSpPr/>
          <p:nvPr/>
        </p:nvSpPr>
        <p:spPr>
          <a:xfrm>
            <a:off x="7273592" y="4829793"/>
            <a:ext cx="410635" cy="753533"/>
          </a:xfrm>
          <a:prstGeom prst="rect">
            <a:avLst/>
          </a:prstGeom>
          <a:noFill/>
          <a:ln w="920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6073253C-8D1B-4638-A5B9-43E2269EB14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63539"/>
          <a:stretch/>
        </p:blipFill>
        <p:spPr>
          <a:xfrm>
            <a:off x="1390594" y="880171"/>
            <a:ext cx="3627379" cy="5548934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8C96E6CB-5DFD-420F-A344-7285056DB391}"/>
              </a:ext>
            </a:extLst>
          </p:cNvPr>
          <p:cNvSpPr/>
          <p:nvPr/>
        </p:nvSpPr>
        <p:spPr>
          <a:xfrm>
            <a:off x="1451307" y="5206560"/>
            <a:ext cx="3429000" cy="10910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6751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上周完成焊接的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MCU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板</a:t>
            </a:r>
            <a:endParaRPr kumimoji="1" lang="en-US" altLang="zh-TW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補救完一樣不能用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ADC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訊號線用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OK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線補救也有雜訊</a:t>
            </a: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515AF398-DB73-489E-BD9D-EB54F3094A3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59" t="27900" r="24492" b="29507"/>
          <a:stretch/>
        </p:blipFill>
        <p:spPr>
          <a:xfrm>
            <a:off x="4834465" y="1830370"/>
            <a:ext cx="3793067" cy="443595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AE0BC2E9-4AD6-4147-B581-4119B3856C20}"/>
              </a:ext>
            </a:extLst>
          </p:cNvPr>
          <p:cNvSpPr/>
          <p:nvPr/>
        </p:nvSpPr>
        <p:spPr>
          <a:xfrm>
            <a:off x="5702298" y="4197454"/>
            <a:ext cx="1892301" cy="1109266"/>
          </a:xfrm>
          <a:prstGeom prst="rect">
            <a:avLst/>
          </a:prstGeom>
          <a:noFill/>
          <a:ln w="920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3442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上周完成焊接的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MCU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板</a:t>
            </a:r>
            <a:endParaRPr kumimoji="1" lang="en-US" altLang="zh-TW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7A48B6C-C0B1-42A1-B66C-FFFFBF622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85" y="1439850"/>
            <a:ext cx="3851315" cy="4707467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B1FA782-5836-4936-9DA7-DD682DCC0D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9" y="1484708"/>
            <a:ext cx="4047067" cy="46626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4627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重新洗板焊接</a:t>
            </a:r>
            <a:endParaRPr kumimoji="1" lang="en-US" altLang="zh-TW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LAYOUT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加粗容易斷掉的地方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蝕刻機濃度些微調低 氣泡管路修好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洗出的板子 比較好焊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0847248-4AC7-4C87-AB73-5FEB73C0BD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6" t="28130" r="20183" b="12155"/>
          <a:stretch/>
        </p:blipFill>
        <p:spPr>
          <a:xfrm>
            <a:off x="1637533" y="2243971"/>
            <a:ext cx="3523670" cy="409518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4B58CE7-75E6-4B3B-A4EE-37CB3C22BE5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4" t="16875" r="9801" b="12000"/>
          <a:stretch/>
        </p:blipFill>
        <p:spPr>
          <a:xfrm>
            <a:off x="5161203" y="2285534"/>
            <a:ext cx="3419767" cy="40120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06157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重新洗板焊接</a:t>
            </a:r>
            <a:endParaRPr kumimoji="1" lang="en-US" altLang="zh-TW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蝕刻機濃度些微調低 氣泡管路修好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洗出的板子 比較好焊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min</a:t>
            </a: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4EDAA26-F6C3-49E8-A5AE-B0CD70079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3" y="2070462"/>
            <a:ext cx="7230533" cy="41958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7759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換新震盪子測試使用壽命及載波下使用壽命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ICAROB</a:t>
            </a: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寫稿 改報告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學長期刊時間到</a:t>
            </a:r>
            <a:r>
              <a:rPr lang="en-US" altLang="zh-TW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1/8</a:t>
            </a: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是否要做修改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211099</TotalTime>
  <Words>216</Words>
  <Application>Microsoft Office PowerPoint</Application>
  <PresentationFormat>如螢幕大小 (4:3)</PresentationFormat>
  <Paragraphs>88</Paragraphs>
  <Slides>11</Slides>
  <Notes>1</Notes>
  <HiddenSlides>0</HiddenSlides>
  <MMClips>2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11</vt:i4>
      </vt:variant>
    </vt:vector>
  </HeadingPairs>
  <TitlesOfParts>
    <vt:vector size="21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2521</cp:revision>
  <dcterms:created xsi:type="dcterms:W3CDTF">2001-07-18T23:57:34Z</dcterms:created>
  <dcterms:modified xsi:type="dcterms:W3CDTF">2025-12-23T17:17:52Z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