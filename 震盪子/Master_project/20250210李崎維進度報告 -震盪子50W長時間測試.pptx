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ags/tag3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notesMasterIdLst>
    <p:notesMasterId r:id="rId14"/>
  </p:notesMasterIdLst>
  <p:sldIdLst>
    <p:sldId id="256" r:id="rId4"/>
    <p:sldId id="492" r:id="rId5"/>
    <p:sldId id="1342" r:id="rId6"/>
    <p:sldId id="1304" r:id="rId7"/>
    <p:sldId id="1303" r:id="rId8"/>
    <p:sldId id="1326" r:id="rId9"/>
    <p:sldId id="1327" r:id="rId10"/>
    <p:sldId id="1328" r:id="rId11"/>
    <p:sldId id="1329" r:id="rId12"/>
    <p:sldId id="493" r:id="rId13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492"/>
            <p14:sldId id="1342"/>
            <p14:sldId id="1304"/>
            <p14:sldId id="1303"/>
            <p14:sldId id="1326"/>
            <p14:sldId id="1327"/>
            <p14:sldId id="1328"/>
            <p14:sldId id="1329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077"/>
    <a:srgbClr val="C00000"/>
    <a:srgbClr val="FFFFFF"/>
    <a:srgbClr val="262699"/>
    <a:srgbClr val="262626"/>
    <a:srgbClr val="03FA10"/>
    <a:srgbClr val="0001FA"/>
    <a:srgbClr val="F70278"/>
    <a:srgbClr val="A9B00E"/>
    <a:srgbClr val="0094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7C16C7-F7B2-4277-A06E-4981912D1D78}" v="56" dt="2025-02-10T01:28:03.9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54" autoAdjust="0"/>
    <p:restoredTop sz="96242" autoAdjust="0"/>
  </p:normalViewPr>
  <p:slideViewPr>
    <p:cSldViewPr snapToGrid="0">
      <p:cViewPr varScale="1">
        <p:scale>
          <a:sx n="106" d="100"/>
          <a:sy n="106" d="100"/>
        </p:scale>
        <p:origin x="20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崎維 李" userId="d4390ee11c1fc6cf" providerId="LiveId" clId="{C140A825-C56A-4E74-899C-2C38E1A0EF47}"/>
    <pc:docChg chg="addSld modSld modSection">
      <pc:chgData name="崎維 李" userId="d4390ee11c1fc6cf" providerId="LiveId" clId="{C140A825-C56A-4E74-899C-2C38E1A0EF47}" dt="2025-01-22T04:42:45.194" v="48"/>
      <pc:docMkLst>
        <pc:docMk/>
      </pc:docMkLst>
      <pc:sldChg chg="addSp delSp modSp new mod">
        <pc:chgData name="崎維 李" userId="d4390ee11c1fc6cf" providerId="LiveId" clId="{C140A825-C56A-4E74-899C-2C38E1A0EF47}" dt="2025-01-22T04:42:45.194" v="48"/>
        <pc:sldMkLst>
          <pc:docMk/>
          <pc:sldMk cId="1528205328" sldId="1348"/>
        </pc:sldMkLst>
      </pc:sldChg>
    </pc:docChg>
  </pc:docChgLst>
  <pc:docChgLst>
    <pc:chgData name="崎維 李" userId="d4390ee11c1fc6cf" providerId="LiveId" clId="{497C16C7-F7B2-4277-A06E-4981912D1D78}"/>
    <pc:docChg chg="undo redo custSel addSld delSld modSld modSection">
      <pc:chgData name="崎維 李" userId="d4390ee11c1fc6cf" providerId="LiveId" clId="{497C16C7-F7B2-4277-A06E-4981912D1D78}" dt="2025-02-10T01:28:03.925" v="582"/>
      <pc:docMkLst>
        <pc:docMk/>
      </pc:docMkLst>
      <pc:sldChg chg="modSp mod">
        <pc:chgData name="崎維 李" userId="d4390ee11c1fc6cf" providerId="LiveId" clId="{497C16C7-F7B2-4277-A06E-4981912D1D78}" dt="2025-02-09T06:37:36.510" v="7" actId="20577"/>
        <pc:sldMkLst>
          <pc:docMk/>
          <pc:sldMk cId="0" sldId="256"/>
        </pc:sldMkLst>
        <pc:spChg chg="mod">
          <ac:chgData name="崎維 李" userId="d4390ee11c1fc6cf" providerId="LiveId" clId="{497C16C7-F7B2-4277-A06E-4981912D1D78}" dt="2025-02-09T06:37:36.510" v="7" actId="20577"/>
          <ac:spMkLst>
            <pc:docMk/>
            <pc:sldMk cId="0" sldId="256"/>
            <ac:spMk id="176" creationId="{00000000-0000-0000-0000-000000000000}"/>
          </ac:spMkLst>
        </pc:spChg>
      </pc:sldChg>
      <pc:sldChg chg="modSp mod modNotesTx">
        <pc:chgData name="崎維 李" userId="d4390ee11c1fc6cf" providerId="LiveId" clId="{497C16C7-F7B2-4277-A06E-4981912D1D78}" dt="2025-02-10T01:28:03.925" v="582"/>
        <pc:sldMkLst>
          <pc:docMk/>
          <pc:sldMk cId="1759611898" sldId="492"/>
        </pc:sldMkLst>
        <pc:spChg chg="mod">
          <ac:chgData name="崎維 李" userId="d4390ee11c1fc6cf" providerId="LiveId" clId="{497C16C7-F7B2-4277-A06E-4981912D1D78}" dt="2025-02-10T01:28:03.925" v="582"/>
          <ac:spMkLst>
            <pc:docMk/>
            <pc:sldMk cId="1759611898" sldId="492"/>
            <ac:spMk id="2" creationId="{FFDA5E2A-651A-2221-C4E1-4B3C8ABE1EF6}"/>
          </ac:spMkLst>
        </pc:spChg>
      </pc:sldChg>
      <pc:sldChg chg="modSp mod">
        <pc:chgData name="崎維 李" userId="d4390ee11c1fc6cf" providerId="LiveId" clId="{497C16C7-F7B2-4277-A06E-4981912D1D78}" dt="2025-02-09T07:55:11.157" v="177" actId="20577"/>
        <pc:sldMkLst>
          <pc:docMk/>
          <pc:sldMk cId="1870929783" sldId="493"/>
        </pc:sldMkLst>
        <pc:spChg chg="mod">
          <ac:chgData name="崎維 李" userId="d4390ee11c1fc6cf" providerId="LiveId" clId="{497C16C7-F7B2-4277-A06E-4981912D1D78}" dt="2025-02-09T07:55:11.157" v="177" actId="20577"/>
          <ac:spMkLst>
            <pc:docMk/>
            <pc:sldMk cId="1870929783" sldId="493"/>
            <ac:spMk id="6" creationId="{254CC07A-9104-BFF8-CC32-E6A910233C69}"/>
          </ac:spMkLst>
        </pc:spChg>
      </pc:sldChg>
      <pc:sldChg chg="addSp delSp modSp mod">
        <pc:chgData name="崎維 李" userId="d4390ee11c1fc6cf" providerId="LiveId" clId="{497C16C7-F7B2-4277-A06E-4981912D1D78}" dt="2025-02-09T10:08:09.371" v="416" actId="208"/>
        <pc:sldMkLst>
          <pc:docMk/>
          <pc:sldMk cId="2481185745" sldId="1303"/>
        </pc:sldMkLst>
        <pc:graphicFrameChg chg="del">
          <ac:chgData name="崎維 李" userId="d4390ee11c1fc6cf" providerId="LiveId" clId="{497C16C7-F7B2-4277-A06E-4981912D1D78}" dt="2025-02-09T07:44:43.629" v="112" actId="478"/>
          <ac:graphicFrameMkLst>
            <pc:docMk/>
            <pc:sldMk cId="2481185745" sldId="1303"/>
            <ac:graphicFrameMk id="2" creationId="{6583D31B-42BD-3A61-EFBA-33B46D7DBC82}"/>
          </ac:graphicFrameMkLst>
        </pc:graphicFrameChg>
        <pc:graphicFrameChg chg="add mod">
          <ac:chgData name="崎維 李" userId="d4390ee11c1fc6cf" providerId="LiveId" clId="{497C16C7-F7B2-4277-A06E-4981912D1D78}" dt="2025-02-09T10:08:09.371" v="416" actId="208"/>
          <ac:graphicFrameMkLst>
            <pc:docMk/>
            <pc:sldMk cId="2481185745" sldId="1303"/>
            <ac:graphicFrameMk id="3" creationId="{12574AAC-1E60-E0C8-6931-4BC5F1FE3E4C}"/>
          </ac:graphicFrameMkLst>
        </pc:graphicFrameChg>
      </pc:sldChg>
      <pc:sldChg chg="modSp mod">
        <pc:chgData name="崎維 李" userId="d4390ee11c1fc6cf" providerId="LiveId" clId="{497C16C7-F7B2-4277-A06E-4981912D1D78}" dt="2025-02-09T07:53:44.667" v="157" actId="20577"/>
        <pc:sldMkLst>
          <pc:docMk/>
          <pc:sldMk cId="2287658099" sldId="1304"/>
        </pc:sldMkLst>
        <pc:spChg chg="mod">
          <ac:chgData name="崎維 李" userId="d4390ee11c1fc6cf" providerId="LiveId" clId="{497C16C7-F7B2-4277-A06E-4981912D1D78}" dt="2025-02-09T07:53:44.667" v="157" actId="20577"/>
          <ac:spMkLst>
            <pc:docMk/>
            <pc:sldMk cId="2287658099" sldId="1304"/>
            <ac:spMk id="5" creationId="{921A872B-3E22-6A42-B75F-A9F41C11B998}"/>
          </ac:spMkLst>
        </pc:spChg>
      </pc:sldChg>
      <pc:sldChg chg="addSp delSp modSp mod">
        <pc:chgData name="崎維 李" userId="d4390ee11c1fc6cf" providerId="LiveId" clId="{497C16C7-F7B2-4277-A06E-4981912D1D78}" dt="2025-02-09T10:08:21.344" v="417" actId="208"/>
        <pc:sldMkLst>
          <pc:docMk/>
          <pc:sldMk cId="795352007" sldId="1326"/>
        </pc:sldMkLst>
        <pc:graphicFrameChg chg="del">
          <ac:chgData name="崎維 李" userId="d4390ee11c1fc6cf" providerId="LiveId" clId="{497C16C7-F7B2-4277-A06E-4981912D1D78}" dt="2025-02-09T07:45:50.556" v="119" actId="478"/>
          <ac:graphicFrameMkLst>
            <pc:docMk/>
            <pc:sldMk cId="795352007" sldId="1326"/>
            <ac:graphicFrameMk id="2" creationId="{559933BD-0002-12E6-D415-C39123365B72}"/>
          </ac:graphicFrameMkLst>
        </pc:graphicFrameChg>
        <pc:graphicFrameChg chg="add mod">
          <ac:chgData name="崎維 李" userId="d4390ee11c1fc6cf" providerId="LiveId" clId="{497C16C7-F7B2-4277-A06E-4981912D1D78}" dt="2025-02-09T10:08:21.344" v="417" actId="208"/>
          <ac:graphicFrameMkLst>
            <pc:docMk/>
            <pc:sldMk cId="795352007" sldId="1326"/>
            <ac:graphicFrameMk id="3" creationId="{D86C830E-C2DB-698C-A5F1-34EB4DB6C97F}"/>
          </ac:graphicFrameMkLst>
        </pc:graphicFrameChg>
      </pc:sldChg>
      <pc:sldChg chg="addSp delSp modSp mod">
        <pc:chgData name="崎維 李" userId="d4390ee11c1fc6cf" providerId="LiveId" clId="{497C16C7-F7B2-4277-A06E-4981912D1D78}" dt="2025-02-09T10:08:28.224" v="418" actId="208"/>
        <pc:sldMkLst>
          <pc:docMk/>
          <pc:sldMk cId="2847781288" sldId="1327"/>
        </pc:sldMkLst>
        <pc:graphicFrameChg chg="del">
          <ac:chgData name="崎維 李" userId="d4390ee11c1fc6cf" providerId="LiveId" clId="{497C16C7-F7B2-4277-A06E-4981912D1D78}" dt="2025-02-09T07:46:51.206" v="125" actId="478"/>
          <ac:graphicFrameMkLst>
            <pc:docMk/>
            <pc:sldMk cId="2847781288" sldId="1327"/>
            <ac:graphicFrameMk id="2" creationId="{5624D892-EF99-0D04-0367-7F68A6E446E6}"/>
          </ac:graphicFrameMkLst>
        </pc:graphicFrameChg>
        <pc:graphicFrameChg chg="add mod">
          <ac:chgData name="崎維 李" userId="d4390ee11c1fc6cf" providerId="LiveId" clId="{497C16C7-F7B2-4277-A06E-4981912D1D78}" dt="2025-02-09T10:08:28.224" v="418" actId="208"/>
          <ac:graphicFrameMkLst>
            <pc:docMk/>
            <pc:sldMk cId="2847781288" sldId="1327"/>
            <ac:graphicFrameMk id="3" creationId="{4F347BEB-064D-5985-9FFE-E52DEB9AC364}"/>
          </ac:graphicFrameMkLst>
        </pc:graphicFrameChg>
      </pc:sldChg>
      <pc:sldChg chg="addSp delSp modSp mod">
        <pc:chgData name="崎維 李" userId="d4390ee11c1fc6cf" providerId="LiveId" clId="{497C16C7-F7B2-4277-A06E-4981912D1D78}" dt="2025-02-09T07:47:32.885" v="136" actId="1076"/>
        <pc:sldMkLst>
          <pc:docMk/>
          <pc:sldMk cId="1274279491" sldId="1328"/>
        </pc:sldMkLst>
        <pc:graphicFrameChg chg="del">
          <ac:chgData name="崎維 李" userId="d4390ee11c1fc6cf" providerId="LiveId" clId="{497C16C7-F7B2-4277-A06E-4981912D1D78}" dt="2025-02-09T07:47:21.538" v="131" actId="478"/>
          <ac:graphicFrameMkLst>
            <pc:docMk/>
            <pc:sldMk cId="1274279491" sldId="1328"/>
            <ac:graphicFrameMk id="3" creationId="{7D7CE545-1E59-58A9-F756-539AF86EB0AC}"/>
          </ac:graphicFrameMkLst>
        </pc:graphicFrameChg>
        <pc:graphicFrameChg chg="add mod">
          <ac:chgData name="崎維 李" userId="d4390ee11c1fc6cf" providerId="LiveId" clId="{497C16C7-F7B2-4277-A06E-4981912D1D78}" dt="2025-02-09T07:47:32.885" v="136" actId="1076"/>
          <ac:graphicFrameMkLst>
            <pc:docMk/>
            <pc:sldMk cId="1274279491" sldId="1328"/>
            <ac:graphicFrameMk id="5" creationId="{08A98CE1-6A08-D174-B8A5-F641BF0106C4}"/>
          </ac:graphicFrameMkLst>
        </pc:graphicFrameChg>
      </pc:sldChg>
      <pc:sldChg chg="addSp delSp modSp mod">
        <pc:chgData name="崎維 李" userId="d4390ee11c1fc6cf" providerId="LiveId" clId="{497C16C7-F7B2-4277-A06E-4981912D1D78}" dt="2025-02-09T07:51:29.654" v="145" actId="208"/>
        <pc:sldMkLst>
          <pc:docMk/>
          <pc:sldMk cId="3853483705" sldId="1329"/>
        </pc:sldMkLst>
        <pc:graphicFrameChg chg="del">
          <ac:chgData name="崎維 李" userId="d4390ee11c1fc6cf" providerId="LiveId" clId="{497C16C7-F7B2-4277-A06E-4981912D1D78}" dt="2025-02-09T07:50:42.722" v="137" actId="478"/>
          <ac:graphicFrameMkLst>
            <pc:docMk/>
            <pc:sldMk cId="3853483705" sldId="1329"/>
            <ac:graphicFrameMk id="3" creationId="{8E11752F-BA80-BDAA-74C8-32EF647C26E3}"/>
          </ac:graphicFrameMkLst>
        </pc:graphicFrameChg>
        <pc:graphicFrameChg chg="add mod">
          <ac:chgData name="崎維 李" userId="d4390ee11c1fc6cf" providerId="LiveId" clId="{497C16C7-F7B2-4277-A06E-4981912D1D78}" dt="2025-02-09T07:51:29.654" v="145" actId="208"/>
          <ac:graphicFrameMkLst>
            <pc:docMk/>
            <pc:sldMk cId="3853483705" sldId="1329"/>
            <ac:graphicFrameMk id="5" creationId="{EDD14CCD-64B1-6F03-0723-FAC8FBFF4ACB}"/>
          </ac:graphicFrameMkLst>
        </pc:graphicFrameChg>
      </pc:sldChg>
      <pc:sldChg chg="del">
        <pc:chgData name="崎維 李" userId="d4390ee11c1fc6cf" providerId="LiveId" clId="{497C16C7-F7B2-4277-A06E-4981912D1D78}" dt="2025-02-09T08:03:35.094" v="291" actId="47"/>
        <pc:sldMkLst>
          <pc:docMk/>
          <pc:sldMk cId="1262116730" sldId="1330"/>
        </pc:sldMkLst>
      </pc:sldChg>
      <pc:sldChg chg="del">
        <pc:chgData name="崎維 李" userId="d4390ee11c1fc6cf" providerId="LiveId" clId="{497C16C7-F7B2-4277-A06E-4981912D1D78}" dt="2025-02-09T07:36:07.883" v="111" actId="47"/>
        <pc:sldMkLst>
          <pc:docMk/>
          <pc:sldMk cId="3187298493" sldId="1331"/>
        </pc:sldMkLst>
      </pc:sldChg>
      <pc:sldChg chg="del">
        <pc:chgData name="崎維 李" userId="d4390ee11c1fc6cf" providerId="LiveId" clId="{497C16C7-F7B2-4277-A06E-4981912D1D78}" dt="2025-02-09T07:35:53.435" v="100" actId="47"/>
        <pc:sldMkLst>
          <pc:docMk/>
          <pc:sldMk cId="3348943524" sldId="1332"/>
        </pc:sldMkLst>
      </pc:sldChg>
      <pc:sldChg chg="del">
        <pc:chgData name="崎維 李" userId="d4390ee11c1fc6cf" providerId="LiveId" clId="{497C16C7-F7B2-4277-A06E-4981912D1D78}" dt="2025-02-09T07:35:53.848" v="101" actId="47"/>
        <pc:sldMkLst>
          <pc:docMk/>
          <pc:sldMk cId="1304743647" sldId="1333"/>
        </pc:sldMkLst>
      </pc:sldChg>
      <pc:sldChg chg="del">
        <pc:chgData name="崎維 李" userId="d4390ee11c1fc6cf" providerId="LiveId" clId="{497C16C7-F7B2-4277-A06E-4981912D1D78}" dt="2025-02-09T07:35:54.354" v="102" actId="47"/>
        <pc:sldMkLst>
          <pc:docMk/>
          <pc:sldMk cId="126774164" sldId="1334"/>
        </pc:sldMkLst>
      </pc:sldChg>
      <pc:sldChg chg="del">
        <pc:chgData name="崎維 李" userId="d4390ee11c1fc6cf" providerId="LiveId" clId="{497C16C7-F7B2-4277-A06E-4981912D1D78}" dt="2025-02-09T07:35:54.833" v="103" actId="47"/>
        <pc:sldMkLst>
          <pc:docMk/>
          <pc:sldMk cId="1305488087" sldId="1335"/>
        </pc:sldMkLst>
      </pc:sldChg>
      <pc:sldChg chg="del">
        <pc:chgData name="崎維 李" userId="d4390ee11c1fc6cf" providerId="LiveId" clId="{497C16C7-F7B2-4277-A06E-4981912D1D78}" dt="2025-02-09T07:35:55.354" v="104" actId="47"/>
        <pc:sldMkLst>
          <pc:docMk/>
          <pc:sldMk cId="1649848506" sldId="1336"/>
        </pc:sldMkLst>
      </pc:sldChg>
      <pc:sldChg chg="del">
        <pc:chgData name="崎維 李" userId="d4390ee11c1fc6cf" providerId="LiveId" clId="{497C16C7-F7B2-4277-A06E-4981912D1D78}" dt="2025-02-09T07:35:58.050" v="107" actId="47"/>
        <pc:sldMkLst>
          <pc:docMk/>
          <pc:sldMk cId="618729841" sldId="1337"/>
        </pc:sldMkLst>
      </pc:sldChg>
      <pc:sldChg chg="del">
        <pc:chgData name="崎維 李" userId="d4390ee11c1fc6cf" providerId="LiveId" clId="{497C16C7-F7B2-4277-A06E-4981912D1D78}" dt="2025-02-09T07:36:06.279" v="110" actId="47"/>
        <pc:sldMkLst>
          <pc:docMk/>
          <pc:sldMk cId="3797943101" sldId="1338"/>
        </pc:sldMkLst>
      </pc:sldChg>
      <pc:sldChg chg="del">
        <pc:chgData name="崎維 李" userId="d4390ee11c1fc6cf" providerId="LiveId" clId="{497C16C7-F7B2-4277-A06E-4981912D1D78}" dt="2025-02-09T07:36:05.357" v="109" actId="47"/>
        <pc:sldMkLst>
          <pc:docMk/>
          <pc:sldMk cId="27356561" sldId="1339"/>
        </pc:sldMkLst>
      </pc:sldChg>
      <pc:sldChg chg="del">
        <pc:chgData name="崎維 李" userId="d4390ee11c1fc6cf" providerId="LiveId" clId="{497C16C7-F7B2-4277-A06E-4981912D1D78}" dt="2025-02-09T07:35:44.388" v="98" actId="47"/>
        <pc:sldMkLst>
          <pc:docMk/>
          <pc:sldMk cId="3669125260" sldId="1340"/>
        </pc:sldMkLst>
      </pc:sldChg>
      <pc:sldChg chg="del">
        <pc:chgData name="崎維 李" userId="d4390ee11c1fc6cf" providerId="LiveId" clId="{497C16C7-F7B2-4277-A06E-4981912D1D78}" dt="2025-02-09T08:03:38.149" v="292" actId="47"/>
        <pc:sldMkLst>
          <pc:docMk/>
          <pc:sldMk cId="3928577968" sldId="1341"/>
        </pc:sldMkLst>
      </pc:sldChg>
      <pc:sldChg chg="del">
        <pc:chgData name="崎維 李" userId="d4390ee11c1fc6cf" providerId="LiveId" clId="{497C16C7-F7B2-4277-A06E-4981912D1D78}" dt="2025-02-09T07:35:42.873" v="96" actId="47"/>
        <pc:sldMkLst>
          <pc:docMk/>
          <pc:sldMk cId="2205214329" sldId="1342"/>
        </pc:sldMkLst>
      </pc:sldChg>
      <pc:sldChg chg="modSp new del mod">
        <pc:chgData name="崎維 李" userId="d4390ee11c1fc6cf" providerId="LiveId" clId="{497C16C7-F7B2-4277-A06E-4981912D1D78}" dt="2025-02-09T08:02:06.075" v="269" actId="47"/>
        <pc:sldMkLst>
          <pc:docMk/>
          <pc:sldMk cId="3253429511" sldId="1342"/>
        </pc:sldMkLst>
        <pc:spChg chg="mod">
          <ac:chgData name="崎維 李" userId="d4390ee11c1fc6cf" providerId="LiveId" clId="{497C16C7-F7B2-4277-A06E-4981912D1D78}" dt="2025-02-09T08:01:57.703" v="268" actId="14100"/>
          <ac:spMkLst>
            <pc:docMk/>
            <pc:sldMk cId="3253429511" sldId="1342"/>
            <ac:spMk id="2" creationId="{CBF030FC-11B0-D267-9DC8-7CC99A59D1D8}"/>
          </ac:spMkLst>
        </pc:spChg>
      </pc:sldChg>
      <pc:sldChg chg="addSp modSp add mod">
        <pc:chgData name="崎維 李" userId="d4390ee11c1fc6cf" providerId="LiveId" clId="{497C16C7-F7B2-4277-A06E-4981912D1D78}" dt="2025-02-10T01:27:02.107" v="524"/>
        <pc:sldMkLst>
          <pc:docMk/>
          <pc:sldMk cId="3936239621" sldId="1342"/>
        </pc:sldMkLst>
        <pc:spChg chg="mod">
          <ac:chgData name="崎維 李" userId="d4390ee11c1fc6cf" providerId="LiveId" clId="{497C16C7-F7B2-4277-A06E-4981912D1D78}" dt="2025-02-09T08:02:16.039" v="272" actId="20577"/>
          <ac:spMkLst>
            <pc:docMk/>
            <pc:sldMk cId="3936239621" sldId="1342"/>
            <ac:spMk id="2" creationId="{6E6FB89A-E6C8-61C4-B2A8-2C026ACC749A}"/>
          </ac:spMkLst>
        </pc:spChg>
        <pc:spChg chg="mod">
          <ac:chgData name="崎維 李" userId="d4390ee11c1fc6cf" providerId="LiveId" clId="{497C16C7-F7B2-4277-A06E-4981912D1D78}" dt="2025-02-10T01:27:02.107" v="524"/>
          <ac:spMkLst>
            <pc:docMk/>
            <pc:sldMk cId="3936239621" sldId="1342"/>
            <ac:spMk id="5" creationId="{C86CBC57-7B47-8FAA-4B16-6A7A7876360B}"/>
          </ac:spMkLst>
        </pc:spChg>
        <pc:picChg chg="add mod">
          <ac:chgData name="崎維 李" userId="d4390ee11c1fc6cf" providerId="LiveId" clId="{497C16C7-F7B2-4277-A06E-4981912D1D78}" dt="2025-02-09T08:03:14.529" v="289" actId="1076"/>
          <ac:picMkLst>
            <pc:docMk/>
            <pc:sldMk cId="3936239621" sldId="1342"/>
            <ac:picMk id="4" creationId="{0CDFC4FC-27AA-E04E-C2E9-126B09F84D64}"/>
          </ac:picMkLst>
        </pc:picChg>
        <pc:picChg chg="add mod">
          <ac:chgData name="崎維 李" userId="d4390ee11c1fc6cf" providerId="LiveId" clId="{497C16C7-F7B2-4277-A06E-4981912D1D78}" dt="2025-02-09T08:03:15.906" v="290" actId="1076"/>
          <ac:picMkLst>
            <pc:docMk/>
            <pc:sldMk cId="3936239621" sldId="1342"/>
            <ac:picMk id="8" creationId="{35229156-FE8B-8C3B-0D16-CE0014091BF7}"/>
          </ac:picMkLst>
        </pc:picChg>
      </pc:sldChg>
      <pc:sldChg chg="del">
        <pc:chgData name="崎維 李" userId="d4390ee11c1fc6cf" providerId="LiveId" clId="{497C16C7-F7B2-4277-A06E-4981912D1D78}" dt="2025-02-09T07:35:41.973" v="95" actId="47"/>
        <pc:sldMkLst>
          <pc:docMk/>
          <pc:sldMk cId="1095122769" sldId="1343"/>
        </pc:sldMkLst>
      </pc:sldChg>
      <pc:sldChg chg="del">
        <pc:chgData name="崎維 李" userId="d4390ee11c1fc6cf" providerId="LiveId" clId="{497C16C7-F7B2-4277-A06E-4981912D1D78}" dt="2025-02-09T07:35:46.181" v="99" actId="47"/>
        <pc:sldMkLst>
          <pc:docMk/>
          <pc:sldMk cId="2423316522" sldId="1344"/>
        </pc:sldMkLst>
      </pc:sldChg>
      <pc:sldChg chg="del">
        <pc:chgData name="崎維 李" userId="d4390ee11c1fc6cf" providerId="LiveId" clId="{497C16C7-F7B2-4277-A06E-4981912D1D78}" dt="2025-02-09T07:35:43.829" v="97" actId="47"/>
        <pc:sldMkLst>
          <pc:docMk/>
          <pc:sldMk cId="2831415334" sldId="1345"/>
        </pc:sldMkLst>
      </pc:sldChg>
      <pc:sldChg chg="del">
        <pc:chgData name="崎維 李" userId="d4390ee11c1fc6cf" providerId="LiveId" clId="{497C16C7-F7B2-4277-A06E-4981912D1D78}" dt="2025-02-09T07:35:56.836" v="106" actId="47"/>
        <pc:sldMkLst>
          <pc:docMk/>
          <pc:sldMk cId="3116618352" sldId="1346"/>
        </pc:sldMkLst>
      </pc:sldChg>
      <pc:sldChg chg="del">
        <pc:chgData name="崎維 李" userId="d4390ee11c1fc6cf" providerId="LiveId" clId="{497C16C7-F7B2-4277-A06E-4981912D1D78}" dt="2025-02-09T07:36:00.535" v="108" actId="47"/>
        <pc:sldMkLst>
          <pc:docMk/>
          <pc:sldMk cId="1717657456" sldId="1347"/>
        </pc:sldMkLst>
      </pc:sldChg>
      <pc:sldChg chg="del">
        <pc:chgData name="崎維 李" userId="d4390ee11c1fc6cf" providerId="LiveId" clId="{497C16C7-F7B2-4277-A06E-4981912D1D78}" dt="2025-02-09T07:35:55.835" v="105" actId="47"/>
        <pc:sldMkLst>
          <pc:docMk/>
          <pc:sldMk cId="1528205328" sldId="1348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4390ee11c1fc6cf/&#26700;&#38754;/0207%2050W&#38663;&#30442;&#23376;%20A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4390ee11c1fc6cf/&#26700;&#38754;/0207%2050W&#38663;&#30442;&#23376;%20AL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4390ee11c1fc6cf/&#26700;&#38754;/0207%2050W&#38663;&#30442;&#23376;%20AL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4390ee11c1fc6cf/&#26700;&#38754;/0207%2050W&#38663;&#30442;&#23376;%20AL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4390ee11c1fc6cf/&#26700;&#38754;/0207%2050W&#38663;&#30442;&#23376;%20AL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操作頻率</a:t>
            </a:r>
            <a:r>
              <a:rPr lang="en-US" altLang="zh-TW"/>
              <a:t>(KHz)</a:t>
            </a:r>
            <a:endParaRPr lang="zh-TW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114630129190765"/>
          <c:y val="0.16305555555555556"/>
          <c:w val="0.86818164407697818"/>
          <c:h val="0.71565616797900267"/>
        </c:manualLayout>
      </c:layout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工作表1!$D$5:$D$54</c:f>
              <c:numCache>
                <c:formatCode>General</c:formatCode>
                <c:ptCount val="50"/>
                <c:pt idx="0">
                  <c:v>26.58</c:v>
                </c:pt>
                <c:pt idx="1">
                  <c:v>26.58</c:v>
                </c:pt>
                <c:pt idx="2">
                  <c:v>26.58</c:v>
                </c:pt>
                <c:pt idx="3">
                  <c:v>26.58</c:v>
                </c:pt>
                <c:pt idx="4">
                  <c:v>26.58</c:v>
                </c:pt>
                <c:pt idx="5">
                  <c:v>26.58</c:v>
                </c:pt>
                <c:pt idx="6">
                  <c:v>26.58</c:v>
                </c:pt>
                <c:pt idx="7">
                  <c:v>26.58</c:v>
                </c:pt>
                <c:pt idx="8">
                  <c:v>26.55</c:v>
                </c:pt>
                <c:pt idx="9">
                  <c:v>26.55</c:v>
                </c:pt>
                <c:pt idx="10">
                  <c:v>26.55</c:v>
                </c:pt>
                <c:pt idx="11">
                  <c:v>26.55</c:v>
                </c:pt>
                <c:pt idx="12">
                  <c:v>26.55</c:v>
                </c:pt>
                <c:pt idx="13">
                  <c:v>26.55</c:v>
                </c:pt>
                <c:pt idx="14">
                  <c:v>26.55</c:v>
                </c:pt>
                <c:pt idx="15">
                  <c:v>26.55</c:v>
                </c:pt>
                <c:pt idx="16">
                  <c:v>26.55</c:v>
                </c:pt>
                <c:pt idx="17">
                  <c:v>26.55</c:v>
                </c:pt>
                <c:pt idx="18">
                  <c:v>26.52</c:v>
                </c:pt>
                <c:pt idx="19">
                  <c:v>26.52</c:v>
                </c:pt>
                <c:pt idx="20">
                  <c:v>26.52</c:v>
                </c:pt>
                <c:pt idx="21">
                  <c:v>26.52</c:v>
                </c:pt>
                <c:pt idx="22">
                  <c:v>26.52</c:v>
                </c:pt>
                <c:pt idx="23">
                  <c:v>26.52</c:v>
                </c:pt>
                <c:pt idx="24">
                  <c:v>26.52</c:v>
                </c:pt>
                <c:pt idx="25">
                  <c:v>26.52</c:v>
                </c:pt>
                <c:pt idx="26">
                  <c:v>26.52</c:v>
                </c:pt>
                <c:pt idx="27">
                  <c:v>26.52</c:v>
                </c:pt>
                <c:pt idx="28">
                  <c:v>26.52</c:v>
                </c:pt>
                <c:pt idx="29">
                  <c:v>26.52</c:v>
                </c:pt>
                <c:pt idx="30">
                  <c:v>26.52</c:v>
                </c:pt>
                <c:pt idx="31">
                  <c:v>26.52</c:v>
                </c:pt>
                <c:pt idx="32">
                  <c:v>26.52</c:v>
                </c:pt>
                <c:pt idx="33">
                  <c:v>26.52</c:v>
                </c:pt>
                <c:pt idx="34">
                  <c:v>26.52</c:v>
                </c:pt>
                <c:pt idx="35">
                  <c:v>26.52</c:v>
                </c:pt>
                <c:pt idx="36">
                  <c:v>26.52</c:v>
                </c:pt>
                <c:pt idx="37">
                  <c:v>26.52</c:v>
                </c:pt>
                <c:pt idx="38">
                  <c:v>26.52</c:v>
                </c:pt>
                <c:pt idx="39">
                  <c:v>26.52</c:v>
                </c:pt>
                <c:pt idx="40">
                  <c:v>26.52</c:v>
                </c:pt>
                <c:pt idx="41">
                  <c:v>26.52</c:v>
                </c:pt>
                <c:pt idx="42">
                  <c:v>26.52</c:v>
                </c:pt>
                <c:pt idx="43">
                  <c:v>26.52</c:v>
                </c:pt>
                <c:pt idx="44">
                  <c:v>26.52</c:v>
                </c:pt>
                <c:pt idx="45">
                  <c:v>26.52</c:v>
                </c:pt>
                <c:pt idx="46">
                  <c:v>26.52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38B-47FD-AEF6-18DDFE0CAF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63957984"/>
        <c:axId val="1663958464"/>
      </c:lineChart>
      <c:catAx>
        <c:axId val="16639579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663958464"/>
        <c:crosses val="autoZero"/>
        <c:auto val="1"/>
        <c:lblAlgn val="ctr"/>
        <c:lblOffset val="100"/>
        <c:noMultiLvlLbl val="0"/>
      </c:catAx>
      <c:valAx>
        <c:axId val="1663958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6639579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 dirty="0">
                <a:latin typeface="+mj-ea"/>
              </a:rPr>
              <a:t>震盪子電流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工作表1!$F$6:$F$54</c:f>
              <c:numCache>
                <c:formatCode>General</c:formatCode>
                <c:ptCount val="49"/>
                <c:pt idx="0">
                  <c:v>0.1203</c:v>
                </c:pt>
                <c:pt idx="1">
                  <c:v>0.11990000000000001</c:v>
                </c:pt>
                <c:pt idx="2">
                  <c:v>0.1198</c:v>
                </c:pt>
                <c:pt idx="3">
                  <c:v>0.11890000000000001</c:v>
                </c:pt>
                <c:pt idx="4">
                  <c:v>0.1183</c:v>
                </c:pt>
                <c:pt idx="5">
                  <c:v>0.1176</c:v>
                </c:pt>
                <c:pt idx="6">
                  <c:v>0.1169</c:v>
                </c:pt>
                <c:pt idx="7">
                  <c:v>0.1181</c:v>
                </c:pt>
                <c:pt idx="8">
                  <c:v>0.11840000000000001</c:v>
                </c:pt>
                <c:pt idx="9">
                  <c:v>0.1182</c:v>
                </c:pt>
                <c:pt idx="10">
                  <c:v>0.11799999999999999</c:v>
                </c:pt>
                <c:pt idx="11">
                  <c:v>0.1178</c:v>
                </c:pt>
                <c:pt idx="12">
                  <c:v>0.11749999999999999</c:v>
                </c:pt>
                <c:pt idx="13">
                  <c:v>0.1174</c:v>
                </c:pt>
                <c:pt idx="14">
                  <c:v>0.1172</c:v>
                </c:pt>
                <c:pt idx="15">
                  <c:v>0.1167</c:v>
                </c:pt>
                <c:pt idx="16">
                  <c:v>0.1167</c:v>
                </c:pt>
                <c:pt idx="17">
                  <c:v>0.1166</c:v>
                </c:pt>
                <c:pt idx="18">
                  <c:v>0.1171</c:v>
                </c:pt>
                <c:pt idx="19">
                  <c:v>0.1174</c:v>
                </c:pt>
                <c:pt idx="20">
                  <c:v>0.1178</c:v>
                </c:pt>
                <c:pt idx="21">
                  <c:v>0.1178</c:v>
                </c:pt>
                <c:pt idx="22">
                  <c:v>0.1178</c:v>
                </c:pt>
                <c:pt idx="23">
                  <c:v>0.1178</c:v>
                </c:pt>
                <c:pt idx="24">
                  <c:v>0.1177</c:v>
                </c:pt>
                <c:pt idx="25">
                  <c:v>0.1177</c:v>
                </c:pt>
                <c:pt idx="26">
                  <c:v>0.1179</c:v>
                </c:pt>
                <c:pt idx="27">
                  <c:v>0.1179</c:v>
                </c:pt>
                <c:pt idx="28">
                  <c:v>0.1183</c:v>
                </c:pt>
                <c:pt idx="29">
                  <c:v>0.1182</c:v>
                </c:pt>
                <c:pt idx="30">
                  <c:v>0.1182</c:v>
                </c:pt>
                <c:pt idx="31">
                  <c:v>0.11799999999999999</c:v>
                </c:pt>
                <c:pt idx="32">
                  <c:v>0.1179</c:v>
                </c:pt>
                <c:pt idx="33">
                  <c:v>0.1178</c:v>
                </c:pt>
                <c:pt idx="34">
                  <c:v>0.1177</c:v>
                </c:pt>
                <c:pt idx="35">
                  <c:v>0.1177</c:v>
                </c:pt>
                <c:pt idx="36">
                  <c:v>0.1178</c:v>
                </c:pt>
                <c:pt idx="37">
                  <c:v>0.1177</c:v>
                </c:pt>
                <c:pt idx="38">
                  <c:v>0.1177</c:v>
                </c:pt>
                <c:pt idx="39">
                  <c:v>0.1174</c:v>
                </c:pt>
                <c:pt idx="40">
                  <c:v>0.1173</c:v>
                </c:pt>
                <c:pt idx="41">
                  <c:v>0.1172</c:v>
                </c:pt>
                <c:pt idx="42">
                  <c:v>0.1171</c:v>
                </c:pt>
                <c:pt idx="43">
                  <c:v>0.1173</c:v>
                </c:pt>
                <c:pt idx="44">
                  <c:v>0.1173</c:v>
                </c:pt>
                <c:pt idx="45">
                  <c:v>0.1173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D5F-497E-B4B4-E711EF7B9C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1429136"/>
        <c:axId val="101430576"/>
      </c:lineChart>
      <c:catAx>
        <c:axId val="101429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1430576"/>
        <c:crosses val="autoZero"/>
        <c:auto val="1"/>
        <c:lblAlgn val="ctr"/>
        <c:lblOffset val="100"/>
        <c:noMultiLvlLbl val="0"/>
      </c:catAx>
      <c:valAx>
        <c:axId val="1014305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14291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 dirty="0">
                <a:latin typeface="+mj-ea"/>
              </a:rPr>
              <a:t>震盪子電壓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工作表1!$E$6:$E$54</c:f>
              <c:numCache>
                <c:formatCode>General</c:formatCode>
                <c:ptCount val="49"/>
                <c:pt idx="0">
                  <c:v>387.6</c:v>
                </c:pt>
                <c:pt idx="1">
                  <c:v>372.3</c:v>
                </c:pt>
                <c:pt idx="2">
                  <c:v>361.6</c:v>
                </c:pt>
                <c:pt idx="3">
                  <c:v>352.2</c:v>
                </c:pt>
                <c:pt idx="4">
                  <c:v>345.1</c:v>
                </c:pt>
                <c:pt idx="5">
                  <c:v>339.6</c:v>
                </c:pt>
                <c:pt idx="6">
                  <c:v>331.3</c:v>
                </c:pt>
                <c:pt idx="7">
                  <c:v>379.3</c:v>
                </c:pt>
                <c:pt idx="8">
                  <c:v>368.5</c:v>
                </c:pt>
                <c:pt idx="9">
                  <c:v>359.2</c:v>
                </c:pt>
                <c:pt idx="10">
                  <c:v>352.2</c:v>
                </c:pt>
                <c:pt idx="11">
                  <c:v>347</c:v>
                </c:pt>
                <c:pt idx="12">
                  <c:v>342.2</c:v>
                </c:pt>
                <c:pt idx="13">
                  <c:v>340.7</c:v>
                </c:pt>
                <c:pt idx="14">
                  <c:v>338.5</c:v>
                </c:pt>
                <c:pt idx="15">
                  <c:v>332.9</c:v>
                </c:pt>
                <c:pt idx="16">
                  <c:v>331</c:v>
                </c:pt>
                <c:pt idx="17">
                  <c:v>373.1</c:v>
                </c:pt>
                <c:pt idx="18">
                  <c:v>367.2</c:v>
                </c:pt>
                <c:pt idx="19">
                  <c:v>361.9</c:v>
                </c:pt>
                <c:pt idx="20">
                  <c:v>359.9</c:v>
                </c:pt>
                <c:pt idx="21">
                  <c:v>356.1</c:v>
                </c:pt>
                <c:pt idx="22">
                  <c:v>353.4</c:v>
                </c:pt>
                <c:pt idx="23">
                  <c:v>350.6</c:v>
                </c:pt>
                <c:pt idx="24">
                  <c:v>346.7</c:v>
                </c:pt>
                <c:pt idx="25">
                  <c:v>345.2</c:v>
                </c:pt>
                <c:pt idx="26">
                  <c:v>344.8</c:v>
                </c:pt>
                <c:pt idx="27">
                  <c:v>344.1</c:v>
                </c:pt>
                <c:pt idx="28">
                  <c:v>345.1</c:v>
                </c:pt>
                <c:pt idx="29">
                  <c:v>344.8</c:v>
                </c:pt>
                <c:pt idx="30">
                  <c:v>343.6</c:v>
                </c:pt>
                <c:pt idx="31">
                  <c:v>343.2</c:v>
                </c:pt>
                <c:pt idx="32">
                  <c:v>341.3</c:v>
                </c:pt>
                <c:pt idx="33">
                  <c:v>339.7</c:v>
                </c:pt>
                <c:pt idx="34">
                  <c:v>340.9</c:v>
                </c:pt>
                <c:pt idx="35">
                  <c:v>341</c:v>
                </c:pt>
                <c:pt idx="36">
                  <c:v>341.5</c:v>
                </c:pt>
                <c:pt idx="37">
                  <c:v>340</c:v>
                </c:pt>
                <c:pt idx="38">
                  <c:v>339.8</c:v>
                </c:pt>
                <c:pt idx="39">
                  <c:v>339</c:v>
                </c:pt>
                <c:pt idx="40">
                  <c:v>338.1</c:v>
                </c:pt>
                <c:pt idx="41">
                  <c:v>335.7</c:v>
                </c:pt>
                <c:pt idx="42">
                  <c:v>333.6</c:v>
                </c:pt>
                <c:pt idx="43">
                  <c:v>334.3</c:v>
                </c:pt>
                <c:pt idx="44">
                  <c:v>334.2</c:v>
                </c:pt>
                <c:pt idx="45">
                  <c:v>334.5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CD5-45F6-A7D3-433D7FCC3B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63956544"/>
        <c:axId val="1663957024"/>
      </c:lineChart>
      <c:catAx>
        <c:axId val="1663956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663957024"/>
        <c:crosses val="autoZero"/>
        <c:auto val="1"/>
        <c:lblAlgn val="ctr"/>
        <c:lblOffset val="100"/>
        <c:noMultiLvlLbl val="0"/>
      </c:catAx>
      <c:valAx>
        <c:axId val="16639570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6639565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功率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工作表1!$K$1:$K$2</c:f>
              <c:strCache>
                <c:ptCount val="2"/>
                <c:pt idx="0">
                  <c:v>Pin</c:v>
                </c:pt>
                <c:pt idx="1">
                  <c:v>(W)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工作表1!$K$6:$K$54</c:f>
              <c:numCache>
                <c:formatCode>General</c:formatCode>
                <c:ptCount val="49"/>
                <c:pt idx="0">
                  <c:v>24.21</c:v>
                </c:pt>
                <c:pt idx="1">
                  <c:v>22.06</c:v>
                </c:pt>
                <c:pt idx="2">
                  <c:v>20.170000000000002</c:v>
                </c:pt>
                <c:pt idx="3">
                  <c:v>19.28</c:v>
                </c:pt>
                <c:pt idx="4">
                  <c:v>18.600000000000001</c:v>
                </c:pt>
                <c:pt idx="5">
                  <c:v>18.22</c:v>
                </c:pt>
                <c:pt idx="6">
                  <c:v>17.52</c:v>
                </c:pt>
                <c:pt idx="7">
                  <c:v>23.87</c:v>
                </c:pt>
                <c:pt idx="8">
                  <c:v>22.08</c:v>
                </c:pt>
                <c:pt idx="9">
                  <c:v>20.79</c:v>
                </c:pt>
                <c:pt idx="10">
                  <c:v>19.91</c:v>
                </c:pt>
                <c:pt idx="11">
                  <c:v>19.239999999999998</c:v>
                </c:pt>
                <c:pt idx="12">
                  <c:v>18.760000000000002</c:v>
                </c:pt>
                <c:pt idx="13">
                  <c:v>18.510000000000002</c:v>
                </c:pt>
                <c:pt idx="14">
                  <c:v>18.45</c:v>
                </c:pt>
                <c:pt idx="15">
                  <c:v>17.95</c:v>
                </c:pt>
                <c:pt idx="16">
                  <c:v>17.71</c:v>
                </c:pt>
                <c:pt idx="17">
                  <c:v>24.15</c:v>
                </c:pt>
                <c:pt idx="18">
                  <c:v>23.08</c:v>
                </c:pt>
                <c:pt idx="19">
                  <c:v>22.17</c:v>
                </c:pt>
                <c:pt idx="20">
                  <c:v>21.58</c:v>
                </c:pt>
                <c:pt idx="21">
                  <c:v>21.04</c:v>
                </c:pt>
                <c:pt idx="22">
                  <c:v>20.62</c:v>
                </c:pt>
                <c:pt idx="23">
                  <c:v>20.21</c:v>
                </c:pt>
                <c:pt idx="24">
                  <c:v>19.71</c:v>
                </c:pt>
                <c:pt idx="25">
                  <c:v>19.53</c:v>
                </c:pt>
                <c:pt idx="26">
                  <c:v>19.3</c:v>
                </c:pt>
                <c:pt idx="27">
                  <c:v>19.190000000000001</c:v>
                </c:pt>
                <c:pt idx="28">
                  <c:v>19.09</c:v>
                </c:pt>
                <c:pt idx="29">
                  <c:v>19.05</c:v>
                </c:pt>
                <c:pt idx="30">
                  <c:v>18.920000000000002</c:v>
                </c:pt>
                <c:pt idx="31">
                  <c:v>18.940000000000001</c:v>
                </c:pt>
                <c:pt idx="32">
                  <c:v>18.760000000000002</c:v>
                </c:pt>
                <c:pt idx="33">
                  <c:v>18.59</c:v>
                </c:pt>
                <c:pt idx="34">
                  <c:v>18.82</c:v>
                </c:pt>
                <c:pt idx="35">
                  <c:v>18.809999999999999</c:v>
                </c:pt>
                <c:pt idx="36">
                  <c:v>18.809999999999999</c:v>
                </c:pt>
                <c:pt idx="37">
                  <c:v>18.61</c:v>
                </c:pt>
                <c:pt idx="38">
                  <c:v>18.57</c:v>
                </c:pt>
                <c:pt idx="39">
                  <c:v>18.5</c:v>
                </c:pt>
                <c:pt idx="40">
                  <c:v>18.45</c:v>
                </c:pt>
                <c:pt idx="41">
                  <c:v>18.13</c:v>
                </c:pt>
                <c:pt idx="42">
                  <c:v>17.850000000000001</c:v>
                </c:pt>
                <c:pt idx="43">
                  <c:v>17.86</c:v>
                </c:pt>
                <c:pt idx="44">
                  <c:v>17.86</c:v>
                </c:pt>
                <c:pt idx="45">
                  <c:v>17.850000000000001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349-4127-981D-0999D9D8185F}"/>
            </c:ext>
          </c:extLst>
        </c:ser>
        <c:ser>
          <c:idx val="1"/>
          <c:order val="1"/>
          <c:tx>
            <c:strRef>
              <c:f>工作表1!$L$1:$L$2</c:f>
              <c:strCache>
                <c:ptCount val="2"/>
                <c:pt idx="0">
                  <c:v>PPZ</c:v>
                </c:pt>
                <c:pt idx="1">
                  <c:v>(W)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工作表1!$L$6:$L$54</c:f>
              <c:numCache>
                <c:formatCode>General</c:formatCode>
                <c:ptCount val="49"/>
                <c:pt idx="0">
                  <c:v>23.3</c:v>
                </c:pt>
                <c:pt idx="1">
                  <c:v>21.3</c:v>
                </c:pt>
                <c:pt idx="2">
                  <c:v>19.5</c:v>
                </c:pt>
                <c:pt idx="3">
                  <c:v>18.600000000000001</c:v>
                </c:pt>
                <c:pt idx="4">
                  <c:v>18</c:v>
                </c:pt>
                <c:pt idx="5">
                  <c:v>17.600000000000001</c:v>
                </c:pt>
                <c:pt idx="6">
                  <c:v>17</c:v>
                </c:pt>
                <c:pt idx="7">
                  <c:v>23.1</c:v>
                </c:pt>
                <c:pt idx="8">
                  <c:v>21.3</c:v>
                </c:pt>
                <c:pt idx="9">
                  <c:v>20.100000000000001</c:v>
                </c:pt>
                <c:pt idx="10">
                  <c:v>19.3</c:v>
                </c:pt>
                <c:pt idx="11">
                  <c:v>18.600000000000001</c:v>
                </c:pt>
                <c:pt idx="12">
                  <c:v>18.2</c:v>
                </c:pt>
                <c:pt idx="13">
                  <c:v>17.899999999999999</c:v>
                </c:pt>
                <c:pt idx="14">
                  <c:v>17.899999999999999</c:v>
                </c:pt>
                <c:pt idx="15">
                  <c:v>17.399999999999999</c:v>
                </c:pt>
                <c:pt idx="16">
                  <c:v>17.2</c:v>
                </c:pt>
                <c:pt idx="17">
                  <c:v>23.4</c:v>
                </c:pt>
                <c:pt idx="18">
                  <c:v>22.4</c:v>
                </c:pt>
                <c:pt idx="19">
                  <c:v>21.5</c:v>
                </c:pt>
                <c:pt idx="20">
                  <c:v>20.9</c:v>
                </c:pt>
                <c:pt idx="21">
                  <c:v>20.399999999999999</c:v>
                </c:pt>
                <c:pt idx="22">
                  <c:v>20</c:v>
                </c:pt>
                <c:pt idx="23">
                  <c:v>19.600000000000001</c:v>
                </c:pt>
                <c:pt idx="24">
                  <c:v>19.100000000000001</c:v>
                </c:pt>
                <c:pt idx="25">
                  <c:v>19</c:v>
                </c:pt>
                <c:pt idx="26">
                  <c:v>18.7</c:v>
                </c:pt>
                <c:pt idx="27">
                  <c:v>18.600000000000001</c:v>
                </c:pt>
                <c:pt idx="28">
                  <c:v>18.5</c:v>
                </c:pt>
                <c:pt idx="29">
                  <c:v>18.5</c:v>
                </c:pt>
                <c:pt idx="30">
                  <c:v>18.399999999999999</c:v>
                </c:pt>
                <c:pt idx="31">
                  <c:v>18.399999999999999</c:v>
                </c:pt>
                <c:pt idx="32">
                  <c:v>18.2</c:v>
                </c:pt>
                <c:pt idx="33">
                  <c:v>18.100000000000001</c:v>
                </c:pt>
                <c:pt idx="34">
                  <c:v>18.3</c:v>
                </c:pt>
                <c:pt idx="35">
                  <c:v>18.3</c:v>
                </c:pt>
                <c:pt idx="36">
                  <c:v>18.3</c:v>
                </c:pt>
                <c:pt idx="37">
                  <c:v>18.100000000000001</c:v>
                </c:pt>
                <c:pt idx="38">
                  <c:v>18</c:v>
                </c:pt>
                <c:pt idx="39">
                  <c:v>18</c:v>
                </c:pt>
                <c:pt idx="40">
                  <c:v>17.899999999999999</c:v>
                </c:pt>
                <c:pt idx="41">
                  <c:v>17.600000000000001</c:v>
                </c:pt>
                <c:pt idx="42">
                  <c:v>17.3</c:v>
                </c:pt>
                <c:pt idx="43">
                  <c:v>17.3</c:v>
                </c:pt>
                <c:pt idx="44">
                  <c:v>17.3</c:v>
                </c:pt>
                <c:pt idx="45">
                  <c:v>17.3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349-4127-981D-0999D9D818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80007440"/>
        <c:axId val="1580005520"/>
      </c:lineChart>
      <c:catAx>
        <c:axId val="1580007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580005520"/>
        <c:crosses val="autoZero"/>
        <c:auto val="1"/>
        <c:lblAlgn val="ctr"/>
        <c:lblOffset val="100"/>
        <c:noMultiLvlLbl val="0"/>
      </c:catAx>
      <c:valAx>
        <c:axId val="1580005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580007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溫度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工作表1!$G$1:$G$2</c:f>
              <c:strCache>
                <c:ptCount val="2"/>
                <c:pt idx="0">
                  <c:v>TPZ</c:v>
                </c:pt>
                <c:pt idx="1">
                  <c:v>(°C)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工作表1!$G$3:$G$54</c:f>
              <c:numCache>
                <c:formatCode>General</c:formatCode>
                <c:ptCount val="52"/>
                <c:pt idx="0">
                  <c:v>23.2</c:v>
                </c:pt>
                <c:pt idx="1">
                  <c:v>25.5</c:v>
                </c:pt>
                <c:pt idx="2">
                  <c:v>26.2</c:v>
                </c:pt>
                <c:pt idx="3">
                  <c:v>26.3</c:v>
                </c:pt>
                <c:pt idx="4">
                  <c:v>26.8</c:v>
                </c:pt>
                <c:pt idx="5">
                  <c:v>27</c:v>
                </c:pt>
                <c:pt idx="6">
                  <c:v>27.3</c:v>
                </c:pt>
                <c:pt idx="7">
                  <c:v>27.6</c:v>
                </c:pt>
                <c:pt idx="8">
                  <c:v>27.6</c:v>
                </c:pt>
                <c:pt idx="9">
                  <c:v>28</c:v>
                </c:pt>
                <c:pt idx="10">
                  <c:v>28.5</c:v>
                </c:pt>
                <c:pt idx="11">
                  <c:v>29.3</c:v>
                </c:pt>
                <c:pt idx="12">
                  <c:v>29.4</c:v>
                </c:pt>
                <c:pt idx="13">
                  <c:v>29.6</c:v>
                </c:pt>
                <c:pt idx="14">
                  <c:v>29.9</c:v>
                </c:pt>
                <c:pt idx="15">
                  <c:v>29.8</c:v>
                </c:pt>
                <c:pt idx="16">
                  <c:v>30</c:v>
                </c:pt>
                <c:pt idx="17">
                  <c:v>30.2</c:v>
                </c:pt>
                <c:pt idx="18">
                  <c:v>30.4</c:v>
                </c:pt>
                <c:pt idx="19">
                  <c:v>30.4</c:v>
                </c:pt>
                <c:pt idx="20">
                  <c:v>30.8</c:v>
                </c:pt>
                <c:pt idx="21">
                  <c:v>31.5</c:v>
                </c:pt>
                <c:pt idx="22">
                  <c:v>31.7</c:v>
                </c:pt>
                <c:pt idx="23">
                  <c:v>31.8</c:v>
                </c:pt>
                <c:pt idx="24">
                  <c:v>32.299999999999997</c:v>
                </c:pt>
                <c:pt idx="25">
                  <c:v>32.200000000000003</c:v>
                </c:pt>
                <c:pt idx="26">
                  <c:v>32.200000000000003</c:v>
                </c:pt>
                <c:pt idx="27">
                  <c:v>32.299999999999997</c:v>
                </c:pt>
                <c:pt idx="28">
                  <c:v>32.5</c:v>
                </c:pt>
                <c:pt idx="29">
                  <c:v>32.6</c:v>
                </c:pt>
                <c:pt idx="30">
                  <c:v>32.4</c:v>
                </c:pt>
                <c:pt idx="31">
                  <c:v>32.4</c:v>
                </c:pt>
                <c:pt idx="32">
                  <c:v>32.5</c:v>
                </c:pt>
                <c:pt idx="33">
                  <c:v>32.200000000000003</c:v>
                </c:pt>
                <c:pt idx="34">
                  <c:v>32.4</c:v>
                </c:pt>
                <c:pt idx="35">
                  <c:v>32.200000000000003</c:v>
                </c:pt>
                <c:pt idx="36">
                  <c:v>32.6</c:v>
                </c:pt>
                <c:pt idx="37">
                  <c:v>32.4</c:v>
                </c:pt>
                <c:pt idx="38">
                  <c:v>32.6</c:v>
                </c:pt>
                <c:pt idx="39">
                  <c:v>32.5</c:v>
                </c:pt>
                <c:pt idx="40">
                  <c:v>32.299999999999997</c:v>
                </c:pt>
                <c:pt idx="41">
                  <c:v>32.6</c:v>
                </c:pt>
                <c:pt idx="42">
                  <c:v>32.799999999999997</c:v>
                </c:pt>
                <c:pt idx="43">
                  <c:v>32.700000000000003</c:v>
                </c:pt>
                <c:pt idx="44">
                  <c:v>32.799999999999997</c:v>
                </c:pt>
                <c:pt idx="45">
                  <c:v>32.6</c:v>
                </c:pt>
                <c:pt idx="46">
                  <c:v>32.9</c:v>
                </c:pt>
                <c:pt idx="47">
                  <c:v>32.799999999999997</c:v>
                </c:pt>
                <c:pt idx="48">
                  <c:v>32.6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903-4B2F-B7A8-5D2D06F01F3D}"/>
            </c:ext>
          </c:extLst>
        </c:ser>
        <c:ser>
          <c:idx val="1"/>
          <c:order val="1"/>
          <c:tx>
            <c:strRef>
              <c:f>工作表1!$H$1:$H$2</c:f>
              <c:strCache>
                <c:ptCount val="2"/>
                <c:pt idx="0">
                  <c:v>TL</c:v>
                </c:pt>
                <c:pt idx="1">
                  <c:v>(°C)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工作表1!$H$3:$H$54</c:f>
              <c:numCache>
                <c:formatCode>General</c:formatCode>
                <c:ptCount val="52"/>
                <c:pt idx="0">
                  <c:v>22.3</c:v>
                </c:pt>
                <c:pt idx="1">
                  <c:v>24</c:v>
                </c:pt>
                <c:pt idx="2">
                  <c:v>26.4</c:v>
                </c:pt>
                <c:pt idx="3">
                  <c:v>27.2</c:v>
                </c:pt>
                <c:pt idx="4">
                  <c:v>28.8</c:v>
                </c:pt>
                <c:pt idx="5">
                  <c:v>28.7</c:v>
                </c:pt>
                <c:pt idx="6">
                  <c:v>29.3</c:v>
                </c:pt>
                <c:pt idx="7">
                  <c:v>29.4</c:v>
                </c:pt>
                <c:pt idx="8">
                  <c:v>29.6</c:v>
                </c:pt>
                <c:pt idx="9">
                  <c:v>29.8</c:v>
                </c:pt>
                <c:pt idx="10">
                  <c:v>29.8</c:v>
                </c:pt>
                <c:pt idx="11">
                  <c:v>30.2</c:v>
                </c:pt>
                <c:pt idx="12">
                  <c:v>30.5</c:v>
                </c:pt>
                <c:pt idx="13">
                  <c:v>30.6</c:v>
                </c:pt>
                <c:pt idx="14">
                  <c:v>30.4</c:v>
                </c:pt>
                <c:pt idx="15">
                  <c:v>30.3</c:v>
                </c:pt>
                <c:pt idx="16">
                  <c:v>30</c:v>
                </c:pt>
                <c:pt idx="17">
                  <c:v>30.2</c:v>
                </c:pt>
                <c:pt idx="18">
                  <c:v>30.5</c:v>
                </c:pt>
                <c:pt idx="19">
                  <c:v>30.3</c:v>
                </c:pt>
                <c:pt idx="20">
                  <c:v>30.2</c:v>
                </c:pt>
                <c:pt idx="21">
                  <c:v>30.5</c:v>
                </c:pt>
                <c:pt idx="22">
                  <c:v>30.8</c:v>
                </c:pt>
                <c:pt idx="23">
                  <c:v>30.9</c:v>
                </c:pt>
                <c:pt idx="24">
                  <c:v>31.2</c:v>
                </c:pt>
                <c:pt idx="25">
                  <c:v>31.1</c:v>
                </c:pt>
                <c:pt idx="26">
                  <c:v>31</c:v>
                </c:pt>
                <c:pt idx="27">
                  <c:v>31.3</c:v>
                </c:pt>
                <c:pt idx="28">
                  <c:v>31.3</c:v>
                </c:pt>
                <c:pt idx="29">
                  <c:v>31.1</c:v>
                </c:pt>
                <c:pt idx="30">
                  <c:v>31.1</c:v>
                </c:pt>
                <c:pt idx="31">
                  <c:v>31.3</c:v>
                </c:pt>
                <c:pt idx="32">
                  <c:v>31.5</c:v>
                </c:pt>
                <c:pt idx="33">
                  <c:v>31.3</c:v>
                </c:pt>
                <c:pt idx="34">
                  <c:v>31.1</c:v>
                </c:pt>
                <c:pt idx="35">
                  <c:v>30.7</c:v>
                </c:pt>
                <c:pt idx="36">
                  <c:v>31.1</c:v>
                </c:pt>
                <c:pt idx="37">
                  <c:v>30.9</c:v>
                </c:pt>
                <c:pt idx="38">
                  <c:v>30.7</c:v>
                </c:pt>
                <c:pt idx="39">
                  <c:v>30.5</c:v>
                </c:pt>
                <c:pt idx="40">
                  <c:v>30.6</c:v>
                </c:pt>
                <c:pt idx="41">
                  <c:v>30.8</c:v>
                </c:pt>
                <c:pt idx="42">
                  <c:v>30.7</c:v>
                </c:pt>
                <c:pt idx="43">
                  <c:v>30.6</c:v>
                </c:pt>
                <c:pt idx="44">
                  <c:v>30.8</c:v>
                </c:pt>
                <c:pt idx="45">
                  <c:v>30.8</c:v>
                </c:pt>
                <c:pt idx="46">
                  <c:v>30.8</c:v>
                </c:pt>
                <c:pt idx="47">
                  <c:v>30.7</c:v>
                </c:pt>
                <c:pt idx="48">
                  <c:v>30.7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903-4B2F-B7A8-5D2D06F01F3D}"/>
            </c:ext>
          </c:extLst>
        </c:ser>
        <c:ser>
          <c:idx val="2"/>
          <c:order val="2"/>
          <c:tx>
            <c:strRef>
              <c:f>工作表1!$I$1:$I$2</c:f>
              <c:strCache>
                <c:ptCount val="2"/>
                <c:pt idx="0">
                  <c:v>Twater</c:v>
                </c:pt>
                <c:pt idx="1">
                  <c:v>(°C)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工作表1!$I$3:$I$54</c:f>
              <c:numCache>
                <c:formatCode>General</c:formatCode>
                <c:ptCount val="52"/>
                <c:pt idx="0">
                  <c:v>20.2</c:v>
                </c:pt>
                <c:pt idx="1">
                  <c:v>21.1</c:v>
                </c:pt>
                <c:pt idx="2">
                  <c:v>22.7</c:v>
                </c:pt>
                <c:pt idx="3">
                  <c:v>23.2</c:v>
                </c:pt>
                <c:pt idx="4">
                  <c:v>24.5</c:v>
                </c:pt>
                <c:pt idx="5">
                  <c:v>25</c:v>
                </c:pt>
                <c:pt idx="6">
                  <c:v>25.4</c:v>
                </c:pt>
                <c:pt idx="7">
                  <c:v>25.7</c:v>
                </c:pt>
                <c:pt idx="8">
                  <c:v>26.2</c:v>
                </c:pt>
                <c:pt idx="9">
                  <c:v>26.3</c:v>
                </c:pt>
                <c:pt idx="10">
                  <c:v>27</c:v>
                </c:pt>
                <c:pt idx="11">
                  <c:v>27.6</c:v>
                </c:pt>
                <c:pt idx="12">
                  <c:v>28.2</c:v>
                </c:pt>
                <c:pt idx="13">
                  <c:v>28.6</c:v>
                </c:pt>
                <c:pt idx="14">
                  <c:v>28.8</c:v>
                </c:pt>
                <c:pt idx="15">
                  <c:v>29.2</c:v>
                </c:pt>
                <c:pt idx="16">
                  <c:v>29.1</c:v>
                </c:pt>
                <c:pt idx="17">
                  <c:v>29.3</c:v>
                </c:pt>
                <c:pt idx="18">
                  <c:v>29.5</c:v>
                </c:pt>
                <c:pt idx="19">
                  <c:v>29.7</c:v>
                </c:pt>
                <c:pt idx="20">
                  <c:v>30.2</c:v>
                </c:pt>
                <c:pt idx="21">
                  <c:v>30.5</c:v>
                </c:pt>
                <c:pt idx="22">
                  <c:v>30.9</c:v>
                </c:pt>
                <c:pt idx="23">
                  <c:v>30.8</c:v>
                </c:pt>
                <c:pt idx="24">
                  <c:v>31.3</c:v>
                </c:pt>
                <c:pt idx="25">
                  <c:v>31.2</c:v>
                </c:pt>
                <c:pt idx="26">
                  <c:v>31.1</c:v>
                </c:pt>
                <c:pt idx="27">
                  <c:v>31.4</c:v>
                </c:pt>
                <c:pt idx="28">
                  <c:v>31.7</c:v>
                </c:pt>
                <c:pt idx="29">
                  <c:v>31.8</c:v>
                </c:pt>
                <c:pt idx="30">
                  <c:v>31.5</c:v>
                </c:pt>
                <c:pt idx="31">
                  <c:v>31.7</c:v>
                </c:pt>
                <c:pt idx="32">
                  <c:v>31.6</c:v>
                </c:pt>
                <c:pt idx="33">
                  <c:v>32</c:v>
                </c:pt>
                <c:pt idx="34">
                  <c:v>31.5</c:v>
                </c:pt>
                <c:pt idx="35">
                  <c:v>31.9</c:v>
                </c:pt>
                <c:pt idx="36">
                  <c:v>32</c:v>
                </c:pt>
                <c:pt idx="37">
                  <c:v>31.6</c:v>
                </c:pt>
                <c:pt idx="38">
                  <c:v>31.7</c:v>
                </c:pt>
                <c:pt idx="39">
                  <c:v>31.5</c:v>
                </c:pt>
                <c:pt idx="40">
                  <c:v>31.6</c:v>
                </c:pt>
                <c:pt idx="41">
                  <c:v>31.5</c:v>
                </c:pt>
                <c:pt idx="42">
                  <c:v>31.7</c:v>
                </c:pt>
                <c:pt idx="43">
                  <c:v>32</c:v>
                </c:pt>
                <c:pt idx="44">
                  <c:v>32.1</c:v>
                </c:pt>
                <c:pt idx="45">
                  <c:v>31.9</c:v>
                </c:pt>
                <c:pt idx="46">
                  <c:v>31.6</c:v>
                </c:pt>
                <c:pt idx="47">
                  <c:v>31.8</c:v>
                </c:pt>
                <c:pt idx="48">
                  <c:v>31.7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903-4B2F-B7A8-5D2D06F01F3D}"/>
            </c:ext>
          </c:extLst>
        </c:ser>
        <c:ser>
          <c:idx val="3"/>
          <c:order val="3"/>
          <c:tx>
            <c:strRef>
              <c:f>工作表1!$J$1:$J$2</c:f>
              <c:strCache>
                <c:ptCount val="2"/>
                <c:pt idx="0">
                  <c:v>T室溫</c:v>
                </c:pt>
                <c:pt idx="1">
                  <c:v>(°C)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工作表1!$J$3:$J$54</c:f>
              <c:numCache>
                <c:formatCode>General</c:formatCode>
                <c:ptCount val="52"/>
                <c:pt idx="0">
                  <c:v>21.2</c:v>
                </c:pt>
                <c:pt idx="1">
                  <c:v>21.5</c:v>
                </c:pt>
                <c:pt idx="2">
                  <c:v>21.7</c:v>
                </c:pt>
                <c:pt idx="3">
                  <c:v>21.8</c:v>
                </c:pt>
                <c:pt idx="4">
                  <c:v>22.2</c:v>
                </c:pt>
                <c:pt idx="5">
                  <c:v>22.3</c:v>
                </c:pt>
                <c:pt idx="6">
                  <c:v>22.4</c:v>
                </c:pt>
                <c:pt idx="7">
                  <c:v>22.4</c:v>
                </c:pt>
                <c:pt idx="8">
                  <c:v>22.5</c:v>
                </c:pt>
                <c:pt idx="9">
                  <c:v>22.8</c:v>
                </c:pt>
                <c:pt idx="10">
                  <c:v>23</c:v>
                </c:pt>
                <c:pt idx="11">
                  <c:v>23.1</c:v>
                </c:pt>
                <c:pt idx="12">
                  <c:v>22.9</c:v>
                </c:pt>
                <c:pt idx="13">
                  <c:v>23</c:v>
                </c:pt>
                <c:pt idx="14">
                  <c:v>23.2</c:v>
                </c:pt>
                <c:pt idx="15">
                  <c:v>23</c:v>
                </c:pt>
                <c:pt idx="16">
                  <c:v>23.1</c:v>
                </c:pt>
                <c:pt idx="17">
                  <c:v>23.3</c:v>
                </c:pt>
                <c:pt idx="18">
                  <c:v>23.4</c:v>
                </c:pt>
                <c:pt idx="19">
                  <c:v>23.5</c:v>
                </c:pt>
                <c:pt idx="20">
                  <c:v>23.4</c:v>
                </c:pt>
                <c:pt idx="21">
                  <c:v>23.5</c:v>
                </c:pt>
                <c:pt idx="22">
                  <c:v>23.3</c:v>
                </c:pt>
                <c:pt idx="23">
                  <c:v>23.4</c:v>
                </c:pt>
                <c:pt idx="24">
                  <c:v>23.5</c:v>
                </c:pt>
                <c:pt idx="25">
                  <c:v>23.6</c:v>
                </c:pt>
                <c:pt idx="26">
                  <c:v>23.5</c:v>
                </c:pt>
                <c:pt idx="27">
                  <c:v>23.4</c:v>
                </c:pt>
                <c:pt idx="28">
                  <c:v>23.6</c:v>
                </c:pt>
                <c:pt idx="29">
                  <c:v>23.7</c:v>
                </c:pt>
                <c:pt idx="30">
                  <c:v>23.5</c:v>
                </c:pt>
                <c:pt idx="31">
                  <c:v>23.5</c:v>
                </c:pt>
                <c:pt idx="32">
                  <c:v>23.6</c:v>
                </c:pt>
                <c:pt idx="33">
                  <c:v>23.8</c:v>
                </c:pt>
                <c:pt idx="34">
                  <c:v>24</c:v>
                </c:pt>
                <c:pt idx="35">
                  <c:v>23.7</c:v>
                </c:pt>
                <c:pt idx="36">
                  <c:v>23.8</c:v>
                </c:pt>
                <c:pt idx="37">
                  <c:v>24</c:v>
                </c:pt>
                <c:pt idx="38">
                  <c:v>23.8</c:v>
                </c:pt>
                <c:pt idx="39">
                  <c:v>23.7</c:v>
                </c:pt>
                <c:pt idx="40">
                  <c:v>24</c:v>
                </c:pt>
                <c:pt idx="41">
                  <c:v>23.8</c:v>
                </c:pt>
                <c:pt idx="42">
                  <c:v>23.6</c:v>
                </c:pt>
                <c:pt idx="43">
                  <c:v>23.7</c:v>
                </c:pt>
                <c:pt idx="44">
                  <c:v>24</c:v>
                </c:pt>
                <c:pt idx="45">
                  <c:v>24.3</c:v>
                </c:pt>
                <c:pt idx="46">
                  <c:v>24.2</c:v>
                </c:pt>
                <c:pt idx="47">
                  <c:v>24</c:v>
                </c:pt>
                <c:pt idx="48">
                  <c:v>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903-4B2F-B7A8-5D2D06F01F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6013039"/>
        <c:axId val="146002959"/>
      </c:lineChart>
      <c:catAx>
        <c:axId val="1460130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46002959"/>
        <c:crosses val="autoZero"/>
        <c:auto val="1"/>
        <c:lblAlgn val="ctr"/>
        <c:lblOffset val="100"/>
        <c:noMultiLvlLbl val="0"/>
      </c:catAx>
      <c:valAx>
        <c:axId val="1460029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460130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CD3B9F3-201B-4B69-901F-02896E856940}" type="slidenum">
              <a:rPr lang="en-US" sz="1400" b="0" strike="noStrike" spc="-1" smtClean="0">
                <a:latin typeface="Times New Roman"/>
              </a:rPr>
              <a:t>2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50960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9BB77-2D16-3205-F16F-23DDE26D1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DE94701-E5CB-696C-96E8-756C55EC27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891ADAC-4BC6-B8D6-9BE3-ACE172D171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50W + M4</a:t>
            </a:r>
            <a:r>
              <a:rPr lang="zh-TW" altLang="en-US" dirty="0"/>
              <a:t>螺絲 架子會有明顯共震導致無法物化</a:t>
            </a:r>
          </a:p>
          <a:p>
            <a:r>
              <a:rPr lang="zh-TW" altLang="en-US" dirty="0"/>
              <a:t>之前用塑膠架子震過的震盪子無法重新使用 可能是內部損壞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A63F68-100B-F59F-95F4-3A29399B9598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CD3B9F3-201B-4B69-901F-02896E856940}" type="slidenum">
              <a:rPr lang="en-US" sz="1400" b="0" strike="noStrike" spc="-1" smtClean="0">
                <a:latin typeface="Times New Roman"/>
              </a:rPr>
              <a:t>3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82655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gif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0825" cy="381000"/>
          </a:xfrm>
          <a:prstGeom prst="rect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3162300"/>
            <a:ext cx="9140825" cy="3733800"/>
          </a:xfrm>
          <a:prstGeom prst="rect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-33338" y="2847975"/>
            <a:ext cx="9140826" cy="4010025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7" name="Oval 5"/>
          <p:cNvSpPr>
            <a:spLocks noChangeArrowheads="1"/>
          </p:cNvSpPr>
          <p:nvPr/>
        </p:nvSpPr>
        <p:spPr bwMode="auto">
          <a:xfrm>
            <a:off x="1755775" y="3695700"/>
            <a:ext cx="615950" cy="606425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1C1C1C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8" name="Oval 6"/>
          <p:cNvSpPr>
            <a:spLocks noChangeArrowheads="1"/>
          </p:cNvSpPr>
          <p:nvPr/>
        </p:nvSpPr>
        <p:spPr bwMode="auto">
          <a:xfrm>
            <a:off x="1755775" y="4545013"/>
            <a:ext cx="615950" cy="604837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9" name="Oval 7"/>
          <p:cNvSpPr>
            <a:spLocks noChangeArrowheads="1"/>
          </p:cNvSpPr>
          <p:nvPr/>
        </p:nvSpPr>
        <p:spPr bwMode="auto">
          <a:xfrm>
            <a:off x="1755775" y="5402263"/>
            <a:ext cx="615950" cy="606425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0" name="Oval 8"/>
          <p:cNvSpPr>
            <a:spLocks noChangeArrowheads="1"/>
          </p:cNvSpPr>
          <p:nvPr/>
        </p:nvSpPr>
        <p:spPr bwMode="auto">
          <a:xfrm>
            <a:off x="2562225" y="3695700"/>
            <a:ext cx="615950" cy="606425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1C1C1C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2562225" y="4545013"/>
            <a:ext cx="615950" cy="604837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1C1C1C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2" name="Oval 10"/>
          <p:cNvSpPr>
            <a:spLocks noChangeArrowheads="1"/>
          </p:cNvSpPr>
          <p:nvPr/>
        </p:nvSpPr>
        <p:spPr bwMode="auto">
          <a:xfrm>
            <a:off x="2562225" y="5402263"/>
            <a:ext cx="615950" cy="606425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1C1C1C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3" name="Oval 11"/>
          <p:cNvSpPr>
            <a:spLocks noChangeArrowheads="1"/>
          </p:cNvSpPr>
          <p:nvPr/>
        </p:nvSpPr>
        <p:spPr bwMode="auto">
          <a:xfrm>
            <a:off x="949325" y="3695700"/>
            <a:ext cx="615950" cy="606425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4" name="Oval 12"/>
          <p:cNvSpPr>
            <a:spLocks noChangeArrowheads="1"/>
          </p:cNvSpPr>
          <p:nvPr/>
        </p:nvSpPr>
        <p:spPr bwMode="auto">
          <a:xfrm>
            <a:off x="949325" y="4545013"/>
            <a:ext cx="615950" cy="604837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5" name="Oval 13"/>
          <p:cNvSpPr>
            <a:spLocks noChangeArrowheads="1"/>
          </p:cNvSpPr>
          <p:nvPr/>
        </p:nvSpPr>
        <p:spPr bwMode="auto">
          <a:xfrm>
            <a:off x="4149725" y="4545013"/>
            <a:ext cx="615950" cy="604837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6" name="Oval 14"/>
          <p:cNvSpPr>
            <a:spLocks noChangeArrowheads="1"/>
          </p:cNvSpPr>
          <p:nvPr/>
        </p:nvSpPr>
        <p:spPr bwMode="auto">
          <a:xfrm>
            <a:off x="949325" y="5402263"/>
            <a:ext cx="615950" cy="606425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7" name="Oval 15"/>
          <p:cNvSpPr>
            <a:spLocks noChangeArrowheads="1"/>
          </p:cNvSpPr>
          <p:nvPr/>
        </p:nvSpPr>
        <p:spPr bwMode="auto">
          <a:xfrm>
            <a:off x="949325" y="6142038"/>
            <a:ext cx="615950" cy="606425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8" name="Oval 16"/>
          <p:cNvSpPr>
            <a:spLocks noChangeArrowheads="1"/>
          </p:cNvSpPr>
          <p:nvPr/>
        </p:nvSpPr>
        <p:spPr bwMode="auto">
          <a:xfrm>
            <a:off x="3341688" y="5402263"/>
            <a:ext cx="615950" cy="606425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9" name="Oval 17"/>
          <p:cNvSpPr>
            <a:spLocks noChangeArrowheads="1"/>
          </p:cNvSpPr>
          <p:nvPr/>
        </p:nvSpPr>
        <p:spPr bwMode="auto">
          <a:xfrm>
            <a:off x="4149725" y="5402263"/>
            <a:ext cx="615950" cy="606425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20" name="Freeform 18"/>
          <p:cNvSpPr>
            <a:spLocks/>
          </p:cNvSpPr>
          <p:nvPr/>
        </p:nvSpPr>
        <p:spPr bwMode="auto">
          <a:xfrm>
            <a:off x="1917700" y="3857625"/>
            <a:ext cx="284163" cy="282575"/>
          </a:xfrm>
          <a:custGeom>
            <a:avLst/>
            <a:gdLst>
              <a:gd name="T0" fmla="*/ 2147483647 w 28"/>
              <a:gd name="T1" fmla="*/ 2147483647 h 28"/>
              <a:gd name="T2" fmla="*/ 2147483647 w 28"/>
              <a:gd name="T3" fmla="*/ 2147483647 h 28"/>
              <a:gd name="T4" fmla="*/ 2147483647 w 28"/>
              <a:gd name="T5" fmla="*/ 2147483647 h 28"/>
              <a:gd name="T6" fmla="*/ 2147483647 w 28"/>
              <a:gd name="T7" fmla="*/ 2147483647 h 28"/>
              <a:gd name="T8" fmla="*/ 2147483647 w 28"/>
              <a:gd name="T9" fmla="*/ 2147483647 h 28"/>
              <a:gd name="T10" fmla="*/ 2147483647 w 28"/>
              <a:gd name="T11" fmla="*/ 2147483647 h 28"/>
              <a:gd name="T12" fmla="*/ 2147483647 w 28"/>
              <a:gd name="T13" fmla="*/ 2147483647 h 28"/>
              <a:gd name="T14" fmla="*/ 2147483647 w 28"/>
              <a:gd name="T15" fmla="*/ 2147483647 h 28"/>
              <a:gd name="T16" fmla="*/ 2147483647 w 28"/>
              <a:gd name="T17" fmla="*/ 2147483647 h 28"/>
              <a:gd name="T18" fmla="*/ 0 w 28"/>
              <a:gd name="T19" fmla="*/ 2147483647 h 28"/>
              <a:gd name="T20" fmla="*/ 2147483647 w 28"/>
              <a:gd name="T21" fmla="*/ 2147483647 h 28"/>
              <a:gd name="T22" fmla="*/ 2147483647 w 28"/>
              <a:gd name="T23" fmla="*/ 2147483647 h 28"/>
              <a:gd name="T24" fmla="*/ 2147483647 w 28"/>
              <a:gd name="T25" fmla="*/ 2147483647 h 28"/>
              <a:gd name="T26" fmla="*/ 2147483647 w 28"/>
              <a:gd name="T27" fmla="*/ 2147483647 h 28"/>
              <a:gd name="T28" fmla="*/ 2147483647 w 28"/>
              <a:gd name="T29" fmla="*/ 2147483647 h 28"/>
              <a:gd name="T30" fmla="*/ 2147483647 w 28"/>
              <a:gd name="T31" fmla="*/ 2147483647 h 28"/>
              <a:gd name="T32" fmla="*/ 2147483647 w 28"/>
              <a:gd name="T33" fmla="*/ 2147483647 h 28"/>
              <a:gd name="T34" fmla="*/ 2147483647 w 28"/>
              <a:gd name="T35" fmla="*/ 0 h 28"/>
              <a:gd name="T36" fmla="*/ 2147483647 w 28"/>
              <a:gd name="T37" fmla="*/ 0 h 28"/>
              <a:gd name="T38" fmla="*/ 2147483647 w 28"/>
              <a:gd name="T39" fmla="*/ 2147483647 h 28"/>
              <a:gd name="T40" fmla="*/ 2147483647 w 28"/>
              <a:gd name="T41" fmla="*/ 2147483647 h 28"/>
              <a:gd name="T42" fmla="*/ 2147483647 w 28"/>
              <a:gd name="T43" fmla="*/ 2147483647 h 28"/>
              <a:gd name="T44" fmla="*/ 2147483647 w 28"/>
              <a:gd name="T45" fmla="*/ 2147483647 h 28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1" name="Freeform 19"/>
          <p:cNvSpPr>
            <a:spLocks/>
          </p:cNvSpPr>
          <p:nvPr/>
        </p:nvSpPr>
        <p:spPr bwMode="auto">
          <a:xfrm>
            <a:off x="2716213" y="3857625"/>
            <a:ext cx="282575" cy="282575"/>
          </a:xfrm>
          <a:custGeom>
            <a:avLst/>
            <a:gdLst>
              <a:gd name="T0" fmla="*/ 2147483647 w 28"/>
              <a:gd name="T1" fmla="*/ 2147483647 h 28"/>
              <a:gd name="T2" fmla="*/ 2147483647 w 28"/>
              <a:gd name="T3" fmla="*/ 2147483647 h 28"/>
              <a:gd name="T4" fmla="*/ 2147483647 w 28"/>
              <a:gd name="T5" fmla="*/ 2147483647 h 28"/>
              <a:gd name="T6" fmla="*/ 2147483647 w 28"/>
              <a:gd name="T7" fmla="*/ 2147483647 h 28"/>
              <a:gd name="T8" fmla="*/ 2147483647 w 28"/>
              <a:gd name="T9" fmla="*/ 2147483647 h 28"/>
              <a:gd name="T10" fmla="*/ 2147483647 w 28"/>
              <a:gd name="T11" fmla="*/ 2147483647 h 28"/>
              <a:gd name="T12" fmla="*/ 2147483647 w 28"/>
              <a:gd name="T13" fmla="*/ 2147483647 h 28"/>
              <a:gd name="T14" fmla="*/ 2147483647 w 28"/>
              <a:gd name="T15" fmla="*/ 2147483647 h 28"/>
              <a:gd name="T16" fmla="*/ 2147483647 w 28"/>
              <a:gd name="T17" fmla="*/ 2147483647 h 28"/>
              <a:gd name="T18" fmla="*/ 0 w 28"/>
              <a:gd name="T19" fmla="*/ 2147483647 h 28"/>
              <a:gd name="T20" fmla="*/ 2147483647 w 28"/>
              <a:gd name="T21" fmla="*/ 2147483647 h 28"/>
              <a:gd name="T22" fmla="*/ 2147483647 w 28"/>
              <a:gd name="T23" fmla="*/ 2147483647 h 28"/>
              <a:gd name="T24" fmla="*/ 2147483647 w 28"/>
              <a:gd name="T25" fmla="*/ 2147483647 h 28"/>
              <a:gd name="T26" fmla="*/ 2147483647 w 28"/>
              <a:gd name="T27" fmla="*/ 2147483647 h 28"/>
              <a:gd name="T28" fmla="*/ 2147483647 w 28"/>
              <a:gd name="T29" fmla="*/ 2147483647 h 28"/>
              <a:gd name="T30" fmla="*/ 2147483647 w 28"/>
              <a:gd name="T31" fmla="*/ 2147483647 h 28"/>
              <a:gd name="T32" fmla="*/ 2147483647 w 28"/>
              <a:gd name="T33" fmla="*/ 2147483647 h 28"/>
              <a:gd name="T34" fmla="*/ 2147483647 w 28"/>
              <a:gd name="T35" fmla="*/ 0 h 28"/>
              <a:gd name="T36" fmla="*/ 2147483647 w 28"/>
              <a:gd name="T37" fmla="*/ 0 h 28"/>
              <a:gd name="T38" fmla="*/ 2147483647 w 28"/>
              <a:gd name="T39" fmla="*/ 2147483647 h 28"/>
              <a:gd name="T40" fmla="*/ 2147483647 w 28"/>
              <a:gd name="T41" fmla="*/ 2147483647 h 28"/>
              <a:gd name="T42" fmla="*/ 2147483647 w 28"/>
              <a:gd name="T43" fmla="*/ 2147483647 h 28"/>
              <a:gd name="T44" fmla="*/ 2147483647 w 28"/>
              <a:gd name="T45" fmla="*/ 2147483647 h 28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2" name="Freeform 20"/>
          <p:cNvSpPr>
            <a:spLocks/>
          </p:cNvSpPr>
          <p:nvPr/>
        </p:nvSpPr>
        <p:spPr bwMode="auto">
          <a:xfrm>
            <a:off x="2716213" y="4705350"/>
            <a:ext cx="282575" cy="293688"/>
          </a:xfrm>
          <a:custGeom>
            <a:avLst/>
            <a:gdLst>
              <a:gd name="T0" fmla="*/ 2147483647 w 28"/>
              <a:gd name="T1" fmla="*/ 2147483647 h 29"/>
              <a:gd name="T2" fmla="*/ 2147483647 w 28"/>
              <a:gd name="T3" fmla="*/ 2147483647 h 29"/>
              <a:gd name="T4" fmla="*/ 2147483647 w 28"/>
              <a:gd name="T5" fmla="*/ 2147483647 h 29"/>
              <a:gd name="T6" fmla="*/ 2147483647 w 28"/>
              <a:gd name="T7" fmla="*/ 2147483647 h 29"/>
              <a:gd name="T8" fmla="*/ 2147483647 w 28"/>
              <a:gd name="T9" fmla="*/ 2147483647 h 29"/>
              <a:gd name="T10" fmla="*/ 2147483647 w 28"/>
              <a:gd name="T11" fmla="*/ 2147483647 h 29"/>
              <a:gd name="T12" fmla="*/ 2147483647 w 28"/>
              <a:gd name="T13" fmla="*/ 2147483647 h 29"/>
              <a:gd name="T14" fmla="*/ 2147483647 w 28"/>
              <a:gd name="T15" fmla="*/ 2147483647 h 29"/>
              <a:gd name="T16" fmla="*/ 2147483647 w 28"/>
              <a:gd name="T17" fmla="*/ 2147483647 h 29"/>
              <a:gd name="T18" fmla="*/ 0 w 28"/>
              <a:gd name="T19" fmla="*/ 2147483647 h 29"/>
              <a:gd name="T20" fmla="*/ 2147483647 w 28"/>
              <a:gd name="T21" fmla="*/ 2147483647 h 29"/>
              <a:gd name="T22" fmla="*/ 2147483647 w 28"/>
              <a:gd name="T23" fmla="*/ 2147483647 h 29"/>
              <a:gd name="T24" fmla="*/ 2147483647 w 28"/>
              <a:gd name="T25" fmla="*/ 2147483647 h 29"/>
              <a:gd name="T26" fmla="*/ 2147483647 w 28"/>
              <a:gd name="T27" fmla="*/ 2147483647 h 29"/>
              <a:gd name="T28" fmla="*/ 2147483647 w 28"/>
              <a:gd name="T29" fmla="*/ 2147483647 h 29"/>
              <a:gd name="T30" fmla="*/ 2147483647 w 28"/>
              <a:gd name="T31" fmla="*/ 2147483647 h 29"/>
              <a:gd name="T32" fmla="*/ 2147483647 w 28"/>
              <a:gd name="T33" fmla="*/ 2147483647 h 29"/>
              <a:gd name="T34" fmla="*/ 2147483647 w 28"/>
              <a:gd name="T35" fmla="*/ 2147483647 h 29"/>
              <a:gd name="T36" fmla="*/ 2147483647 w 28"/>
              <a:gd name="T37" fmla="*/ 2147483647 h 29"/>
              <a:gd name="T38" fmla="*/ 2147483647 w 28"/>
              <a:gd name="T39" fmla="*/ 2147483647 h 29"/>
              <a:gd name="T40" fmla="*/ 2147483647 w 28"/>
              <a:gd name="T41" fmla="*/ 2147483647 h 29"/>
              <a:gd name="T42" fmla="*/ 2147483647 w 28"/>
              <a:gd name="T43" fmla="*/ 2147483647 h 29"/>
              <a:gd name="T44" fmla="*/ 2147483647 w 28"/>
              <a:gd name="T45" fmla="*/ 2147483647 h 29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3" name="Freeform 21"/>
          <p:cNvSpPr>
            <a:spLocks/>
          </p:cNvSpPr>
          <p:nvPr/>
        </p:nvSpPr>
        <p:spPr bwMode="auto">
          <a:xfrm>
            <a:off x="3513138" y="4705350"/>
            <a:ext cx="282575" cy="293688"/>
          </a:xfrm>
          <a:custGeom>
            <a:avLst/>
            <a:gdLst>
              <a:gd name="T0" fmla="*/ 2147483647 w 28"/>
              <a:gd name="T1" fmla="*/ 2147483647 h 29"/>
              <a:gd name="T2" fmla="*/ 2147483647 w 28"/>
              <a:gd name="T3" fmla="*/ 2147483647 h 29"/>
              <a:gd name="T4" fmla="*/ 2147483647 w 28"/>
              <a:gd name="T5" fmla="*/ 2147483647 h 29"/>
              <a:gd name="T6" fmla="*/ 2147483647 w 28"/>
              <a:gd name="T7" fmla="*/ 2147483647 h 29"/>
              <a:gd name="T8" fmla="*/ 2147483647 w 28"/>
              <a:gd name="T9" fmla="*/ 2147483647 h 29"/>
              <a:gd name="T10" fmla="*/ 2147483647 w 28"/>
              <a:gd name="T11" fmla="*/ 2147483647 h 29"/>
              <a:gd name="T12" fmla="*/ 2147483647 w 28"/>
              <a:gd name="T13" fmla="*/ 2147483647 h 29"/>
              <a:gd name="T14" fmla="*/ 2147483647 w 28"/>
              <a:gd name="T15" fmla="*/ 2147483647 h 29"/>
              <a:gd name="T16" fmla="*/ 2147483647 w 28"/>
              <a:gd name="T17" fmla="*/ 2147483647 h 29"/>
              <a:gd name="T18" fmla="*/ 0 w 28"/>
              <a:gd name="T19" fmla="*/ 2147483647 h 29"/>
              <a:gd name="T20" fmla="*/ 2147483647 w 28"/>
              <a:gd name="T21" fmla="*/ 2147483647 h 29"/>
              <a:gd name="T22" fmla="*/ 2147483647 w 28"/>
              <a:gd name="T23" fmla="*/ 2147483647 h 29"/>
              <a:gd name="T24" fmla="*/ 2147483647 w 28"/>
              <a:gd name="T25" fmla="*/ 2147483647 h 29"/>
              <a:gd name="T26" fmla="*/ 2147483647 w 28"/>
              <a:gd name="T27" fmla="*/ 2147483647 h 29"/>
              <a:gd name="T28" fmla="*/ 2147483647 w 28"/>
              <a:gd name="T29" fmla="*/ 2147483647 h 29"/>
              <a:gd name="T30" fmla="*/ 2147483647 w 28"/>
              <a:gd name="T31" fmla="*/ 2147483647 h 29"/>
              <a:gd name="T32" fmla="*/ 2147483647 w 28"/>
              <a:gd name="T33" fmla="*/ 2147483647 h 29"/>
              <a:gd name="T34" fmla="*/ 2147483647 w 28"/>
              <a:gd name="T35" fmla="*/ 2147483647 h 29"/>
              <a:gd name="T36" fmla="*/ 2147483647 w 28"/>
              <a:gd name="T37" fmla="*/ 2147483647 h 29"/>
              <a:gd name="T38" fmla="*/ 2147483647 w 28"/>
              <a:gd name="T39" fmla="*/ 2147483647 h 29"/>
              <a:gd name="T40" fmla="*/ 2147483647 w 28"/>
              <a:gd name="T41" fmla="*/ 2147483647 h 29"/>
              <a:gd name="T42" fmla="*/ 2147483647 w 28"/>
              <a:gd name="T43" fmla="*/ 2147483647 h 29"/>
              <a:gd name="T44" fmla="*/ 2147483647 w 28"/>
              <a:gd name="T45" fmla="*/ 2147483647 h 29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4" name="Freeform 22"/>
          <p:cNvSpPr>
            <a:spLocks/>
          </p:cNvSpPr>
          <p:nvPr/>
        </p:nvSpPr>
        <p:spPr bwMode="auto">
          <a:xfrm>
            <a:off x="2716213" y="5564188"/>
            <a:ext cx="282575" cy="282575"/>
          </a:xfrm>
          <a:custGeom>
            <a:avLst/>
            <a:gdLst>
              <a:gd name="T0" fmla="*/ 2147483647 w 28"/>
              <a:gd name="T1" fmla="*/ 2147483647 h 28"/>
              <a:gd name="T2" fmla="*/ 2147483647 w 28"/>
              <a:gd name="T3" fmla="*/ 2147483647 h 28"/>
              <a:gd name="T4" fmla="*/ 2147483647 w 28"/>
              <a:gd name="T5" fmla="*/ 2147483647 h 28"/>
              <a:gd name="T6" fmla="*/ 2147483647 w 28"/>
              <a:gd name="T7" fmla="*/ 2147483647 h 28"/>
              <a:gd name="T8" fmla="*/ 2147483647 w 28"/>
              <a:gd name="T9" fmla="*/ 2147483647 h 28"/>
              <a:gd name="T10" fmla="*/ 2147483647 w 28"/>
              <a:gd name="T11" fmla="*/ 2147483647 h 28"/>
              <a:gd name="T12" fmla="*/ 2147483647 w 28"/>
              <a:gd name="T13" fmla="*/ 2147483647 h 28"/>
              <a:gd name="T14" fmla="*/ 2147483647 w 28"/>
              <a:gd name="T15" fmla="*/ 2147483647 h 28"/>
              <a:gd name="T16" fmla="*/ 2147483647 w 28"/>
              <a:gd name="T17" fmla="*/ 2147483647 h 28"/>
              <a:gd name="T18" fmla="*/ 0 w 28"/>
              <a:gd name="T19" fmla="*/ 2147483647 h 28"/>
              <a:gd name="T20" fmla="*/ 2147483647 w 28"/>
              <a:gd name="T21" fmla="*/ 2147483647 h 28"/>
              <a:gd name="T22" fmla="*/ 2147483647 w 28"/>
              <a:gd name="T23" fmla="*/ 2147483647 h 28"/>
              <a:gd name="T24" fmla="*/ 2147483647 w 28"/>
              <a:gd name="T25" fmla="*/ 2147483647 h 28"/>
              <a:gd name="T26" fmla="*/ 2147483647 w 28"/>
              <a:gd name="T27" fmla="*/ 2147483647 h 28"/>
              <a:gd name="T28" fmla="*/ 2147483647 w 28"/>
              <a:gd name="T29" fmla="*/ 2147483647 h 28"/>
              <a:gd name="T30" fmla="*/ 2147483647 w 28"/>
              <a:gd name="T31" fmla="*/ 2147483647 h 28"/>
              <a:gd name="T32" fmla="*/ 2147483647 w 28"/>
              <a:gd name="T33" fmla="*/ 2147483647 h 28"/>
              <a:gd name="T34" fmla="*/ 2147483647 w 28"/>
              <a:gd name="T35" fmla="*/ 0 h 28"/>
              <a:gd name="T36" fmla="*/ 2147483647 w 28"/>
              <a:gd name="T37" fmla="*/ 0 h 28"/>
              <a:gd name="T38" fmla="*/ 2147483647 w 28"/>
              <a:gd name="T39" fmla="*/ 2147483647 h 28"/>
              <a:gd name="T40" fmla="*/ 2147483647 w 28"/>
              <a:gd name="T41" fmla="*/ 2147483647 h 28"/>
              <a:gd name="T42" fmla="*/ 2147483647 w 28"/>
              <a:gd name="T43" fmla="*/ 2147483647 h 28"/>
              <a:gd name="T44" fmla="*/ 2147483647 w 28"/>
              <a:gd name="T45" fmla="*/ 2147483647 h 28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5" name="Oval 23"/>
          <p:cNvSpPr>
            <a:spLocks noChangeArrowheads="1"/>
          </p:cNvSpPr>
          <p:nvPr/>
        </p:nvSpPr>
        <p:spPr bwMode="auto">
          <a:xfrm>
            <a:off x="152400" y="3695700"/>
            <a:ext cx="615950" cy="606425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26" name="Oval 24"/>
          <p:cNvSpPr>
            <a:spLocks noChangeArrowheads="1"/>
          </p:cNvSpPr>
          <p:nvPr/>
        </p:nvSpPr>
        <p:spPr bwMode="auto">
          <a:xfrm>
            <a:off x="152400" y="4545013"/>
            <a:ext cx="615950" cy="604837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27" name="Oval 25"/>
          <p:cNvSpPr>
            <a:spLocks noChangeArrowheads="1"/>
          </p:cNvSpPr>
          <p:nvPr/>
        </p:nvSpPr>
        <p:spPr bwMode="auto">
          <a:xfrm>
            <a:off x="152400" y="5402263"/>
            <a:ext cx="615950" cy="606425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28" name="Oval 26"/>
          <p:cNvSpPr>
            <a:spLocks noChangeArrowheads="1"/>
          </p:cNvSpPr>
          <p:nvPr/>
        </p:nvSpPr>
        <p:spPr bwMode="auto">
          <a:xfrm>
            <a:off x="152400" y="6142038"/>
            <a:ext cx="615950" cy="606425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29" name="Oval 27"/>
          <p:cNvSpPr>
            <a:spLocks noChangeArrowheads="1"/>
          </p:cNvSpPr>
          <p:nvPr/>
        </p:nvSpPr>
        <p:spPr bwMode="auto">
          <a:xfrm>
            <a:off x="3343275" y="4545013"/>
            <a:ext cx="615950" cy="604837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1C1C1C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30" name="Oval 28"/>
          <p:cNvSpPr>
            <a:spLocks noChangeArrowheads="1"/>
          </p:cNvSpPr>
          <p:nvPr/>
        </p:nvSpPr>
        <p:spPr bwMode="auto">
          <a:xfrm>
            <a:off x="1755775" y="2886075"/>
            <a:ext cx="615950" cy="606425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1C1C1C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31" name="Oval 29"/>
          <p:cNvSpPr>
            <a:spLocks noChangeArrowheads="1"/>
          </p:cNvSpPr>
          <p:nvPr/>
        </p:nvSpPr>
        <p:spPr bwMode="auto">
          <a:xfrm>
            <a:off x="949325" y="2886075"/>
            <a:ext cx="615950" cy="606425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32" name="Freeform 30"/>
          <p:cNvSpPr>
            <a:spLocks/>
          </p:cNvSpPr>
          <p:nvPr/>
        </p:nvSpPr>
        <p:spPr bwMode="auto">
          <a:xfrm>
            <a:off x="1917700" y="3048000"/>
            <a:ext cx="284163" cy="282575"/>
          </a:xfrm>
          <a:custGeom>
            <a:avLst/>
            <a:gdLst>
              <a:gd name="T0" fmla="*/ 2147483647 w 28"/>
              <a:gd name="T1" fmla="*/ 2147483647 h 28"/>
              <a:gd name="T2" fmla="*/ 2147483647 w 28"/>
              <a:gd name="T3" fmla="*/ 2147483647 h 28"/>
              <a:gd name="T4" fmla="*/ 2147483647 w 28"/>
              <a:gd name="T5" fmla="*/ 2147483647 h 28"/>
              <a:gd name="T6" fmla="*/ 2147483647 w 28"/>
              <a:gd name="T7" fmla="*/ 2147483647 h 28"/>
              <a:gd name="T8" fmla="*/ 2147483647 w 28"/>
              <a:gd name="T9" fmla="*/ 2147483647 h 28"/>
              <a:gd name="T10" fmla="*/ 2147483647 w 28"/>
              <a:gd name="T11" fmla="*/ 2147483647 h 28"/>
              <a:gd name="T12" fmla="*/ 2147483647 w 28"/>
              <a:gd name="T13" fmla="*/ 2147483647 h 28"/>
              <a:gd name="T14" fmla="*/ 2147483647 w 28"/>
              <a:gd name="T15" fmla="*/ 2147483647 h 28"/>
              <a:gd name="T16" fmla="*/ 2147483647 w 28"/>
              <a:gd name="T17" fmla="*/ 2147483647 h 28"/>
              <a:gd name="T18" fmla="*/ 0 w 28"/>
              <a:gd name="T19" fmla="*/ 2147483647 h 28"/>
              <a:gd name="T20" fmla="*/ 2147483647 w 28"/>
              <a:gd name="T21" fmla="*/ 2147483647 h 28"/>
              <a:gd name="T22" fmla="*/ 2147483647 w 28"/>
              <a:gd name="T23" fmla="*/ 2147483647 h 28"/>
              <a:gd name="T24" fmla="*/ 2147483647 w 28"/>
              <a:gd name="T25" fmla="*/ 2147483647 h 28"/>
              <a:gd name="T26" fmla="*/ 2147483647 w 28"/>
              <a:gd name="T27" fmla="*/ 2147483647 h 28"/>
              <a:gd name="T28" fmla="*/ 2147483647 w 28"/>
              <a:gd name="T29" fmla="*/ 2147483647 h 28"/>
              <a:gd name="T30" fmla="*/ 2147483647 w 28"/>
              <a:gd name="T31" fmla="*/ 2147483647 h 28"/>
              <a:gd name="T32" fmla="*/ 2147483647 w 28"/>
              <a:gd name="T33" fmla="*/ 2147483647 h 28"/>
              <a:gd name="T34" fmla="*/ 2147483647 w 28"/>
              <a:gd name="T35" fmla="*/ 0 h 28"/>
              <a:gd name="T36" fmla="*/ 2147483647 w 28"/>
              <a:gd name="T37" fmla="*/ 0 h 28"/>
              <a:gd name="T38" fmla="*/ 2147483647 w 28"/>
              <a:gd name="T39" fmla="*/ 2147483647 h 28"/>
              <a:gd name="T40" fmla="*/ 2147483647 w 28"/>
              <a:gd name="T41" fmla="*/ 2147483647 h 28"/>
              <a:gd name="T42" fmla="*/ 2147483647 w 28"/>
              <a:gd name="T43" fmla="*/ 2147483647 h 28"/>
              <a:gd name="T44" fmla="*/ 2147483647 w 28"/>
              <a:gd name="T45" fmla="*/ 2147483647 h 28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3" name="Oval 31"/>
          <p:cNvSpPr>
            <a:spLocks noChangeArrowheads="1"/>
          </p:cNvSpPr>
          <p:nvPr/>
        </p:nvSpPr>
        <p:spPr bwMode="auto">
          <a:xfrm>
            <a:off x="152400" y="2886075"/>
            <a:ext cx="615950" cy="606425"/>
          </a:xfrm>
          <a:prstGeom prst="ellipse">
            <a:avLst/>
          </a:prstGeom>
          <a:solidFill>
            <a:srgbClr val="E8B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pic>
        <p:nvPicPr>
          <p:cNvPr id="34" name="Picture 32" descr="CBA06_1 복사본"/>
          <p:cNvPicPr>
            <a:picLocks noChangeAspect="1" noChangeArrowheads="1" noCrop="1"/>
          </p:cNvPicPr>
          <p:nvPr/>
        </p:nvPicPr>
        <p:blipFill>
          <a:blip r:embed="rId2" cstate="print">
            <a:lum bright="20000" contras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275" y="260350"/>
            <a:ext cx="1371600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Rectangle 39"/>
          <p:cNvSpPr>
            <a:spLocks noChangeArrowheads="1"/>
          </p:cNvSpPr>
          <p:nvPr userDrawn="1"/>
        </p:nvSpPr>
        <p:spPr bwMode="auto">
          <a:xfrm>
            <a:off x="4243388" y="6107113"/>
            <a:ext cx="4899025" cy="585787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bg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latinLnBrk="0" hangingPunct="1">
              <a:defRPr/>
            </a:pPr>
            <a:r>
              <a:rPr kumimoji="0" lang="en-US" altLang="zh-TW" sz="1600" b="1">
                <a:solidFill>
                  <a:srgbClr val="0099FF"/>
                </a:solidFill>
                <a:latin typeface="Times New Roman" pitchFamily="18" charset="0"/>
                <a:ea typeface="新細明體" pitchFamily="18" charset="-120"/>
              </a:rPr>
              <a:t>Department of Electrical Engineering </a:t>
            </a:r>
            <a:br>
              <a:rPr kumimoji="0" lang="en-US" altLang="zh-TW" sz="1600" b="1">
                <a:solidFill>
                  <a:srgbClr val="0099FF"/>
                </a:solidFill>
                <a:latin typeface="Times New Roman" pitchFamily="18" charset="0"/>
                <a:ea typeface="新細明體" pitchFamily="18" charset="-120"/>
              </a:rPr>
            </a:br>
            <a:r>
              <a:rPr kumimoji="0" lang="en-US" altLang="zh-TW" sz="1600" b="1">
                <a:solidFill>
                  <a:srgbClr val="0099FF"/>
                </a:solidFill>
                <a:latin typeface="Times New Roman" pitchFamily="18" charset="0"/>
                <a:ea typeface="新細明體" pitchFamily="18" charset="-120"/>
              </a:rPr>
              <a:t>National Yunlin University of Science and Technology</a:t>
            </a:r>
          </a:p>
        </p:txBody>
      </p:sp>
      <p:pic>
        <p:nvPicPr>
          <p:cNvPr id="36" name="Picture 10" descr="C:\Users\Raier\Downloads\mark_bmp\logo\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1588" y="6197600"/>
            <a:ext cx="4318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3" name="Rectangle 33"/>
          <p:cNvSpPr>
            <a:spLocks noGrp="1" noChangeArrowheads="1"/>
          </p:cNvSpPr>
          <p:nvPr>
            <p:ph type="ctrTitle"/>
          </p:nvPr>
        </p:nvSpPr>
        <p:spPr>
          <a:xfrm>
            <a:off x="684213" y="1341438"/>
            <a:ext cx="7772400" cy="1066800"/>
          </a:xfrm>
          <a:effectLst>
            <a:outerShdw dist="28398" dir="1593903" algn="ctr" rotWithShape="0">
              <a:srgbClr val="FF66FF">
                <a:alpha val="50000"/>
              </a:srgbClr>
            </a:outerShdw>
          </a:effectLst>
        </p:spPr>
        <p:txBody>
          <a:bodyPr/>
          <a:lstStyle>
            <a:lvl1pPr algn="ctr">
              <a:defRPr sz="5000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286754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2819400"/>
            <a:ext cx="6400800" cy="804863"/>
          </a:xfrm>
        </p:spPr>
        <p:txBody>
          <a:bodyPr/>
          <a:lstStyle>
            <a:lvl1pPr marL="0" indent="0" algn="ctr">
              <a:buFontTx/>
              <a:buNone/>
              <a:defRPr sz="3600">
                <a:solidFill>
                  <a:srgbClr val="282F86"/>
                </a:solidFill>
              </a:defRPr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37" name="Rectangle 35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477000"/>
            <a:ext cx="1905000" cy="304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8" name="Rectangle 3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77000"/>
            <a:ext cx="2895600" cy="304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9" name="Rectangle 3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77000"/>
            <a:ext cx="1905000" cy="304800"/>
          </a:xfrm>
        </p:spPr>
        <p:txBody>
          <a:bodyPr/>
          <a:lstStyle>
            <a:lvl1pPr>
              <a:defRPr sz="14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A47F5F4-8B06-40F4-B8CD-752B1DB00C9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195944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8613BA-92E1-471D-9ABD-60FB8E452BB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469529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DFA821-0FE2-46EE-9BAF-CE934EF2FE1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299604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79388" y="1066800"/>
            <a:ext cx="4316412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316413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D5B748-2DD6-40CC-BB60-73E8D81D60C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4316768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15126B-BFA2-4C33-97C5-2003A72E97E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691044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D8BB7D-DB23-49DF-9C8D-C9268229C01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683020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62360B-15B1-4586-9B50-80B7841589D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359787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5F6E62-2E43-4F44-A7C9-6304AB765E9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11666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FC9270-7250-4269-8845-4887743D7AB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416305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452ED4-D42F-4762-9DE9-8A1F75E7E5A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787991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69100" y="104775"/>
            <a:ext cx="2195513" cy="62198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79388" y="104775"/>
            <a:ext cx="6437312" cy="62198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E0C186-47A0-4A80-A5F8-0D96DB054DC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56338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4.emf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19050"/>
            <a:ext cx="9156700" cy="6845300"/>
          </a:xfrm>
          <a:prstGeom prst="rect">
            <a:avLst/>
          </a:prstGeom>
          <a:solidFill>
            <a:srgbClr val="FF8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0"/>
            <a:ext cx="9156700" cy="76200"/>
          </a:xfrm>
          <a:prstGeom prst="rect">
            <a:avLst/>
          </a:prstGeom>
          <a:solidFill>
            <a:srgbClr val="DC59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pic>
        <p:nvPicPr>
          <p:cNvPr id="1028" name="Picture 4" descr="CB0247_5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" y="192088"/>
            <a:ext cx="53975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9" name="AutoShape 5"/>
          <p:cNvSpPr>
            <a:spLocks noChangeArrowheads="1"/>
          </p:cNvSpPr>
          <p:nvPr/>
        </p:nvSpPr>
        <p:spPr bwMode="auto">
          <a:xfrm>
            <a:off x="0" y="914400"/>
            <a:ext cx="9155113" cy="54864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1030" name="AutoShape 6"/>
          <p:cNvSpPr>
            <a:spLocks noChangeArrowheads="1"/>
          </p:cNvSpPr>
          <p:nvPr/>
        </p:nvSpPr>
        <p:spPr bwMode="auto">
          <a:xfrm flipV="1">
            <a:off x="0" y="6464300"/>
            <a:ext cx="9159875" cy="43180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eaLnBrk="1" hangingPunct="1">
              <a:defRPr/>
            </a:pPr>
            <a:endParaRPr lang="zh-TW" altLang="en-US"/>
          </a:p>
        </p:txBody>
      </p:sp>
      <p:sp>
        <p:nvSpPr>
          <p:cNvPr id="285703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1042988" y="104775"/>
            <a:ext cx="7491412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標題 </a:t>
            </a:r>
            <a:r>
              <a:rPr lang="en-US" altLang="zh-TW"/>
              <a:t>Title</a:t>
            </a: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066800"/>
            <a:ext cx="8785225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1</a:t>
            </a:r>
          </a:p>
          <a:p>
            <a:pPr lvl="1"/>
            <a:r>
              <a:rPr lang="en-US" altLang="zh-TW"/>
              <a:t>2</a:t>
            </a:r>
          </a:p>
          <a:p>
            <a:pPr lvl="2"/>
            <a:r>
              <a:rPr lang="en-US" altLang="zh-TW"/>
              <a:t>3</a:t>
            </a:r>
          </a:p>
          <a:p>
            <a:pPr lvl="3"/>
            <a:r>
              <a:rPr lang="en-US" altLang="zh-TW"/>
              <a:t>4</a:t>
            </a:r>
          </a:p>
          <a:p>
            <a:pPr lvl="4"/>
            <a:r>
              <a:rPr lang="en-US" altLang="zh-TW"/>
              <a:t>5</a:t>
            </a:r>
          </a:p>
        </p:txBody>
      </p:sp>
      <p:sp>
        <p:nvSpPr>
          <p:cNvPr id="285705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18275"/>
            <a:ext cx="19050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FCFAD4"/>
                </a:solidFill>
                <a:latin typeface="-쉬리L" pitchFamily="18" charset="-127"/>
                <a:ea typeface="-쉬리L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5706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035925" y="6021388"/>
            <a:ext cx="1108075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FCFAD4"/>
                </a:solidFill>
                <a:latin typeface="-쉬리L" pitchFamily="18" charset="-127"/>
                <a:ea typeface="-쉬리L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5707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01013" y="6402388"/>
            <a:ext cx="862012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2000" b="1">
                <a:solidFill>
                  <a:srgbClr val="FCFAD4"/>
                </a:solidFill>
                <a:latin typeface="-쉬리L" pitchFamily="18" charset="-127"/>
                <a:ea typeface="-쉬리L" pitchFamily="18" charset="-127"/>
              </a:defRPr>
            </a:lvl1pPr>
          </a:lstStyle>
          <a:p>
            <a:pPr>
              <a:defRPr/>
            </a:pPr>
            <a:fld id="{FF7CDF8C-098D-4097-83E1-84023948273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36" name="Rectangle 15"/>
          <p:cNvSpPr>
            <a:spLocks noChangeArrowheads="1"/>
          </p:cNvSpPr>
          <p:nvPr/>
        </p:nvSpPr>
        <p:spPr bwMode="auto">
          <a:xfrm>
            <a:off x="820738" y="6494463"/>
            <a:ext cx="7416800" cy="307975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bg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34" charset="-127"/>
                <a:ea typeface="굴림" pitchFamily="34" charset="-127"/>
              </a:defRPr>
            </a:lvl9pPr>
          </a:lstStyle>
          <a:p>
            <a:pPr algn="ctr" eaLnBrk="1" latinLnBrk="0" hangingPunct="1">
              <a:defRPr/>
            </a:pPr>
            <a:r>
              <a:rPr kumimoji="0" lang="en-US" altLang="zh-TW" sz="1400" b="1">
                <a:solidFill>
                  <a:srgbClr val="0099FF"/>
                </a:solidFill>
                <a:latin typeface="Times New Roman" pitchFamily="18" charset="0"/>
                <a:ea typeface="新細明體" pitchFamily="18" charset="-120"/>
              </a:rPr>
              <a:t>Department of Electrical Engineering, National Yunlin University of Science and Technology</a:t>
            </a:r>
          </a:p>
        </p:txBody>
      </p:sp>
      <p:pic>
        <p:nvPicPr>
          <p:cNvPr id="1037" name="Picture 10" descr="C:\Users\Raier\Downloads\mark_bmp\logo\logo.pn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6450013"/>
            <a:ext cx="403225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6824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hdr="0" ft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282F8E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282F8E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標楷體" pitchFamily="65" charset="-12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282F8E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標楷體" pitchFamily="65" charset="-12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282F8E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標楷體" pitchFamily="65" charset="-12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282F8E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標楷體" pitchFamily="65" charset="-120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282F8E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標楷體" pitchFamily="65" charset="-12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282F8E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標楷體" pitchFamily="65" charset="-12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282F8E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標楷體" pitchFamily="65" charset="-12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282F8E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標楷體" pitchFamily="65" charset="-120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Blip>
          <a:blip r:embed="rId15"/>
        </a:buBlip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Blip>
          <a:blip r:embed="rId15"/>
        </a:buBlip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Blip>
          <a:blip r:embed="rId15"/>
        </a:buBlip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Blip>
          <a:blip r:embed="rId15"/>
        </a:buBlip>
        <a:defRPr kumimoji="1" sz="14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Blip>
          <a:blip r:embed="rId15"/>
        </a:buBlip>
        <a:defRPr kumimoji="1" sz="14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Blip>
          <a:blip r:embed="rId15"/>
        </a:buBlip>
        <a:defRPr kumimoji="1" sz="14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Blip>
          <a:blip r:embed="rId15"/>
        </a:buBlip>
        <a:defRPr kumimoji="1" sz="14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Blip>
          <a:blip r:embed="rId15"/>
        </a:buBlip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</a:t>
            </a:r>
            <a:r>
              <a:rPr lang="en-US" sz="1500" b="1" spc="-1" dirty="0">
                <a:solidFill>
                  <a:srgbClr val="000000"/>
                </a:solidFill>
                <a:latin typeface="Tahoma"/>
                <a:ea typeface="新細明體"/>
              </a:rPr>
              <a:t>M11312107</a:t>
            </a: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: </a:t>
            </a:r>
            <a:r>
              <a:rPr lang="en-US" sz="3200" spc="-1" dirty="0">
                <a:solidFill>
                  <a:srgbClr val="282F86"/>
                </a:solidFill>
                <a:latin typeface="Times New Roman"/>
                <a:ea typeface="標楷體"/>
              </a:rPr>
              <a:t>02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/09/2025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4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4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</a:rPr>
              <a:t>震盪子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50W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已經燒過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次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小時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4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長時間測試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4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舊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50W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</a:rPr>
              <a:t>震盪子測試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4"/>
              </a:buBlip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50W + M4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螺絲 架子會有明顯共震導致無法霧化</a:t>
            </a: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4"/>
              </a:buBlip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之前用塑膠架子震過的震盪子無法使用 可能是內部損壞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4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用舊加載頭 螺絲卡死在震盪子上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9611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89F2D-378A-B877-15C7-00E5A0243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C86CBC57-7B47-8FAA-4B16-6A7A7876360B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用舊加載頭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9B6671FF-0F5B-D6B0-CD9D-F124965B65C3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4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6E6FB89A-E6C8-61C4-B2A8-2C026ACC749A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" name="圖片 3" descr="一張含有 圓形, 汽車零件, 輪 的圖片&#10;&#10;AI 產生的內容可能不正確。">
            <a:extLst>
              <a:ext uri="{FF2B5EF4-FFF2-40B4-BE49-F238E27FC236}">
                <a16:creationId xmlns:a16="http://schemas.microsoft.com/office/drawing/2014/main" id="{0CDFC4FC-27AA-E04E-C2E9-126B09F84D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716" y="1092061"/>
            <a:ext cx="3762564" cy="5015619"/>
          </a:xfrm>
          <a:prstGeom prst="rect">
            <a:avLst/>
          </a:prstGeom>
        </p:spPr>
      </p:pic>
      <p:pic>
        <p:nvPicPr>
          <p:cNvPr id="8" name="圖片 7" descr="一張含有 下沉、洗碗槽, 靜物攝影, 圓形, 圓柱 的圖片&#10;&#10;AI 產生的內容可能不正確。">
            <a:extLst>
              <a:ext uri="{FF2B5EF4-FFF2-40B4-BE49-F238E27FC236}">
                <a16:creationId xmlns:a16="http://schemas.microsoft.com/office/drawing/2014/main" id="{35229156-FE8B-8C3B-0D16-CE0014091B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1996" y="1092060"/>
            <a:ext cx="3762564" cy="501562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36239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921A872B-3E22-6A42-B75F-A9F41C11B998}"/>
              </a:ext>
            </a:extLst>
          </p:cNvPr>
          <p:cNvSpPr txBox="1">
            <a:spLocks/>
          </p:cNvSpPr>
          <p:nvPr/>
        </p:nvSpPr>
        <p:spPr bwMode="auto">
          <a:xfrm>
            <a:off x="1149545" y="3068959"/>
            <a:ext cx="6844909" cy="1450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4000" b="1" cap="all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標楷體" pitchFamily="65" charset="-120"/>
              </a:defRPr>
            </a:lvl2pPr>
            <a:lvl3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標楷體" pitchFamily="65" charset="-120"/>
              </a:defRPr>
            </a:lvl3pPr>
            <a:lvl4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標楷體" pitchFamily="65" charset="-120"/>
              </a:defRPr>
            </a:lvl4pPr>
            <a:lvl5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標楷體" pitchFamily="65" charset="-120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標楷體" pitchFamily="65" charset="-120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標楷體" pitchFamily="65" charset="-120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標楷體" pitchFamily="65" charset="-120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標楷體" pitchFamily="65" charset="-120"/>
              </a:defRPr>
            </a:lvl9pPr>
          </a:lstStyle>
          <a:p>
            <a:pPr algn="ctr">
              <a:defRPr/>
            </a:pPr>
            <a:r>
              <a:rPr kumimoji="1" lang="zh-TW" altLang="en-US" sz="4000" b="1" i="0" u="none" strike="noStrike" kern="0" cap="all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ea typeface="標楷體"/>
                <a:cs typeface="+mj-cs"/>
              </a:rPr>
              <a:t>長時間測試</a:t>
            </a:r>
            <a:r>
              <a:rPr kumimoji="1" lang="en-US" altLang="zh-TW" sz="4000" b="1" i="0" u="none" strike="noStrike" kern="0" cap="all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ea typeface="標楷體"/>
                <a:cs typeface="+mj-cs"/>
              </a:rPr>
              <a:t>(M3 16</a:t>
            </a:r>
            <a:r>
              <a:rPr lang="en-US" altLang="zh-TW" kern="0" cap="none" dirty="0">
                <a:ea typeface="標楷體"/>
              </a:rPr>
              <a:t>mm</a:t>
            </a:r>
            <a:r>
              <a:rPr kumimoji="1" lang="en-US" altLang="zh-TW" sz="4000" b="1" i="0" u="none" strike="noStrike" kern="0" cap="all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ea typeface="標楷體"/>
                <a:cs typeface="+mj-cs"/>
              </a:rPr>
              <a:t>)</a:t>
            </a:r>
            <a:br>
              <a:rPr kumimoji="1" lang="en-US" altLang="zh-TW" sz="4000" b="1" i="0" u="none" strike="noStrike" kern="0" cap="all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ea typeface="標楷體"/>
                <a:cs typeface="+mj-cs"/>
              </a:rPr>
            </a:br>
            <a:r>
              <a:rPr lang="zh-TW" altLang="en-US" kern="0" dirty="0">
                <a:ea typeface="標楷體"/>
              </a:rPr>
              <a:t>測試時長：</a:t>
            </a:r>
            <a:r>
              <a:rPr lang="en-US" altLang="zh-TW" kern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</a:t>
            </a:r>
            <a:r>
              <a:rPr lang="zh-TW" altLang="en-US" kern="0" dirty="0">
                <a:ea typeface="標楷體"/>
              </a:rPr>
              <a:t>小時</a:t>
            </a:r>
            <a:endParaRPr kumimoji="1" lang="zh-TW" altLang="en-US" sz="7200" b="1" i="0" u="none" strike="noStrike" kern="0" cap="all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ea typeface="標楷體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87658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C51DB12-F944-49B7-9FF5-3558CF13A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58613BA-92E1-471D-9ABD-60FB8E452BB7}" type="slidenum">
              <a:rPr kumimoji="1" lang="en-US" altLang="ko-KR" sz="2000" b="1" i="0" u="none" strike="noStrike" kern="1200" cap="none" spc="0" normalizeH="0" baseline="0" noProof="0" smtClean="0">
                <a:ln>
                  <a:noFill/>
                </a:ln>
                <a:solidFill>
                  <a:srgbClr val="FCFAD4"/>
                </a:solidFill>
                <a:effectLst/>
                <a:uLnTx/>
                <a:uFillTx/>
                <a:ea typeface="-쉬리L" pitchFamily="18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en-US" altLang="ko-KR" sz="2000" b="1" i="0" u="none" strike="noStrike" kern="1200" cap="none" spc="0" normalizeH="0" baseline="0" noProof="0">
              <a:ln>
                <a:noFill/>
              </a:ln>
              <a:solidFill>
                <a:srgbClr val="FCFAD4"/>
              </a:solidFill>
              <a:effectLst/>
              <a:uLnTx/>
              <a:uFillTx/>
              <a:ea typeface="-쉬리L" pitchFamily="18" charset="-127"/>
              <a:cs typeface="+mn-cs"/>
            </a:endParaRPr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45EE7DC3-7F9E-461D-826C-7B6C7E273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104775"/>
            <a:ext cx="7491412" cy="914400"/>
          </a:xfrm>
        </p:spPr>
        <p:txBody>
          <a:bodyPr/>
          <a:lstStyle/>
          <a:p>
            <a:r>
              <a:rPr lang="zh-TW" altLang="en-US" dirty="0"/>
              <a:t>操作頻率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39400DA-0DBC-4CB5-A9DC-D6014054E724}"/>
              </a:ext>
            </a:extLst>
          </p:cNvPr>
          <p:cNvSpPr txBox="1"/>
          <p:nvPr/>
        </p:nvSpPr>
        <p:spPr>
          <a:xfrm>
            <a:off x="5850657" y="5940722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/>
                <a:ea typeface="標楷體"/>
                <a:cs typeface="+mn-cs"/>
              </a:rPr>
              <a:t>資料點數</a:t>
            </a:r>
            <a:r>
              <a:rPr kumimoji="1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/>
                <a:ea typeface="標楷體"/>
                <a:cs typeface="+mn-cs"/>
              </a:rPr>
              <a:t>(</a:t>
            </a:r>
            <a:r>
              <a:rPr kumimoji="1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/>
                <a:ea typeface="標楷體"/>
                <a:cs typeface="+mn-cs"/>
              </a:rPr>
              <a:t>每</a:t>
            </a:r>
            <a:r>
              <a:rPr kumimoji="1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/>
                <a:ea typeface="標楷體"/>
                <a:cs typeface="+mn-cs"/>
              </a:rPr>
              <a:t>10</a:t>
            </a:r>
            <a:r>
              <a:rPr kumimoji="1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/>
                <a:ea typeface="標楷體"/>
                <a:cs typeface="+mn-cs"/>
              </a:rPr>
              <a:t>分鐘</a:t>
            </a:r>
            <a:r>
              <a:rPr kumimoji="1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/>
                <a:ea typeface="標楷體"/>
                <a:cs typeface="+mn-cs"/>
              </a:rPr>
              <a:t>1</a:t>
            </a:r>
            <a:r>
              <a:rPr kumimoji="1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/>
                <a:ea typeface="標楷體"/>
                <a:cs typeface="+mn-cs"/>
              </a:rPr>
              <a:t>點</a:t>
            </a:r>
            <a:r>
              <a:rPr kumimoji="1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/>
                <a:ea typeface="標楷體"/>
                <a:cs typeface="+mn-cs"/>
              </a:rPr>
              <a:t>)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標楷體"/>
              <a:ea typeface="標楷體"/>
              <a:cs typeface="+mn-cs"/>
            </a:endParaRPr>
          </a:p>
        </p:txBody>
      </p:sp>
      <p:graphicFrame>
        <p:nvGraphicFramePr>
          <p:cNvPr id="3" name="圖表 2">
            <a:extLst>
              <a:ext uri="{FF2B5EF4-FFF2-40B4-BE49-F238E27FC236}">
                <a16:creationId xmlns:a16="http://schemas.microsoft.com/office/drawing/2014/main" id="{12574AAC-1E60-E0C8-6931-4BC5F1FE3E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3883448"/>
              </p:ext>
            </p:extLst>
          </p:nvPr>
        </p:nvGraphicFramePr>
        <p:xfrm>
          <a:off x="1395107" y="1266370"/>
          <a:ext cx="6787173" cy="43252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81185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CABFE9-4BEF-4B55-8079-D0EBD8598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8613BA-92E1-471D-9ABD-60FB8E452BB7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42CD6166-B9BA-49A4-A8D0-839838AEE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104775"/>
            <a:ext cx="7491412" cy="914400"/>
          </a:xfrm>
        </p:spPr>
        <p:txBody>
          <a:bodyPr/>
          <a:lstStyle/>
          <a:p>
            <a:r>
              <a:rPr lang="zh-TW" altLang="en-US" dirty="0"/>
              <a:t>震盪子電流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C816662-96C6-48F3-95A4-9589DEEBD5F6}"/>
              </a:ext>
            </a:extLst>
          </p:cNvPr>
          <p:cNvSpPr txBox="1"/>
          <p:nvPr/>
        </p:nvSpPr>
        <p:spPr>
          <a:xfrm>
            <a:off x="6579865" y="6011303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+mj-ea"/>
                <a:ea typeface="+mj-ea"/>
              </a:rPr>
              <a:t>資料點數</a:t>
            </a:r>
            <a:r>
              <a:rPr lang="en-US" altLang="zh-TW" dirty="0">
                <a:latin typeface="+mj-ea"/>
                <a:ea typeface="+mj-ea"/>
              </a:rPr>
              <a:t>(</a:t>
            </a:r>
            <a:r>
              <a:rPr lang="zh-TW" altLang="en-US" dirty="0">
                <a:latin typeface="+mj-ea"/>
                <a:ea typeface="+mj-ea"/>
              </a:rPr>
              <a:t>每</a:t>
            </a:r>
            <a:r>
              <a:rPr lang="en-US" altLang="zh-TW" dirty="0">
                <a:latin typeface="+mj-ea"/>
                <a:ea typeface="+mj-ea"/>
              </a:rPr>
              <a:t>10</a:t>
            </a:r>
            <a:r>
              <a:rPr lang="zh-TW" altLang="en-US" dirty="0">
                <a:latin typeface="+mj-ea"/>
                <a:ea typeface="+mj-ea"/>
              </a:rPr>
              <a:t>分鐘</a:t>
            </a:r>
            <a:r>
              <a:rPr lang="en-US" altLang="zh-TW" dirty="0">
                <a:latin typeface="+mj-ea"/>
                <a:ea typeface="+mj-ea"/>
              </a:rPr>
              <a:t>1</a:t>
            </a:r>
            <a:r>
              <a:rPr lang="zh-TW" altLang="en-US" dirty="0">
                <a:latin typeface="+mj-ea"/>
                <a:ea typeface="+mj-ea"/>
              </a:rPr>
              <a:t>點</a:t>
            </a:r>
            <a:r>
              <a:rPr lang="en-US" altLang="zh-TW" dirty="0">
                <a:latin typeface="+mj-ea"/>
                <a:ea typeface="+mj-ea"/>
              </a:rPr>
              <a:t>)</a:t>
            </a:r>
            <a:endParaRPr lang="zh-TW" altLang="en-US" dirty="0">
              <a:latin typeface="+mj-ea"/>
              <a:ea typeface="+mj-ea"/>
            </a:endParaRPr>
          </a:p>
        </p:txBody>
      </p:sp>
      <p:graphicFrame>
        <p:nvGraphicFramePr>
          <p:cNvPr id="3" name="圖表 2">
            <a:extLst>
              <a:ext uri="{FF2B5EF4-FFF2-40B4-BE49-F238E27FC236}">
                <a16:creationId xmlns:a16="http://schemas.microsoft.com/office/drawing/2014/main" id="{D86C830E-C2DB-698C-A5F1-34EB4DB6C9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238564"/>
              </p:ext>
            </p:extLst>
          </p:nvPr>
        </p:nvGraphicFramePr>
        <p:xfrm>
          <a:off x="1138782" y="1103227"/>
          <a:ext cx="7299823" cy="46515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95352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7E8218D-F2B1-4837-A0D6-38A664E44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8613BA-92E1-471D-9ABD-60FB8E452BB7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9AE6283C-5936-4346-AD27-1667AC1F2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104775"/>
            <a:ext cx="7491412" cy="914400"/>
          </a:xfrm>
        </p:spPr>
        <p:txBody>
          <a:bodyPr/>
          <a:lstStyle/>
          <a:p>
            <a:r>
              <a:rPr lang="zh-TW" altLang="en-US" dirty="0"/>
              <a:t>震盪子電壓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FE8DDB4-1C4D-485F-95A9-ECDE1271B2A8}"/>
              </a:ext>
            </a:extLst>
          </p:cNvPr>
          <p:cNvSpPr txBox="1"/>
          <p:nvPr/>
        </p:nvSpPr>
        <p:spPr>
          <a:xfrm>
            <a:off x="6638156" y="6053510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+mj-ea"/>
                <a:ea typeface="+mj-ea"/>
              </a:rPr>
              <a:t>資料點數</a:t>
            </a:r>
            <a:r>
              <a:rPr lang="en-US" altLang="zh-TW" dirty="0">
                <a:latin typeface="+mj-ea"/>
                <a:ea typeface="+mj-ea"/>
              </a:rPr>
              <a:t>(</a:t>
            </a:r>
            <a:r>
              <a:rPr lang="zh-TW" altLang="en-US" dirty="0">
                <a:latin typeface="+mj-ea"/>
                <a:ea typeface="+mj-ea"/>
              </a:rPr>
              <a:t>每</a:t>
            </a:r>
            <a:r>
              <a:rPr lang="en-US" altLang="zh-TW" dirty="0">
                <a:latin typeface="+mj-ea"/>
                <a:ea typeface="+mj-ea"/>
              </a:rPr>
              <a:t>10</a:t>
            </a:r>
            <a:r>
              <a:rPr lang="zh-TW" altLang="en-US" dirty="0">
                <a:latin typeface="+mj-ea"/>
                <a:ea typeface="+mj-ea"/>
              </a:rPr>
              <a:t>分鐘</a:t>
            </a:r>
            <a:r>
              <a:rPr lang="en-US" altLang="zh-TW" dirty="0">
                <a:latin typeface="+mj-ea"/>
                <a:ea typeface="+mj-ea"/>
              </a:rPr>
              <a:t>1</a:t>
            </a:r>
            <a:r>
              <a:rPr lang="zh-TW" altLang="en-US" dirty="0">
                <a:latin typeface="+mj-ea"/>
                <a:ea typeface="+mj-ea"/>
              </a:rPr>
              <a:t>點</a:t>
            </a:r>
            <a:r>
              <a:rPr lang="en-US" altLang="zh-TW" dirty="0">
                <a:latin typeface="+mj-ea"/>
                <a:ea typeface="+mj-ea"/>
              </a:rPr>
              <a:t>)</a:t>
            </a:r>
            <a:endParaRPr lang="zh-TW" altLang="en-US" dirty="0">
              <a:latin typeface="+mj-ea"/>
              <a:ea typeface="+mj-ea"/>
            </a:endParaRPr>
          </a:p>
        </p:txBody>
      </p:sp>
      <p:graphicFrame>
        <p:nvGraphicFramePr>
          <p:cNvPr id="3" name="圖表 2">
            <a:extLst>
              <a:ext uri="{FF2B5EF4-FFF2-40B4-BE49-F238E27FC236}">
                <a16:creationId xmlns:a16="http://schemas.microsoft.com/office/drawing/2014/main" id="{4F347BEB-064D-5985-9FFE-E52DEB9AC3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7853968"/>
              </p:ext>
            </p:extLst>
          </p:nvPr>
        </p:nvGraphicFramePr>
        <p:xfrm>
          <a:off x="1040607" y="912222"/>
          <a:ext cx="7491412" cy="50335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47781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EB6F06-0199-41A4-A8CF-FB6002B13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功率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7055910-4EE5-4200-9F32-4209A42C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8613BA-92E1-471D-9ABD-60FB8E452BB7}" type="slidenum">
              <a:rPr lang="en-US" altLang="ko-KR" smtClean="0"/>
              <a:pPr>
                <a:defRPr/>
              </a:pPr>
              <a:t>8</a:t>
            </a:fld>
            <a:endParaRPr lang="en-US" altLang="ko-KR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C227709-8712-46F6-82B4-8DBEE70F72C1}"/>
              </a:ext>
            </a:extLst>
          </p:cNvPr>
          <p:cNvSpPr txBox="1"/>
          <p:nvPr/>
        </p:nvSpPr>
        <p:spPr>
          <a:xfrm>
            <a:off x="6547198" y="5940723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+mj-ea"/>
                <a:ea typeface="+mj-ea"/>
              </a:rPr>
              <a:t>資料點數</a:t>
            </a:r>
            <a:r>
              <a:rPr lang="en-US" altLang="zh-TW" dirty="0">
                <a:latin typeface="+mj-ea"/>
                <a:ea typeface="+mj-ea"/>
              </a:rPr>
              <a:t>(</a:t>
            </a:r>
            <a:r>
              <a:rPr lang="zh-TW" altLang="en-US" dirty="0">
                <a:latin typeface="+mj-ea"/>
                <a:ea typeface="+mj-ea"/>
              </a:rPr>
              <a:t>每</a:t>
            </a:r>
            <a:r>
              <a:rPr lang="en-US" altLang="zh-TW" dirty="0">
                <a:latin typeface="+mj-ea"/>
                <a:ea typeface="+mj-ea"/>
              </a:rPr>
              <a:t>10</a:t>
            </a:r>
            <a:r>
              <a:rPr lang="zh-TW" altLang="en-US" dirty="0">
                <a:latin typeface="+mj-ea"/>
                <a:ea typeface="+mj-ea"/>
              </a:rPr>
              <a:t>分鐘</a:t>
            </a:r>
            <a:r>
              <a:rPr lang="en-US" altLang="zh-TW" dirty="0">
                <a:latin typeface="+mj-ea"/>
                <a:ea typeface="+mj-ea"/>
              </a:rPr>
              <a:t>1</a:t>
            </a:r>
            <a:r>
              <a:rPr lang="zh-TW" altLang="en-US" dirty="0">
                <a:latin typeface="+mj-ea"/>
                <a:ea typeface="+mj-ea"/>
              </a:rPr>
              <a:t>點</a:t>
            </a:r>
            <a:r>
              <a:rPr lang="en-US" altLang="zh-TW" dirty="0">
                <a:latin typeface="+mj-ea"/>
                <a:ea typeface="+mj-ea"/>
              </a:rPr>
              <a:t>)</a:t>
            </a:r>
            <a:endParaRPr lang="zh-TW" altLang="en-US" dirty="0">
              <a:latin typeface="+mj-ea"/>
              <a:ea typeface="+mj-ea"/>
            </a:endParaRPr>
          </a:p>
        </p:txBody>
      </p:sp>
      <p:graphicFrame>
        <p:nvGraphicFramePr>
          <p:cNvPr id="5" name="圖表 4">
            <a:extLst>
              <a:ext uri="{FF2B5EF4-FFF2-40B4-BE49-F238E27FC236}">
                <a16:creationId xmlns:a16="http://schemas.microsoft.com/office/drawing/2014/main" id="{08A98CE1-6A08-D174-B8A5-F641BF0106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0065336"/>
              </p:ext>
            </p:extLst>
          </p:nvPr>
        </p:nvGraphicFramePr>
        <p:xfrm>
          <a:off x="760980" y="1019175"/>
          <a:ext cx="8055428" cy="50524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74279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4BDC23-8C7B-4750-BB75-FDAA31006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溫度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64354EF-4C57-411A-BE26-0550B9FCA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8613BA-92E1-471D-9ABD-60FB8E452BB7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B79A6DC-6D1F-4FB2-877D-697D9EB2585E}"/>
              </a:ext>
            </a:extLst>
          </p:cNvPr>
          <p:cNvSpPr txBox="1"/>
          <p:nvPr/>
        </p:nvSpPr>
        <p:spPr>
          <a:xfrm>
            <a:off x="6600428" y="5940723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+mj-ea"/>
                <a:ea typeface="+mj-ea"/>
              </a:rPr>
              <a:t>資料點數</a:t>
            </a:r>
            <a:r>
              <a:rPr lang="en-US" altLang="zh-TW" dirty="0">
                <a:latin typeface="+mj-ea"/>
                <a:ea typeface="+mj-ea"/>
              </a:rPr>
              <a:t>(</a:t>
            </a:r>
            <a:r>
              <a:rPr lang="zh-TW" altLang="en-US" dirty="0">
                <a:latin typeface="+mj-ea"/>
                <a:ea typeface="+mj-ea"/>
              </a:rPr>
              <a:t>每</a:t>
            </a:r>
            <a:r>
              <a:rPr lang="en-US" altLang="zh-TW" dirty="0">
                <a:latin typeface="+mj-ea"/>
                <a:ea typeface="+mj-ea"/>
              </a:rPr>
              <a:t>10</a:t>
            </a:r>
            <a:r>
              <a:rPr lang="zh-TW" altLang="en-US" dirty="0">
                <a:latin typeface="+mj-ea"/>
                <a:ea typeface="+mj-ea"/>
              </a:rPr>
              <a:t>分鐘</a:t>
            </a:r>
            <a:r>
              <a:rPr lang="en-US" altLang="zh-TW" dirty="0">
                <a:latin typeface="+mj-ea"/>
                <a:ea typeface="+mj-ea"/>
              </a:rPr>
              <a:t>1</a:t>
            </a:r>
            <a:r>
              <a:rPr lang="zh-TW" altLang="en-US" dirty="0">
                <a:latin typeface="+mj-ea"/>
                <a:ea typeface="+mj-ea"/>
              </a:rPr>
              <a:t>點</a:t>
            </a:r>
            <a:r>
              <a:rPr lang="en-US" altLang="zh-TW" dirty="0">
                <a:latin typeface="+mj-ea"/>
                <a:ea typeface="+mj-ea"/>
              </a:rPr>
              <a:t>)</a:t>
            </a:r>
            <a:endParaRPr lang="zh-TW" altLang="en-US" dirty="0">
              <a:latin typeface="+mj-ea"/>
              <a:ea typeface="+mj-ea"/>
            </a:endParaRPr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DE784C0-FBE2-479E-9DC3-E0D36FE92F2E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2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新增室內溫度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2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5" name="圖表 4">
            <a:extLst>
              <a:ext uri="{FF2B5EF4-FFF2-40B4-BE49-F238E27FC236}">
                <a16:creationId xmlns:a16="http://schemas.microsoft.com/office/drawing/2014/main" id="{EDD14CCD-64B1-6F03-0723-FAC8FBFF4A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797752"/>
              </p:ext>
            </p:extLst>
          </p:nvPr>
        </p:nvGraphicFramePr>
        <p:xfrm>
          <a:off x="309154" y="1105386"/>
          <a:ext cx="8525691" cy="4991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53483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23678"/>
            <a:ext cx="8229240" cy="443198"/>
          </a:xfrm>
        </p:spPr>
        <p:txBody>
          <a:bodyPr/>
          <a:lstStyle/>
          <a:p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預計進度</a:t>
            </a:r>
            <a:endParaRPr lang="zh-TW" altLang="en-US" sz="36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447756" y="121099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54CC07A-9104-BFF8-CC32-E6A910233C69}"/>
              </a:ext>
            </a:extLst>
          </p:cNvPr>
          <p:cNvSpPr/>
          <p:nvPr/>
        </p:nvSpPr>
        <p:spPr>
          <a:xfrm>
            <a:off x="180000" y="755191"/>
            <a:ext cx="8784000" cy="1702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+mj-ea"/>
              </a:rPr>
              <a:t> </a:t>
            </a:r>
            <a:endParaRPr lang="en-US" altLang="zh-TW" sz="2000" spc="-1" dirty="0"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</a:rPr>
              <a:t>震盪子長時間測試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</a:rPr>
              <a:t>震盪子並聯 更改匹配電路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2000" dirty="0"/>
          </a:p>
          <a:p>
            <a:pPr marL="1080">
              <a:spcBef>
                <a:spcPts val="479"/>
              </a:spcBef>
              <a:buSzPct val="100000"/>
            </a:pPr>
            <a:endParaRPr kumimoji="1" lang="en-US" altLang="zh-TW" sz="2000" kern="0" dirty="0"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0170315 施博允進度報告">
  <a:themeElements>
    <a:clrScheme name="A104_凃毅銘_M9620101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104_凃毅銘_M962010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34" charset="-127"/>
            <a:ea typeface="굴림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34" charset="-127"/>
            <a:ea typeface="굴림" pitchFamily="34" charset="-127"/>
          </a:defRPr>
        </a:defPPr>
      </a:lstStyle>
    </a:lnDef>
  </a:objectDefaults>
  <a:extraClrSchemeLst>
    <a:extraClrScheme>
      <a:clrScheme name="A104_凃毅銘_M9620101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104_凃毅銘_M9620101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104_凃毅銘_M9620101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104_凃毅銘_M9620101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104_凃毅銘_M962010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104_凃毅銘_M962010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104_凃毅銘_M962010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189469</TotalTime>
  <Words>237</Words>
  <Application>Microsoft Office PowerPoint</Application>
  <PresentationFormat>如螢幕大小 (4:3)</PresentationFormat>
  <Paragraphs>50</Paragraphs>
  <Slides>10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10</vt:i4>
      </vt:variant>
    </vt:vector>
  </HeadingPairs>
  <TitlesOfParts>
    <vt:vector size="21" baseType="lpstr">
      <vt:lpstr>굴림</vt:lpstr>
      <vt:lpstr>標楷體</vt:lpstr>
      <vt:lpstr>-쉬리L</vt:lpstr>
      <vt:lpstr>Arial</vt:lpstr>
      <vt:lpstr>Symbol</vt:lpstr>
      <vt:lpstr>Tahoma</vt:lpstr>
      <vt:lpstr>Times New Roman</vt:lpstr>
      <vt:lpstr>Wingdings</vt:lpstr>
      <vt:lpstr>Office Theme</vt:lpstr>
      <vt:lpstr>Office Theme</vt:lpstr>
      <vt:lpstr>20170315 施博允進度報告</vt:lpstr>
      <vt:lpstr>PowerPoint 簡報</vt:lpstr>
      <vt:lpstr>PowerPoint 簡報</vt:lpstr>
      <vt:lpstr>PowerPoint 簡報</vt:lpstr>
      <vt:lpstr>PowerPoint 簡報</vt:lpstr>
      <vt:lpstr>操作頻率</vt:lpstr>
      <vt:lpstr>震盪子電流</vt:lpstr>
      <vt:lpstr>震盪子電壓</vt:lpstr>
      <vt:lpstr>功率</vt:lpstr>
      <vt:lpstr>溫度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崎維 李</cp:lastModifiedBy>
  <cp:revision>2262</cp:revision>
  <dcterms:created xsi:type="dcterms:W3CDTF">2001-07-18T23:57:34Z</dcterms:created>
  <dcterms:modified xsi:type="dcterms:W3CDTF">2025-02-10T01:31:31Z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