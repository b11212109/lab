
<file path=[Content_Types].xml><?xml version="1.0" encoding="utf-8"?>
<Types xmlns="http://schemas.openxmlformats.org/package/2006/content-types">
  <Default Extension="BMP" ContentType="image/bmp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492" r:id="rId4"/>
    <p:sldId id="479" r:id="rId5"/>
    <p:sldId id="506" r:id="rId6"/>
    <p:sldId id="507" r:id="rId7"/>
    <p:sldId id="508" r:id="rId8"/>
    <p:sldId id="509" r:id="rId9"/>
    <p:sldId id="510" r:id="rId10"/>
    <p:sldId id="511" r:id="rId11"/>
    <p:sldId id="503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479"/>
            <p14:sldId id="506"/>
            <p14:sldId id="507"/>
            <p14:sldId id="508"/>
            <p14:sldId id="509"/>
            <p14:sldId id="510"/>
            <p14:sldId id="511"/>
            <p14:sldId id="503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95"/>
    <a:srgbClr val="656813"/>
    <a:srgbClr val="8B078C"/>
    <a:srgbClr val="E75E07"/>
    <a:srgbClr val="04B605"/>
    <a:srgbClr val="D8E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B64BF-F115-49EE-8193-E7A5BF913B6E}" v="129" dt="2024-12-10T01:57:24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3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00CB64BF-F115-49EE-8193-E7A5BF913B6E}"/>
    <pc:docChg chg="undo custSel addSld delSld modSld sldOrd modSection">
      <pc:chgData name="崎維 李" userId="d4390ee11c1fc6cf" providerId="LiveId" clId="{00CB64BF-F115-49EE-8193-E7A5BF913B6E}" dt="2024-12-10T01:58:55.602" v="1469" actId="47"/>
      <pc:docMkLst>
        <pc:docMk/>
      </pc:docMkLst>
      <pc:sldChg chg="modSp mod">
        <pc:chgData name="崎維 李" userId="d4390ee11c1fc6cf" providerId="LiveId" clId="{00CB64BF-F115-49EE-8193-E7A5BF913B6E}" dt="2024-12-03T04:24:26.773" v="1131" actId="20577"/>
        <pc:sldMkLst>
          <pc:docMk/>
          <pc:sldMk cId="0" sldId="256"/>
        </pc:sldMkLst>
        <pc:spChg chg="mod">
          <ac:chgData name="崎維 李" userId="d4390ee11c1fc6cf" providerId="LiveId" clId="{00CB64BF-F115-49EE-8193-E7A5BF913B6E}" dt="2024-12-03T04:24:26.773" v="1131" actId="20577"/>
          <ac:spMkLst>
            <pc:docMk/>
            <pc:sldMk cId="0" sldId="256"/>
            <ac:spMk id="176" creationId="{00000000-0000-0000-0000-000000000000}"/>
          </ac:spMkLst>
        </pc:spChg>
      </pc:sldChg>
      <pc:sldChg chg="del">
        <pc:chgData name="崎維 李" userId="d4390ee11c1fc6cf" providerId="LiveId" clId="{00CB64BF-F115-49EE-8193-E7A5BF913B6E}" dt="2024-12-02T15:13:58.821" v="35" actId="47"/>
        <pc:sldMkLst>
          <pc:docMk/>
          <pc:sldMk cId="4137113617" sldId="472"/>
        </pc:sldMkLst>
      </pc:sldChg>
      <pc:sldChg chg="del">
        <pc:chgData name="崎維 李" userId="d4390ee11c1fc6cf" providerId="LiveId" clId="{00CB64BF-F115-49EE-8193-E7A5BF913B6E}" dt="2024-12-02T15:14:36.917" v="49" actId="47"/>
        <pc:sldMkLst>
          <pc:docMk/>
          <pc:sldMk cId="3931144362" sldId="474"/>
        </pc:sldMkLst>
      </pc:sldChg>
      <pc:sldChg chg="del">
        <pc:chgData name="崎維 李" userId="d4390ee11c1fc6cf" providerId="LiveId" clId="{00CB64BF-F115-49EE-8193-E7A5BF913B6E}" dt="2024-12-02T15:13:57.828" v="34" actId="47"/>
        <pc:sldMkLst>
          <pc:docMk/>
          <pc:sldMk cId="1639789620" sldId="476"/>
        </pc:sldMkLst>
      </pc:sldChg>
      <pc:sldChg chg="add del ord">
        <pc:chgData name="崎維 李" userId="d4390ee11c1fc6cf" providerId="LiveId" clId="{00CB64BF-F115-49EE-8193-E7A5BF913B6E}" dt="2024-12-10T01:53:50.036" v="1321"/>
        <pc:sldMkLst>
          <pc:docMk/>
          <pc:sldMk cId="2264019104" sldId="479"/>
        </pc:sldMkLst>
      </pc:sldChg>
      <pc:sldChg chg="del">
        <pc:chgData name="崎維 李" userId="d4390ee11c1fc6cf" providerId="LiveId" clId="{00CB64BF-F115-49EE-8193-E7A5BF913B6E}" dt="2024-12-02T15:14:42.833" v="52" actId="47"/>
        <pc:sldMkLst>
          <pc:docMk/>
          <pc:sldMk cId="3168328075" sldId="481"/>
        </pc:sldMkLst>
      </pc:sldChg>
      <pc:sldChg chg="del">
        <pc:chgData name="崎維 李" userId="d4390ee11c1fc6cf" providerId="LiveId" clId="{00CB64BF-F115-49EE-8193-E7A5BF913B6E}" dt="2024-12-02T15:14:42.057" v="51" actId="47"/>
        <pc:sldMkLst>
          <pc:docMk/>
          <pc:sldMk cId="1902861556" sldId="482"/>
        </pc:sldMkLst>
      </pc:sldChg>
      <pc:sldChg chg="del">
        <pc:chgData name="崎維 李" userId="d4390ee11c1fc6cf" providerId="LiveId" clId="{00CB64BF-F115-49EE-8193-E7A5BF913B6E}" dt="2024-12-02T15:14:34.143" v="46" actId="47"/>
        <pc:sldMkLst>
          <pc:docMk/>
          <pc:sldMk cId="452833986" sldId="483"/>
        </pc:sldMkLst>
      </pc:sldChg>
      <pc:sldChg chg="del">
        <pc:chgData name="崎維 李" userId="d4390ee11c1fc6cf" providerId="LiveId" clId="{00CB64BF-F115-49EE-8193-E7A5BF913B6E}" dt="2024-12-02T15:14:33.150" v="45" actId="47"/>
        <pc:sldMkLst>
          <pc:docMk/>
          <pc:sldMk cId="3184303239" sldId="490"/>
        </pc:sldMkLst>
      </pc:sldChg>
      <pc:sldChg chg="del">
        <pc:chgData name="崎維 李" userId="d4390ee11c1fc6cf" providerId="LiveId" clId="{00CB64BF-F115-49EE-8193-E7A5BF913B6E}" dt="2024-12-02T15:14:34.952" v="47" actId="47"/>
        <pc:sldMkLst>
          <pc:docMk/>
          <pc:sldMk cId="3540486619" sldId="491"/>
        </pc:sldMkLst>
      </pc:sldChg>
      <pc:sldChg chg="modSp mod">
        <pc:chgData name="崎維 李" userId="d4390ee11c1fc6cf" providerId="LiveId" clId="{00CB64BF-F115-49EE-8193-E7A5BF913B6E}" dt="2024-12-10T01:48:05.090" v="1152"/>
        <pc:sldMkLst>
          <pc:docMk/>
          <pc:sldMk cId="1759611898" sldId="492"/>
        </pc:sldMkLst>
        <pc:spChg chg="mod">
          <ac:chgData name="崎維 李" userId="d4390ee11c1fc6cf" providerId="LiveId" clId="{00CB64BF-F115-49EE-8193-E7A5BF913B6E}" dt="2024-12-10T01:48:05.090" v="1152"/>
          <ac:spMkLst>
            <pc:docMk/>
            <pc:sldMk cId="1759611898" sldId="492"/>
            <ac:spMk id="2" creationId="{FFDA5E2A-651A-2221-C4E1-4B3C8ABE1EF6}"/>
          </ac:spMkLst>
        </pc:spChg>
      </pc:sldChg>
      <pc:sldChg chg="addSp delSp modSp mod">
        <pc:chgData name="崎維 李" userId="d4390ee11c1fc6cf" providerId="LiveId" clId="{00CB64BF-F115-49EE-8193-E7A5BF913B6E}" dt="2024-12-03T03:37:16.198" v="651" actId="20577"/>
        <pc:sldMkLst>
          <pc:docMk/>
          <pc:sldMk cId="1870929783" sldId="493"/>
        </pc:sldMkLst>
        <pc:spChg chg="del">
          <ac:chgData name="崎維 李" userId="d4390ee11c1fc6cf" providerId="LiveId" clId="{00CB64BF-F115-49EE-8193-E7A5BF913B6E}" dt="2024-12-02T15:23:59.408" v="179" actId="478"/>
          <ac:spMkLst>
            <pc:docMk/>
            <pc:sldMk cId="1870929783" sldId="493"/>
            <ac:spMk id="2" creationId="{8B290320-C198-D7AF-08E2-0A15E25105C9}"/>
          </ac:spMkLst>
        </pc:spChg>
        <pc:spChg chg="add mod">
          <ac:chgData name="崎維 李" userId="d4390ee11c1fc6cf" providerId="LiveId" clId="{00CB64BF-F115-49EE-8193-E7A5BF913B6E}" dt="2024-12-03T03:37:16.198" v="651" actId="20577"/>
          <ac:spMkLst>
            <pc:docMk/>
            <pc:sldMk cId="1870929783" sldId="493"/>
            <ac:spMk id="3" creationId="{E1AA806A-5F35-3E68-504B-CBB909CDBD48}"/>
          </ac:spMkLst>
        </pc:spChg>
      </pc:sldChg>
      <pc:sldChg chg="addSp delSp modSp del mod ord">
        <pc:chgData name="崎維 李" userId="d4390ee11c1fc6cf" providerId="LiveId" clId="{00CB64BF-F115-49EE-8193-E7A5BF913B6E}" dt="2024-12-03T03:36:40.100" v="582" actId="47"/>
        <pc:sldMkLst>
          <pc:docMk/>
          <pc:sldMk cId="2033066256" sldId="494"/>
        </pc:sldMkLst>
        <pc:spChg chg="del">
          <ac:chgData name="崎維 李" userId="d4390ee11c1fc6cf" providerId="LiveId" clId="{00CB64BF-F115-49EE-8193-E7A5BF913B6E}" dt="2024-12-02T15:23:54.482" v="178" actId="478"/>
          <ac:spMkLst>
            <pc:docMk/>
            <pc:sldMk cId="2033066256" sldId="494"/>
            <ac:spMk id="2" creationId="{1B72DE2B-22E3-4796-2212-84528DAA8EFF}"/>
          </ac:spMkLst>
        </pc:spChg>
        <pc:spChg chg="add mod">
          <ac:chgData name="崎維 李" userId="d4390ee11c1fc6cf" providerId="LiveId" clId="{00CB64BF-F115-49EE-8193-E7A5BF913B6E}" dt="2024-12-03T03:33:38.364" v="577" actId="1076"/>
          <ac:spMkLst>
            <pc:docMk/>
            <pc:sldMk cId="2033066256" sldId="494"/>
            <ac:spMk id="5" creationId="{205FF1BE-A4DD-5BE2-E479-A95F0C9D8604}"/>
          </ac:spMkLst>
        </pc:spChg>
      </pc:sldChg>
      <pc:sldChg chg="del">
        <pc:chgData name="崎維 李" userId="d4390ee11c1fc6cf" providerId="LiveId" clId="{00CB64BF-F115-49EE-8193-E7A5BF913B6E}" dt="2024-12-02T15:14:00.042" v="36" actId="47"/>
        <pc:sldMkLst>
          <pc:docMk/>
          <pc:sldMk cId="1485598783" sldId="496"/>
        </pc:sldMkLst>
      </pc:sldChg>
      <pc:sldChg chg="del">
        <pc:chgData name="崎維 李" userId="d4390ee11c1fc6cf" providerId="LiveId" clId="{00CB64BF-F115-49EE-8193-E7A5BF913B6E}" dt="2024-12-02T15:14:36.117" v="48" actId="47"/>
        <pc:sldMkLst>
          <pc:docMk/>
          <pc:sldMk cId="3929360210" sldId="498"/>
        </pc:sldMkLst>
      </pc:sldChg>
      <pc:sldChg chg="del">
        <pc:chgData name="崎維 李" userId="d4390ee11c1fc6cf" providerId="LiveId" clId="{00CB64BF-F115-49EE-8193-E7A5BF913B6E}" dt="2024-12-02T15:14:37.988" v="50" actId="47"/>
        <pc:sldMkLst>
          <pc:docMk/>
          <pc:sldMk cId="3838200881" sldId="499"/>
        </pc:sldMkLst>
      </pc:sldChg>
      <pc:sldChg chg="del">
        <pc:chgData name="崎維 李" userId="d4390ee11c1fc6cf" providerId="LiveId" clId="{00CB64BF-F115-49EE-8193-E7A5BF913B6E}" dt="2024-12-02T15:14:01.082" v="37" actId="47"/>
        <pc:sldMkLst>
          <pc:docMk/>
          <pc:sldMk cId="3790292068" sldId="501"/>
        </pc:sldMkLst>
      </pc:sldChg>
      <pc:sldChg chg="del">
        <pc:chgData name="崎維 李" userId="d4390ee11c1fc6cf" providerId="LiveId" clId="{00CB64BF-F115-49EE-8193-E7A5BF913B6E}" dt="2024-12-02T15:14:01.935" v="38" actId="47"/>
        <pc:sldMkLst>
          <pc:docMk/>
          <pc:sldMk cId="2598953938" sldId="502"/>
        </pc:sldMkLst>
      </pc:sldChg>
      <pc:sldChg chg="addSp delSp modSp mod ord modNotesTx">
        <pc:chgData name="崎維 李" userId="d4390ee11c1fc6cf" providerId="LiveId" clId="{00CB64BF-F115-49EE-8193-E7A5BF913B6E}" dt="2024-12-10T01:56:15.998" v="1461" actId="20577"/>
        <pc:sldMkLst>
          <pc:docMk/>
          <pc:sldMk cId="1594574472" sldId="503"/>
        </pc:sldMkLst>
        <pc:spChg chg="del mod">
          <ac:chgData name="崎維 李" userId="d4390ee11c1fc6cf" providerId="LiveId" clId="{00CB64BF-F115-49EE-8193-E7A5BF913B6E}" dt="2024-12-02T15:14:22.091" v="42" actId="478"/>
          <ac:spMkLst>
            <pc:docMk/>
            <pc:sldMk cId="1594574472" sldId="503"/>
            <ac:spMk id="3" creationId="{0C0535BA-AF11-C706-A89C-AD9E1863BD98}"/>
          </ac:spMkLst>
        </pc:spChg>
        <pc:spChg chg="del">
          <ac:chgData name="崎維 李" userId="d4390ee11c1fc6cf" providerId="LiveId" clId="{00CB64BF-F115-49EE-8193-E7A5BF913B6E}" dt="2024-12-02T15:14:12.072" v="40" actId="478"/>
          <ac:spMkLst>
            <pc:docMk/>
            <pc:sldMk cId="1594574472" sldId="503"/>
            <ac:spMk id="4" creationId="{3C59CB41-78D8-6EE7-A768-47CBBB0CBA86}"/>
          </ac:spMkLst>
        </pc:spChg>
        <pc:spChg chg="add mod">
          <ac:chgData name="崎維 李" userId="d4390ee11c1fc6cf" providerId="LiveId" clId="{00CB64BF-F115-49EE-8193-E7A5BF913B6E}" dt="2024-12-10T01:56:15.998" v="1461" actId="20577"/>
          <ac:spMkLst>
            <pc:docMk/>
            <pc:sldMk cId="1594574472" sldId="503"/>
            <ac:spMk id="6" creationId="{75533CA4-B1B0-AE68-8AF1-358BD13429F8}"/>
          </ac:spMkLst>
        </pc:spChg>
        <pc:spChg chg="add del mod">
          <ac:chgData name="崎維 李" userId="d4390ee11c1fc6cf" providerId="LiveId" clId="{00CB64BF-F115-49EE-8193-E7A5BF913B6E}" dt="2024-12-02T15:14:24.455" v="43" actId="478"/>
          <ac:spMkLst>
            <pc:docMk/>
            <pc:sldMk cId="1594574472" sldId="503"/>
            <ac:spMk id="8" creationId="{0655A8F7-C7EC-10BD-FD74-76769DA4514A}"/>
          </ac:spMkLst>
        </pc:spChg>
      </pc:sldChg>
      <pc:sldChg chg="addSp delSp modSp new del mod">
        <pc:chgData name="崎維 李" userId="d4390ee11c1fc6cf" providerId="LiveId" clId="{00CB64BF-F115-49EE-8193-E7A5BF913B6E}" dt="2024-12-10T01:54:48.443" v="1331" actId="47"/>
        <pc:sldMkLst>
          <pc:docMk/>
          <pc:sldMk cId="2298362659" sldId="504"/>
        </pc:sldMkLst>
        <pc:spChg chg="del mod">
          <ac:chgData name="崎維 李" userId="d4390ee11c1fc6cf" providerId="LiveId" clId="{00CB64BF-F115-49EE-8193-E7A5BF913B6E}" dt="2024-12-03T03:38:47.587" v="667" actId="478"/>
          <ac:spMkLst>
            <pc:docMk/>
            <pc:sldMk cId="2298362659" sldId="504"/>
            <ac:spMk id="2" creationId="{BD68C773-89C0-8A14-0095-1D4F9FCF03DB}"/>
          </ac:spMkLst>
        </pc:spChg>
        <pc:spChg chg="del">
          <ac:chgData name="崎維 李" userId="d4390ee11c1fc6cf" providerId="LiveId" clId="{00CB64BF-F115-49EE-8193-E7A5BF913B6E}" dt="2024-12-03T03:38:50.542" v="668" actId="478"/>
          <ac:spMkLst>
            <pc:docMk/>
            <pc:sldMk cId="2298362659" sldId="504"/>
            <ac:spMk id="3" creationId="{B5FA65F0-5983-945C-D75D-9695FF9F66E4}"/>
          </ac:spMkLst>
        </pc:spChg>
        <pc:spChg chg="add del mod">
          <ac:chgData name="崎維 李" userId="d4390ee11c1fc6cf" providerId="LiveId" clId="{00CB64BF-F115-49EE-8193-E7A5BF913B6E}" dt="2024-12-03T04:16:09.647" v="1102" actId="478"/>
          <ac:spMkLst>
            <pc:docMk/>
            <pc:sldMk cId="2298362659" sldId="504"/>
            <ac:spMk id="6" creationId="{1F0D161A-422B-2F98-D079-59CCDD4F94C6}"/>
          </ac:spMkLst>
        </pc:spChg>
        <pc:spChg chg="add mod">
          <ac:chgData name="崎維 李" userId="d4390ee11c1fc6cf" providerId="LiveId" clId="{00CB64BF-F115-49EE-8193-E7A5BF913B6E}" dt="2024-12-03T04:16:32.486" v="1118" actId="20577"/>
          <ac:spMkLst>
            <pc:docMk/>
            <pc:sldMk cId="2298362659" sldId="504"/>
            <ac:spMk id="7" creationId="{7CFA907A-D022-CB8E-2996-4FD80664F9A6}"/>
          </ac:spMkLst>
        </pc:spChg>
        <pc:picChg chg="add mod">
          <ac:chgData name="崎維 李" userId="d4390ee11c1fc6cf" providerId="LiveId" clId="{00CB64BF-F115-49EE-8193-E7A5BF913B6E}" dt="2024-12-03T03:38:55.301" v="670" actId="1076"/>
          <ac:picMkLst>
            <pc:docMk/>
            <pc:sldMk cId="2298362659" sldId="504"/>
            <ac:picMk id="5" creationId="{00B06529-46BD-EB9F-BF13-2ADB3B9C2119}"/>
          </ac:picMkLst>
        </pc:picChg>
      </pc:sldChg>
      <pc:sldChg chg="addSp delSp modSp new del mod modShow">
        <pc:chgData name="崎維 李" userId="d4390ee11c1fc6cf" providerId="LiveId" clId="{00CB64BF-F115-49EE-8193-E7A5BF913B6E}" dt="2024-12-10T01:53:57.730" v="1322" actId="47"/>
        <pc:sldMkLst>
          <pc:docMk/>
          <pc:sldMk cId="3510614577" sldId="505"/>
        </pc:sldMkLst>
        <pc:spChg chg="del">
          <ac:chgData name="崎維 李" userId="d4390ee11c1fc6cf" providerId="LiveId" clId="{00CB64BF-F115-49EE-8193-E7A5BF913B6E}" dt="2024-12-03T04:47:18.118" v="1134" actId="478"/>
          <ac:spMkLst>
            <pc:docMk/>
            <pc:sldMk cId="3510614577" sldId="505"/>
            <ac:spMk id="2" creationId="{77BAFFA9-E391-A333-1035-07917A88C042}"/>
          </ac:spMkLst>
        </pc:spChg>
        <pc:spChg chg="del">
          <ac:chgData name="崎維 李" userId="d4390ee11c1fc6cf" providerId="LiveId" clId="{00CB64BF-F115-49EE-8193-E7A5BF913B6E}" dt="2024-12-03T04:47:21.117" v="1135" actId="478"/>
          <ac:spMkLst>
            <pc:docMk/>
            <pc:sldMk cId="3510614577" sldId="505"/>
            <ac:spMk id="3" creationId="{7B4816C5-90A2-7702-42B8-667CD4942D95}"/>
          </ac:spMkLst>
        </pc:spChg>
        <pc:picChg chg="add mod">
          <ac:chgData name="崎維 李" userId="d4390ee11c1fc6cf" providerId="LiveId" clId="{00CB64BF-F115-49EE-8193-E7A5BF913B6E}" dt="2024-12-03T05:01:01.964" v="1140" actId="1076"/>
          <ac:picMkLst>
            <pc:docMk/>
            <pc:sldMk cId="3510614577" sldId="505"/>
            <ac:picMk id="5" creationId="{4BFF3FBC-6B30-BE0C-4595-80132F06C6F8}"/>
          </ac:picMkLst>
        </pc:picChg>
      </pc:sldChg>
      <pc:sldChg chg="addSp modSp new">
        <pc:chgData name="崎維 李" userId="d4390ee11c1fc6cf" providerId="LiveId" clId="{00CB64BF-F115-49EE-8193-E7A5BF913B6E}" dt="2024-12-10T01:48:59.928" v="1156"/>
        <pc:sldMkLst>
          <pc:docMk/>
          <pc:sldMk cId="3988279698" sldId="506"/>
        </pc:sldMkLst>
        <pc:picChg chg="add mod">
          <ac:chgData name="崎維 李" userId="d4390ee11c1fc6cf" providerId="LiveId" clId="{00CB64BF-F115-49EE-8193-E7A5BF913B6E}" dt="2024-12-10T01:48:59.928" v="1156"/>
          <ac:picMkLst>
            <pc:docMk/>
            <pc:sldMk cId="3988279698" sldId="506"/>
            <ac:picMk id="4" creationId="{DBF62089-A62D-C73B-4C18-1356DBEE0F12}"/>
          </ac:picMkLst>
        </pc:picChg>
      </pc:sldChg>
      <pc:sldChg chg="addSp modSp new">
        <pc:chgData name="崎維 李" userId="d4390ee11c1fc6cf" providerId="LiveId" clId="{00CB64BF-F115-49EE-8193-E7A5BF913B6E}" dt="2024-12-10T01:49:08.841" v="1157"/>
        <pc:sldMkLst>
          <pc:docMk/>
          <pc:sldMk cId="92344677" sldId="507"/>
        </pc:sldMkLst>
        <pc:picChg chg="add mod">
          <ac:chgData name="崎維 李" userId="d4390ee11c1fc6cf" providerId="LiveId" clId="{00CB64BF-F115-49EE-8193-E7A5BF913B6E}" dt="2024-12-10T01:49:08.841" v="1157"/>
          <ac:picMkLst>
            <pc:docMk/>
            <pc:sldMk cId="92344677" sldId="507"/>
            <ac:picMk id="4" creationId="{FF5F9A77-42CB-7BAD-61EE-73F229EEE75B}"/>
          </ac:picMkLst>
        </pc:picChg>
      </pc:sldChg>
      <pc:sldChg chg="addSp modSp new">
        <pc:chgData name="崎維 李" userId="d4390ee11c1fc6cf" providerId="LiveId" clId="{00CB64BF-F115-49EE-8193-E7A5BF913B6E}" dt="2024-12-10T01:49:18.401" v="1158"/>
        <pc:sldMkLst>
          <pc:docMk/>
          <pc:sldMk cId="616027892" sldId="508"/>
        </pc:sldMkLst>
        <pc:picChg chg="add mod">
          <ac:chgData name="崎維 李" userId="d4390ee11c1fc6cf" providerId="LiveId" clId="{00CB64BF-F115-49EE-8193-E7A5BF913B6E}" dt="2024-12-10T01:49:18.401" v="1158"/>
          <ac:picMkLst>
            <pc:docMk/>
            <pc:sldMk cId="616027892" sldId="508"/>
            <ac:picMk id="4" creationId="{E5189B4C-95AB-47AF-A378-2919D4FFA537}"/>
          </ac:picMkLst>
        </pc:picChg>
      </pc:sldChg>
      <pc:sldChg chg="modSp add mod">
        <pc:chgData name="崎維 李" userId="d4390ee11c1fc6cf" providerId="LiveId" clId="{00CB64BF-F115-49EE-8193-E7A5BF913B6E}" dt="2024-12-10T01:53:38.331" v="1319" actId="20577"/>
        <pc:sldMkLst>
          <pc:docMk/>
          <pc:sldMk cId="3123675259" sldId="509"/>
        </pc:sldMkLst>
        <pc:spChg chg="mod">
          <ac:chgData name="崎維 李" userId="d4390ee11c1fc6cf" providerId="LiveId" clId="{00CB64BF-F115-49EE-8193-E7A5BF913B6E}" dt="2024-12-10T01:53:38.331" v="1319" actId="20577"/>
          <ac:spMkLst>
            <pc:docMk/>
            <pc:sldMk cId="3123675259" sldId="509"/>
            <ac:spMk id="6" creationId="{8C2A720D-1D1E-DE92-9163-FA6C3908E0C2}"/>
          </ac:spMkLst>
        </pc:spChg>
      </pc:sldChg>
      <pc:sldChg chg="addSp delSp modSp new mod">
        <pc:chgData name="崎維 李" userId="d4390ee11c1fc6cf" providerId="LiveId" clId="{00CB64BF-F115-49EE-8193-E7A5BF913B6E}" dt="2024-12-10T01:57:28.118" v="1468" actId="1076"/>
        <pc:sldMkLst>
          <pc:docMk/>
          <pc:sldMk cId="1831591386" sldId="510"/>
        </pc:sldMkLst>
        <pc:spChg chg="del">
          <ac:chgData name="崎維 李" userId="d4390ee11c1fc6cf" providerId="LiveId" clId="{00CB64BF-F115-49EE-8193-E7A5BF913B6E}" dt="2024-12-10T01:57:21.417" v="1465" actId="478"/>
          <ac:spMkLst>
            <pc:docMk/>
            <pc:sldMk cId="1831591386" sldId="510"/>
            <ac:spMk id="2" creationId="{A4B463EB-1091-FE0F-352D-201EE89BCD3D}"/>
          </ac:spMkLst>
        </pc:spChg>
        <pc:spChg chg="add mod">
          <ac:chgData name="崎維 李" userId="d4390ee11c1fc6cf" providerId="LiveId" clId="{00CB64BF-F115-49EE-8193-E7A5BF913B6E}" dt="2024-12-10T01:57:24.005" v="1467"/>
          <ac:spMkLst>
            <pc:docMk/>
            <pc:sldMk cId="1831591386" sldId="510"/>
            <ac:spMk id="5" creationId="{7C773E3B-4210-8196-FAFD-171DC22449B5}"/>
          </ac:spMkLst>
        </pc:spChg>
        <pc:picChg chg="add mod">
          <ac:chgData name="崎維 李" userId="d4390ee11c1fc6cf" providerId="LiveId" clId="{00CB64BF-F115-49EE-8193-E7A5BF913B6E}" dt="2024-12-10T01:57:28.118" v="1468" actId="1076"/>
          <ac:picMkLst>
            <pc:docMk/>
            <pc:sldMk cId="1831591386" sldId="510"/>
            <ac:picMk id="4" creationId="{CDD3380E-3120-B9B8-1137-183F6B668C35}"/>
          </ac:picMkLst>
        </pc:picChg>
      </pc:sldChg>
      <pc:sldChg chg="addSp delSp modSp new mod">
        <pc:chgData name="崎維 李" userId="d4390ee11c1fc6cf" providerId="LiveId" clId="{00CB64BF-F115-49EE-8193-E7A5BF913B6E}" dt="2024-12-10T01:57:17.668" v="1464" actId="1076"/>
        <pc:sldMkLst>
          <pc:docMk/>
          <pc:sldMk cId="3158733814" sldId="511"/>
        </pc:sldMkLst>
        <pc:spChg chg="del">
          <ac:chgData name="崎維 李" userId="d4390ee11c1fc6cf" providerId="LiveId" clId="{00CB64BF-F115-49EE-8193-E7A5BF913B6E}" dt="2024-12-10T01:57:15.453" v="1463" actId="478"/>
          <ac:spMkLst>
            <pc:docMk/>
            <pc:sldMk cId="3158733814" sldId="511"/>
            <ac:spMk id="2" creationId="{AEBF6E84-4569-11E2-6F02-A481981B8ECE}"/>
          </ac:spMkLst>
        </pc:spChg>
        <pc:spChg chg="add mod">
          <ac:chgData name="崎維 李" userId="d4390ee11c1fc6cf" providerId="LiveId" clId="{00CB64BF-F115-49EE-8193-E7A5BF913B6E}" dt="2024-12-10T01:57:12.485" v="1462"/>
          <ac:spMkLst>
            <pc:docMk/>
            <pc:sldMk cId="3158733814" sldId="511"/>
            <ac:spMk id="5" creationId="{DC23A8DB-5CC8-EEB4-4C3D-E9DAC79EA760}"/>
          </ac:spMkLst>
        </pc:spChg>
        <pc:picChg chg="add mod">
          <ac:chgData name="崎維 李" userId="d4390ee11c1fc6cf" providerId="LiveId" clId="{00CB64BF-F115-49EE-8193-E7A5BF913B6E}" dt="2024-12-10T01:57:17.668" v="1464" actId="1076"/>
          <ac:picMkLst>
            <pc:docMk/>
            <pc:sldMk cId="3158733814" sldId="511"/>
            <ac:picMk id="4" creationId="{954BBAA9-DDF6-D562-530F-726AFE877824}"/>
          </ac:picMkLst>
        </pc:picChg>
      </pc:sldChg>
      <pc:sldChg chg="new del">
        <pc:chgData name="崎維 李" userId="d4390ee11c1fc6cf" providerId="LiveId" clId="{00CB64BF-F115-49EE-8193-E7A5BF913B6E}" dt="2024-12-10T01:58:55.602" v="1469" actId="47"/>
        <pc:sldMkLst>
          <pc:docMk/>
          <pc:sldMk cId="2263469714" sldId="5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DB9D-9A59-9601-3A22-9647208C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539F52F-AC31-3390-0DCA-6853238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D9E3A1-49AA-4579-B43D-5A8B56771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94D3E-D6B5-AEEA-B73E-E031CB779C16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744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while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D9E8F7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0.45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flag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adc_value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3300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4096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setting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real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誤差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積分項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altLang="zh-TW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zh-TW" altLang="en-US" sz="1800" dirty="0">
                <a:solidFill>
                  <a:srgbClr val="626262"/>
                </a:solidFill>
                <a:effectLst/>
                <a:latin typeface="Courier New" panose="02070309020205020404" pitchFamily="49" charset="0"/>
              </a:rPr>
              <a:t>微分項</a:t>
            </a:r>
            <a:endParaRPr lang="zh-TW" altLang="en-US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pre_error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Kp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Ki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total_error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Kd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derivative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b="1" dirty="0">
                <a:solidFill>
                  <a:srgbClr val="1290C3"/>
                </a:solidFill>
                <a:effectLst/>
                <a:latin typeface="Courier New" panose="02070309020205020404" pitchFamily="49" charset="0"/>
              </a:rPr>
              <a:t>uint32_t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output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b="1" dirty="0">
                <a:solidFill>
                  <a:srgbClr val="DD2867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6897BB"/>
                </a:solidFill>
                <a:effectLst/>
                <a:latin typeface="Courier New" panose="02070309020205020404" pitchFamily="49" charset="0"/>
              </a:rPr>
              <a:t>100.0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FBF26"/>
                </a:solidFill>
                <a:effectLst/>
                <a:latin typeface="Courier New" panose="02070309020205020404" pitchFamily="49" charset="0"/>
              </a:rPr>
              <a:t>err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b="1" dirty="0" err="1">
                <a:solidFill>
                  <a:srgbClr val="A7EC21"/>
                </a:solidFill>
                <a:effectLst/>
                <a:latin typeface="Courier New" panose="02070309020205020404" pitchFamily="49" charset="0"/>
              </a:rPr>
              <a:t>R_GPT_DutyCycleSet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&amp;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PWM_duty_ctrl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dirty="0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sz="1800" dirty="0" err="1">
                <a:solidFill>
                  <a:srgbClr val="D9E8F7"/>
                </a:solidFill>
                <a:effectLst/>
                <a:latin typeface="Courier New" panose="02070309020205020404" pitchFamily="49" charset="0"/>
              </a:rPr>
              <a:t>duty_cycle_counts</a:t>
            </a:r>
            <a:r>
              <a:rPr lang="en-US" altLang="zh-TW" sz="1800" dirty="0" err="1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TW" sz="1800" i="1" dirty="0" err="1">
                <a:solidFill>
                  <a:srgbClr val="8DDAF8"/>
                </a:solidFill>
                <a:effectLst/>
                <a:latin typeface="Courier New" panose="02070309020205020404" pitchFamily="49" charset="0"/>
              </a:rPr>
              <a:t>GPT_IO_PIN_GTIOCA</a:t>
            </a:r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TW" sz="1800" dirty="0">
                <a:solidFill>
                  <a:srgbClr val="E6E6FA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pPr marL="0" marR="0"/>
            <a:r>
              <a:rPr lang="en-US" altLang="zh-TW" sz="1800" dirty="0">
                <a:solidFill>
                  <a:srgbClr val="F9FAF4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TW" sz="1800" dirty="0">
              <a:solidFill>
                <a:srgbClr val="AAAAAA"/>
              </a:solidFill>
              <a:effectLst/>
              <a:latin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CD3B9F3-201B-4B69-901F-02896E856940}" type="slidenum">
              <a:rPr lang="en-US" sz="1400" b="0" strike="noStrike" spc="-1" smtClean="0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011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BMP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MP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MP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B10812006@yuntech.edu.tw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12/03/202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4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目前</a:t>
            </a:r>
            <a:r>
              <a:rPr lang="en-US" sz="3200" spc="-1" dirty="0" err="1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進度</a:t>
            </a:r>
            <a:endParaRPr lang="en-US" sz="32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1040870"/>
            <a:ext cx="878400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z="2000" spc="-1" dirty="0">
                <a:solidFill>
                  <a:srgbClr val="282F8E"/>
                </a:solidFill>
                <a:latin typeface="+mj-ea"/>
              </a:rPr>
              <a:t>完成</a:t>
            </a: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198F9-6A6D-4417-8061-58F02232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3" y="270533"/>
            <a:ext cx="8229240" cy="443198"/>
          </a:xfrm>
        </p:spPr>
        <p:txBody>
          <a:bodyPr/>
          <a:lstStyle/>
          <a:p>
            <a:r>
              <a:rPr lang="en-US" altLang="zh-TW" sz="3200" spc="-1" dirty="0">
                <a:solidFill>
                  <a:srgbClr val="282F8E"/>
                </a:solidFill>
                <a:latin typeface="+mj-ea"/>
                <a:cs typeface="+mn-cs"/>
              </a:rPr>
              <a:t>Boost Converter</a:t>
            </a:r>
            <a:r>
              <a:rPr lang="zh-TW" altLang="en-US" sz="32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規格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</p:spPr>
            <p:txBody>
              <a:bodyPr/>
              <a:lstStyle/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 = 12V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kern="0" dirty="0"/>
                          <m:t>V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TW" sz="2000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kern="0" dirty="0"/>
                  <a:t>= 48V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2000" kern="0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zh-TW" sz="2000" kern="0" dirty="0"/>
                  <a:t>= 1A</a:t>
                </a:r>
              </a:p>
              <a:p>
                <a:pPr marL="343980" indent="-342900">
                  <a:spcBef>
                    <a:spcPts val="479"/>
                  </a:spcBef>
                  <a:buSzPct val="100000"/>
                  <a:buFont typeface="Arial" panose="020B0604020202020204" pitchFamily="34" charset="0"/>
                  <a:buChar char="•"/>
                </a:pPr>
                <a:r>
                  <a:rPr lang="en-US" altLang="zh-TW" sz="2000" kern="0" dirty="0"/>
                  <a:t> f = 100kHz</a:t>
                </a:r>
              </a:p>
            </p:txBody>
          </p:sp>
        </mc:Choice>
        <mc:Fallback xmlns="">
          <p:sp>
            <p:nvSpPr>
              <p:cNvPr id="3" name="副標題 2">
                <a:extLst>
                  <a:ext uri="{FF2B5EF4-FFF2-40B4-BE49-F238E27FC236}">
                    <a16:creationId xmlns:a16="http://schemas.microsoft.com/office/drawing/2014/main" id="{AEC42443-06C2-4F5C-9BCD-6FFF4FFA6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680139" y="1527474"/>
                <a:ext cx="6814457" cy="1300356"/>
              </a:xfrm>
              <a:blipFill>
                <a:blip r:embed="rId2"/>
                <a:stretch>
                  <a:fillRect l="-2149" t="-7512" b="-117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stomShape 2">
            <a:extLst>
              <a:ext uri="{FF2B5EF4-FFF2-40B4-BE49-F238E27FC236}">
                <a16:creationId xmlns:a16="http://schemas.microsoft.com/office/drawing/2014/main" id="{12431C0F-D147-5B68-5B6D-1DA3EDE604D5}"/>
              </a:ext>
            </a:extLst>
          </p:cNvPr>
          <p:cNvSpPr/>
          <p:nvPr/>
        </p:nvSpPr>
        <p:spPr>
          <a:xfrm>
            <a:off x="-304632" y="931142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01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72CB41-E264-4727-E08B-8BD62F8C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7C8456-3C3F-52B0-F42B-BF36841BBEC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DBF62089-A62D-C73B-4C18-1356DBEE0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7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BEB662-81A0-3EFE-94C7-D5FDBC9D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4A72B9-C930-06D2-6DE3-FA2D323C815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FF5F9A77-42CB-7BAD-61EE-73F229EEE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FBF01B-0F56-E483-6D48-A170CAF4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C0861C-C49C-10DA-37BC-872F34D6328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螢幕擷取畫面, 數字, 計分板 的圖片&#10;&#10;自動產生的描述">
            <a:extLst>
              <a:ext uri="{FF2B5EF4-FFF2-40B4-BE49-F238E27FC236}">
                <a16:creationId xmlns:a16="http://schemas.microsoft.com/office/drawing/2014/main" id="{E5189B4C-95AB-47AF-A378-2919D4FFA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2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C86-2FFD-AEE1-EF7E-A7E7C304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12980-97AE-95D5-9197-E96782F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C2A720D-1D1E-DE92-9163-FA6C3908E0C2}"/>
              </a:ext>
            </a:extLst>
          </p:cNvPr>
          <p:cNvSpPr txBox="1"/>
          <p:nvPr/>
        </p:nvSpPr>
        <p:spPr>
          <a:xfrm>
            <a:off x="447756" y="1249498"/>
            <a:ext cx="7175452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7V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48V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12V 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只可以達到輸出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47V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PID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在輸入電壓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24V</a:t>
            </a: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 只可以達到輸出</a:t>
            </a:r>
            <a:r>
              <a:rPr lang="en-US" altLang="zh-TW" spc="-1" dirty="0">
                <a:solidFill>
                  <a:srgbClr val="282F8E"/>
                </a:solidFill>
                <a:latin typeface="+mj-ea"/>
              </a:rPr>
              <a:t>44V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23675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CD834252-9231-DC70-5CBC-09DCAEA9022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行, 圖表, 繪圖 的圖片&#10;&#10;自動產生的描述">
            <a:extLst>
              <a:ext uri="{FF2B5EF4-FFF2-40B4-BE49-F238E27FC236}">
                <a16:creationId xmlns:a16="http://schemas.microsoft.com/office/drawing/2014/main" id="{CDD3380E-3120-B9B8-1137-183F6B668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717"/>
            <a:ext cx="9144000" cy="381476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773E3B-4210-8196-FAFD-171DC22449B5}"/>
              </a:ext>
            </a:extLst>
          </p:cNvPr>
          <p:cNvSpPr txBox="1"/>
          <p:nvPr/>
        </p:nvSpPr>
        <p:spPr>
          <a:xfrm>
            <a:off x="533400" y="5294930"/>
            <a:ext cx="1005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C1:Vout</a:t>
            </a:r>
          </a:p>
          <a:p>
            <a:r>
              <a:rPr lang="en-US" altLang="zh-TW" dirty="0"/>
              <a:t>C2:Vds</a:t>
            </a:r>
          </a:p>
          <a:p>
            <a:r>
              <a:rPr lang="en-US" altLang="zh-TW" dirty="0"/>
              <a:t>C3:Iout</a:t>
            </a:r>
            <a:br>
              <a:rPr lang="en-US" altLang="zh-TW" dirty="0"/>
            </a:br>
            <a:r>
              <a:rPr lang="en-US" altLang="zh-TW" dirty="0"/>
              <a:t>C4:IL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159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32D08671-6D4F-9CC0-1745-EC41818601FB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一張含有 文字, 圖表, 行, 繪圖 的圖片&#10;&#10;自動產生的描述">
            <a:extLst>
              <a:ext uri="{FF2B5EF4-FFF2-40B4-BE49-F238E27FC236}">
                <a16:creationId xmlns:a16="http://schemas.microsoft.com/office/drawing/2014/main" id="{954BBAA9-DDF6-D562-530F-726AFE87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" y="1373757"/>
            <a:ext cx="8945284" cy="373186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C23A8DB-5CC8-EEB4-4C3D-E9DAC79EA760}"/>
              </a:ext>
            </a:extLst>
          </p:cNvPr>
          <p:cNvSpPr txBox="1"/>
          <p:nvPr/>
        </p:nvSpPr>
        <p:spPr>
          <a:xfrm>
            <a:off x="533400" y="5294930"/>
            <a:ext cx="1005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C1:Vout</a:t>
            </a:r>
          </a:p>
          <a:p>
            <a:r>
              <a:rPr lang="en-US" altLang="zh-TW" dirty="0"/>
              <a:t>C2:Vds</a:t>
            </a:r>
          </a:p>
          <a:p>
            <a:r>
              <a:rPr lang="en-US" altLang="zh-TW" dirty="0"/>
              <a:t>C3:Iout</a:t>
            </a:r>
            <a:br>
              <a:rPr lang="en-US" altLang="zh-TW" dirty="0"/>
            </a:br>
            <a:r>
              <a:rPr lang="en-US" altLang="zh-TW" dirty="0"/>
              <a:t>C4:IL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8733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5E7A9-2606-ADB1-5134-B3F63433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760" y="286773"/>
            <a:ext cx="8229240" cy="387798"/>
          </a:xfrm>
        </p:spPr>
        <p:txBody>
          <a:bodyPr/>
          <a:lstStyle/>
          <a:p>
            <a:r>
              <a:rPr lang="zh-TW" altLang="en-US" sz="28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遭遇問題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533CA4-B1B0-AE68-8AF1-358BD13429F8}"/>
              </a:ext>
            </a:extLst>
          </p:cNvPr>
          <p:cNvSpPr txBox="1"/>
          <p:nvPr/>
        </p:nvSpPr>
        <p:spPr>
          <a:xfrm>
            <a:off x="447756" y="1249498"/>
            <a:ext cx="7175452" cy="207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9457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11062"/>
            <a:ext cx="8229240" cy="498598"/>
          </a:xfrm>
        </p:spPr>
        <p:txBody>
          <a:bodyPr/>
          <a:lstStyle/>
          <a:p>
            <a:r>
              <a:rPr lang="zh-TW" altLang="en-US" sz="3600" spc="-1" dirty="0">
                <a:solidFill>
                  <a:srgbClr val="282F8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預計進度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縮短電壓上升時間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pc="-1" dirty="0">
                <a:solidFill>
                  <a:srgbClr val="282F8E"/>
                </a:solidFill>
                <a:latin typeface="+mj-ea"/>
              </a:rPr>
              <a:t>量測效率</a:t>
            </a: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187806</TotalTime>
  <Words>463</Words>
  <Application>Microsoft Office PowerPoint</Application>
  <PresentationFormat>如螢幕大小 (4:3)</PresentationFormat>
  <Paragraphs>76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2" baseType="lpstr">
      <vt:lpstr>굴림</vt:lpstr>
      <vt:lpstr>標楷體</vt:lpstr>
      <vt:lpstr>Arial</vt:lpstr>
      <vt:lpstr>Cambria Math</vt:lpstr>
      <vt:lpstr>Courier New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Boost Converter規格</vt:lpstr>
      <vt:lpstr>PowerPoint 簡報</vt:lpstr>
      <vt:lpstr>PowerPoint 簡報</vt:lpstr>
      <vt:lpstr>PowerPoint 簡報</vt:lpstr>
      <vt:lpstr>遭遇問題</vt:lpstr>
      <vt:lpstr>PowerPoint 簡報</vt:lpstr>
      <vt:lpstr>PowerPoint 簡報</vt:lpstr>
      <vt:lpstr>遭遇問題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2255</cp:revision>
  <dcterms:created xsi:type="dcterms:W3CDTF">2001-07-18T23:57:34Z</dcterms:created>
  <dcterms:modified xsi:type="dcterms:W3CDTF">2024-12-10T01:58:57Z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