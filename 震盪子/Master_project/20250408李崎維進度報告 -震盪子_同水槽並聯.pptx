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1"/>
  </p:notesMasterIdLst>
  <p:sldIdLst>
    <p:sldId id="256" r:id="rId3"/>
    <p:sldId id="492" r:id="rId4"/>
    <p:sldId id="1343" r:id="rId5"/>
    <p:sldId id="1351" r:id="rId6"/>
    <p:sldId id="1331" r:id="rId7"/>
    <p:sldId id="1334" r:id="rId8"/>
    <p:sldId id="1350" r:id="rId9"/>
    <p:sldId id="493" r:id="rId10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3"/>
            <p14:sldId id="1351"/>
            <p14:sldId id="1331"/>
            <p14:sldId id="1334"/>
            <p14:sldId id="1350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E9DF39-7A3B-4BE9-BAA2-ED8A82F7AEF5}" v="91" dt="2025-04-07T12:55:47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2" autoAdjust="0"/>
  </p:normalViewPr>
  <p:slideViewPr>
    <p:cSldViewPr snapToGrid="0">
      <p:cViewPr varScale="1">
        <p:scale>
          <a:sx n="110" d="100"/>
          <a:sy n="110" d="100"/>
        </p:scale>
        <p:origin x="19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60E9DF39-7A3B-4BE9-BAA2-ED8A82F7AEF5}"/>
    <pc:docChg chg="undo redo custSel addSld delSld modSld sldOrd modSection">
      <pc:chgData name="崎維 李" userId="d4390ee11c1fc6cf" providerId="LiveId" clId="{60E9DF39-7A3B-4BE9-BAA2-ED8A82F7AEF5}" dt="2025-04-07T12:55:47.135" v="708"/>
      <pc:docMkLst>
        <pc:docMk/>
      </pc:docMkLst>
      <pc:sldChg chg="modSp mod">
        <pc:chgData name="崎維 李" userId="d4390ee11c1fc6cf" providerId="LiveId" clId="{60E9DF39-7A3B-4BE9-BAA2-ED8A82F7AEF5}" dt="2025-04-07T12:55:24.100" v="674" actId="20577"/>
        <pc:sldMkLst>
          <pc:docMk/>
          <pc:sldMk cId="0" sldId="256"/>
        </pc:sldMkLst>
        <pc:spChg chg="mod">
          <ac:chgData name="崎維 李" userId="d4390ee11c1fc6cf" providerId="LiveId" clId="{60E9DF39-7A3B-4BE9-BAA2-ED8A82F7AEF5}" dt="2025-04-07T12:55:24.100" v="674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60E9DF39-7A3B-4BE9-BAA2-ED8A82F7AEF5}" dt="2025-04-07T12:36:02.711" v="314"/>
        <pc:sldMkLst>
          <pc:docMk/>
          <pc:sldMk cId="1759611898" sldId="492"/>
        </pc:sldMkLst>
        <pc:spChg chg="mod">
          <ac:chgData name="崎維 李" userId="d4390ee11c1fc6cf" providerId="LiveId" clId="{60E9DF39-7A3B-4BE9-BAA2-ED8A82F7AEF5}" dt="2025-04-07T12:36:02.711" v="314"/>
          <ac:spMkLst>
            <pc:docMk/>
            <pc:sldMk cId="1759611898" sldId="492"/>
            <ac:spMk id="2" creationId="{FFDA5E2A-651A-2221-C4E1-4B3C8ABE1EF6}"/>
          </ac:spMkLst>
        </pc:spChg>
      </pc:sldChg>
      <pc:sldChg chg="del">
        <pc:chgData name="崎維 李" userId="d4390ee11c1fc6cf" providerId="LiveId" clId="{60E9DF39-7A3B-4BE9-BAA2-ED8A82F7AEF5}" dt="2025-04-07T09:43:47.308" v="48" actId="47"/>
        <pc:sldMkLst>
          <pc:docMk/>
          <pc:sldMk cId="2267703662" sldId="549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478516092" sldId="551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295738213" sldId="554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3417314128" sldId="555"/>
        </pc:sldMkLst>
      </pc:sldChg>
      <pc:sldChg chg="addSp delSp modSp mod ord">
        <pc:chgData name="崎維 李" userId="d4390ee11c1fc6cf" providerId="LiveId" clId="{60E9DF39-7A3B-4BE9-BAA2-ED8A82F7AEF5}" dt="2025-04-07T12:43:23.394" v="328"/>
        <pc:sldMkLst>
          <pc:docMk/>
          <pc:sldMk cId="3606609377" sldId="1331"/>
        </pc:sldMkLst>
        <pc:spChg chg="mod">
          <ac:chgData name="崎維 李" userId="d4390ee11c1fc6cf" providerId="LiveId" clId="{60E9DF39-7A3B-4BE9-BAA2-ED8A82F7AEF5}" dt="2025-04-07T12:43:23.394" v="328"/>
          <ac:spMkLst>
            <pc:docMk/>
            <pc:sldMk cId="3606609377" sldId="1331"/>
            <ac:spMk id="7" creationId="{6EBDBD1D-EFF9-F19C-57B3-46ADB4C1B0B9}"/>
          </ac:spMkLst>
        </pc:spChg>
        <pc:picChg chg="add mod">
          <ac:chgData name="崎維 李" userId="d4390ee11c1fc6cf" providerId="LiveId" clId="{60E9DF39-7A3B-4BE9-BAA2-ED8A82F7AEF5}" dt="2025-04-07T10:02:48.429" v="129" actId="1076"/>
          <ac:picMkLst>
            <pc:docMk/>
            <pc:sldMk cId="3606609377" sldId="1331"/>
            <ac:picMk id="3" creationId="{FC5568FF-2238-C109-80E3-6CD24DE1A970}"/>
          </ac:picMkLst>
        </pc:picChg>
        <pc:picChg chg="del">
          <ac:chgData name="崎維 李" userId="d4390ee11c1fc6cf" providerId="LiveId" clId="{60E9DF39-7A3B-4BE9-BAA2-ED8A82F7AEF5}" dt="2025-04-07T09:58:56.596" v="83" actId="478"/>
          <ac:picMkLst>
            <pc:docMk/>
            <pc:sldMk cId="3606609377" sldId="1331"/>
            <ac:picMk id="4" creationId="{0BE0CAD1-41D7-6B64-8C87-610A8C44D903}"/>
          </ac:picMkLst>
        </pc:picChg>
        <pc:picChg chg="del">
          <ac:chgData name="崎維 李" userId="d4390ee11c1fc6cf" providerId="LiveId" clId="{60E9DF39-7A3B-4BE9-BAA2-ED8A82F7AEF5}" dt="2025-04-07T10:00:14.823" v="112" actId="478"/>
          <ac:picMkLst>
            <pc:docMk/>
            <pc:sldMk cId="3606609377" sldId="1331"/>
            <ac:picMk id="6" creationId="{6FA777DF-8986-0F5C-B16A-B0E16A4D6031}"/>
          </ac:picMkLst>
        </pc:picChg>
        <pc:picChg chg="add mod">
          <ac:chgData name="崎維 李" userId="d4390ee11c1fc6cf" providerId="LiveId" clId="{60E9DF39-7A3B-4BE9-BAA2-ED8A82F7AEF5}" dt="2025-04-07T10:02:37.073" v="126" actId="14100"/>
          <ac:picMkLst>
            <pc:docMk/>
            <pc:sldMk cId="3606609377" sldId="1331"/>
            <ac:picMk id="8" creationId="{7E3F0911-2013-A1E4-5FD7-67FF367148DD}"/>
          </ac:picMkLst>
        </pc:picChg>
      </pc:sldChg>
      <pc:sldChg chg="addSp delSp modSp mod ord">
        <pc:chgData name="崎維 李" userId="d4390ee11c1fc6cf" providerId="LiveId" clId="{60E9DF39-7A3B-4BE9-BAA2-ED8A82F7AEF5}" dt="2025-04-07T10:08:44.493" v="178"/>
        <pc:sldMkLst>
          <pc:docMk/>
          <pc:sldMk cId="3878843723" sldId="1334"/>
        </pc:sldMkLst>
        <pc:spChg chg="mod">
          <ac:chgData name="崎維 李" userId="d4390ee11c1fc6cf" providerId="LiveId" clId="{60E9DF39-7A3B-4BE9-BAA2-ED8A82F7AEF5}" dt="2025-04-07T09:58:23.556" v="65" actId="20577"/>
          <ac:spMkLst>
            <pc:docMk/>
            <pc:sldMk cId="3878843723" sldId="1334"/>
            <ac:spMk id="7" creationId="{C9BD42BE-334B-A7A3-B5ED-A1259466C4B1}"/>
          </ac:spMkLst>
        </pc:spChg>
        <pc:picChg chg="del">
          <ac:chgData name="崎維 李" userId="d4390ee11c1fc6cf" providerId="LiveId" clId="{60E9DF39-7A3B-4BE9-BAA2-ED8A82F7AEF5}" dt="2025-04-07T09:58:55.076" v="82" actId="478"/>
          <ac:picMkLst>
            <pc:docMk/>
            <pc:sldMk cId="3878843723" sldId="1334"/>
            <ac:picMk id="3" creationId="{5E762166-27F0-B6EE-9809-B90252D3F125}"/>
          </ac:picMkLst>
        </pc:picChg>
        <pc:picChg chg="add mod">
          <ac:chgData name="崎維 李" userId="d4390ee11c1fc6cf" providerId="LiveId" clId="{60E9DF39-7A3B-4BE9-BAA2-ED8A82F7AEF5}" dt="2025-04-07T10:03:06.243" v="134" actId="1076"/>
          <ac:picMkLst>
            <pc:docMk/>
            <pc:sldMk cId="3878843723" sldId="1334"/>
            <ac:picMk id="4" creationId="{B1FC71CA-D565-3A53-C44D-6C80882369B6}"/>
          </ac:picMkLst>
        </pc:picChg>
        <pc:picChg chg="add mod">
          <ac:chgData name="崎維 李" userId="d4390ee11c1fc6cf" providerId="LiveId" clId="{60E9DF39-7A3B-4BE9-BAA2-ED8A82F7AEF5}" dt="2025-04-07T10:02:56.917" v="131" actId="1076"/>
          <ac:picMkLst>
            <pc:docMk/>
            <pc:sldMk cId="3878843723" sldId="1334"/>
            <ac:picMk id="6" creationId="{E0848864-164E-869A-AF20-EE816912D524}"/>
          </ac:picMkLst>
        </pc:picChg>
        <pc:picChg chg="del">
          <ac:chgData name="崎維 李" userId="d4390ee11c1fc6cf" providerId="LiveId" clId="{60E9DF39-7A3B-4BE9-BAA2-ED8A82F7AEF5}" dt="2025-04-07T09:59:45.073" v="106" actId="478"/>
          <ac:picMkLst>
            <pc:docMk/>
            <pc:sldMk cId="3878843723" sldId="1334"/>
            <ac:picMk id="8" creationId="{C6B8127B-6028-DB42-A347-32F58CA13D72}"/>
          </ac:picMkLst>
        </pc:picChg>
      </pc:sldChg>
      <pc:sldChg chg="addSp delSp modSp mod delAnim">
        <pc:chgData name="崎維 李" userId="d4390ee11c1fc6cf" providerId="LiveId" clId="{60E9DF39-7A3B-4BE9-BAA2-ED8A82F7AEF5}" dt="2025-04-07T12:45:16.859" v="369"/>
        <pc:sldMkLst>
          <pc:docMk/>
          <pc:sldMk cId="3456917613" sldId="1343"/>
        </pc:sldMkLst>
        <pc:spChg chg="mod">
          <ac:chgData name="崎維 李" userId="d4390ee11c1fc6cf" providerId="LiveId" clId="{60E9DF39-7A3B-4BE9-BAA2-ED8A82F7AEF5}" dt="2025-04-07T12:45:16.859" v="369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60E9DF39-7A3B-4BE9-BAA2-ED8A82F7AEF5}" dt="2025-04-07T10:22:59.998" v="255"/>
          <ac:spMkLst>
            <pc:docMk/>
            <pc:sldMk cId="3456917613" sldId="1343"/>
            <ac:spMk id="5" creationId="{0039AD83-3A78-F2C5-7091-C7D4FD265AAB}"/>
          </ac:spMkLst>
        </pc:spChg>
        <pc:picChg chg="del">
          <ac:chgData name="崎維 李" userId="d4390ee11c1fc6cf" providerId="LiveId" clId="{60E9DF39-7A3B-4BE9-BAA2-ED8A82F7AEF5}" dt="2025-04-07T12:35:37.250" v="282" actId="478"/>
          <ac:picMkLst>
            <pc:docMk/>
            <pc:sldMk cId="3456917613" sldId="1343"/>
            <ac:picMk id="4" creationId="{4C56D530-DA7C-0028-44DB-A2EFF6963E4F}"/>
          </ac:picMkLst>
        </pc:picChg>
        <pc:picChg chg="del">
          <ac:chgData name="崎維 李" userId="d4390ee11c1fc6cf" providerId="LiveId" clId="{60E9DF39-7A3B-4BE9-BAA2-ED8A82F7AEF5}" dt="2025-04-07T12:35:39.040" v="283" actId="478"/>
          <ac:picMkLst>
            <pc:docMk/>
            <pc:sldMk cId="3456917613" sldId="1343"/>
            <ac:picMk id="6" creationId="{FBC6C52A-F4C8-8CF5-7CF1-6C9E016C4DC2}"/>
          </ac:picMkLst>
        </pc:picChg>
        <pc:picChg chg="add mod modCrop">
          <ac:chgData name="崎維 李" userId="d4390ee11c1fc6cf" providerId="LiveId" clId="{60E9DF39-7A3B-4BE9-BAA2-ED8A82F7AEF5}" dt="2025-04-07T12:44:51.451" v="334" actId="732"/>
          <ac:picMkLst>
            <pc:docMk/>
            <pc:sldMk cId="3456917613" sldId="1343"/>
            <ac:picMk id="8" creationId="{1495F566-64A2-C277-44C2-7C3BEF4F79F5}"/>
          </ac:picMkLst>
        </pc:picChg>
      </pc:sldChg>
      <pc:sldChg chg="del">
        <pc:chgData name="崎維 李" userId="d4390ee11c1fc6cf" providerId="LiveId" clId="{60E9DF39-7A3B-4BE9-BAA2-ED8A82F7AEF5}" dt="2025-04-07T12:34:59.547" v="256" actId="47"/>
        <pc:sldMkLst>
          <pc:docMk/>
          <pc:sldMk cId="4077794704" sldId="1346"/>
        </pc:sldMkLst>
      </pc:sldChg>
      <pc:sldChg chg="del">
        <pc:chgData name="崎維 李" userId="d4390ee11c1fc6cf" providerId="LiveId" clId="{60E9DF39-7A3B-4BE9-BAA2-ED8A82F7AEF5}" dt="2025-04-07T12:35:01.434" v="257" actId="47"/>
        <pc:sldMkLst>
          <pc:docMk/>
          <pc:sldMk cId="3406171149" sldId="1349"/>
        </pc:sldMkLst>
      </pc:sldChg>
      <pc:sldChg chg="addSp delSp modSp mod ord">
        <pc:chgData name="崎維 李" userId="d4390ee11c1fc6cf" providerId="LiveId" clId="{60E9DF39-7A3B-4BE9-BAA2-ED8A82F7AEF5}" dt="2025-04-07T12:41:07.328" v="317" actId="1076"/>
        <pc:sldMkLst>
          <pc:docMk/>
          <pc:sldMk cId="864881604" sldId="1350"/>
        </pc:sldMkLst>
        <pc:spChg chg="mod">
          <ac:chgData name="崎維 李" userId="d4390ee11c1fc6cf" providerId="LiveId" clId="{60E9DF39-7A3B-4BE9-BAA2-ED8A82F7AEF5}" dt="2025-04-07T09:58:42.329" v="76"/>
          <ac:spMkLst>
            <pc:docMk/>
            <pc:sldMk cId="864881604" sldId="1350"/>
            <ac:spMk id="7" creationId="{9208F1B4-1359-D998-42E6-A5219DE2D431}"/>
          </ac:spMkLst>
        </pc:spChg>
        <pc:picChg chg="add mod">
          <ac:chgData name="崎維 李" userId="d4390ee11c1fc6cf" providerId="LiveId" clId="{60E9DF39-7A3B-4BE9-BAA2-ED8A82F7AEF5}" dt="2025-04-07T12:41:07.328" v="317" actId="1076"/>
          <ac:picMkLst>
            <pc:docMk/>
            <pc:sldMk cId="864881604" sldId="1350"/>
            <ac:picMk id="3" creationId="{DF3B530D-37F4-5199-AF29-6FF95A4DDF29}"/>
          </ac:picMkLst>
        </pc:picChg>
        <pc:picChg chg="del">
          <ac:chgData name="崎維 李" userId="d4390ee11c1fc6cf" providerId="LiveId" clId="{60E9DF39-7A3B-4BE9-BAA2-ED8A82F7AEF5}" dt="2025-04-07T09:58:46.166" v="77" actId="478"/>
          <ac:picMkLst>
            <pc:docMk/>
            <pc:sldMk cId="864881604" sldId="1350"/>
            <ac:picMk id="4" creationId="{4DF11DBF-DE0E-FE25-BF27-07FC241E0B11}"/>
          </ac:picMkLst>
        </pc:picChg>
        <pc:picChg chg="del mod">
          <ac:chgData name="崎維 李" userId="d4390ee11c1fc6cf" providerId="LiveId" clId="{60E9DF39-7A3B-4BE9-BAA2-ED8A82F7AEF5}" dt="2025-04-07T10:14:53.920" v="181" actId="478"/>
          <ac:picMkLst>
            <pc:docMk/>
            <pc:sldMk cId="864881604" sldId="1350"/>
            <ac:picMk id="6" creationId="{1EB5BAF4-1FC4-361A-847C-7C7EBC8A5B06}"/>
          </ac:picMkLst>
        </pc:picChg>
        <pc:picChg chg="add mod">
          <ac:chgData name="崎維 李" userId="d4390ee11c1fc6cf" providerId="LiveId" clId="{60E9DF39-7A3B-4BE9-BAA2-ED8A82F7AEF5}" dt="2025-04-07T10:14:57.178" v="183" actId="1076"/>
          <ac:picMkLst>
            <pc:docMk/>
            <pc:sldMk cId="864881604" sldId="1350"/>
            <ac:picMk id="8" creationId="{5F6C4D6D-DB82-2CF5-2555-82EF881DCD92}"/>
          </ac:picMkLst>
        </pc:picChg>
        <pc:picChg chg="add del mod">
          <ac:chgData name="崎維 李" userId="d4390ee11c1fc6cf" providerId="LiveId" clId="{60E9DF39-7A3B-4BE9-BAA2-ED8A82F7AEF5}" dt="2025-04-07T12:41:02.101" v="315" actId="478"/>
          <ac:picMkLst>
            <pc:docMk/>
            <pc:sldMk cId="864881604" sldId="1350"/>
            <ac:picMk id="10" creationId="{07755722-54F0-0E7E-895B-93BEFD4AB608}"/>
          </ac:picMkLst>
        </pc:picChg>
      </pc:sldChg>
      <pc:sldChg chg="addSp delSp modSp add mod modAnim">
        <pc:chgData name="崎維 李" userId="d4390ee11c1fc6cf" providerId="LiveId" clId="{60E9DF39-7A3B-4BE9-BAA2-ED8A82F7AEF5}" dt="2025-04-07T12:55:47.135" v="708"/>
        <pc:sldMkLst>
          <pc:docMk/>
          <pc:sldMk cId="3381575590" sldId="1351"/>
        </pc:sldMkLst>
        <pc:spChg chg="mod">
          <ac:chgData name="崎維 李" userId="d4390ee11c1fc6cf" providerId="LiveId" clId="{60E9DF39-7A3B-4BE9-BAA2-ED8A82F7AEF5}" dt="2025-04-07T12:55:47.135" v="708"/>
          <ac:spMkLst>
            <pc:docMk/>
            <pc:sldMk cId="3381575590" sldId="1351"/>
            <ac:spMk id="2" creationId="{0B77A5D7-76AD-6F07-5FCE-1CE93D2A9F9A}"/>
          </ac:spMkLst>
        </pc:spChg>
        <pc:spChg chg="mod">
          <ac:chgData name="崎維 李" userId="d4390ee11c1fc6cf" providerId="LiveId" clId="{60E9DF39-7A3B-4BE9-BAA2-ED8A82F7AEF5}" dt="2025-04-07T12:46:08.522" v="420"/>
          <ac:spMkLst>
            <pc:docMk/>
            <pc:sldMk cId="3381575590" sldId="1351"/>
            <ac:spMk id="5" creationId="{7EC8C250-C770-4415-59A1-511BEDF5A2F4}"/>
          </ac:spMkLst>
        </pc:spChg>
        <pc:picChg chg="add mod">
          <ac:chgData name="崎維 李" userId="d4390ee11c1fc6cf" providerId="LiveId" clId="{60E9DF39-7A3B-4BE9-BAA2-ED8A82F7AEF5}" dt="2025-04-07T12:54:57.895" v="648" actId="1076"/>
          <ac:picMkLst>
            <pc:docMk/>
            <pc:sldMk cId="3381575590" sldId="1351"/>
            <ac:picMk id="3" creationId="{3B48C31C-DA57-BB6F-6D69-4B2896711D7E}"/>
          </ac:picMkLst>
        </pc:picChg>
        <pc:picChg chg="add mod">
          <ac:chgData name="崎維 李" userId="d4390ee11c1fc6cf" providerId="LiveId" clId="{60E9DF39-7A3B-4BE9-BAA2-ED8A82F7AEF5}" dt="2025-04-07T12:55:03.860" v="651" actId="1076"/>
          <ac:picMkLst>
            <pc:docMk/>
            <pc:sldMk cId="3381575590" sldId="1351"/>
            <ac:picMk id="4" creationId="{3F85A8E7-6494-DDB3-8872-EF97F8D6C408}"/>
          </ac:picMkLst>
        </pc:picChg>
        <pc:picChg chg="del">
          <ac:chgData name="崎維 李" userId="d4390ee11c1fc6cf" providerId="LiveId" clId="{60E9DF39-7A3B-4BE9-BAA2-ED8A82F7AEF5}" dt="2025-04-07T12:46:11.272" v="421" actId="478"/>
          <ac:picMkLst>
            <pc:docMk/>
            <pc:sldMk cId="3381575590" sldId="1351"/>
            <ac:picMk id="8" creationId="{E161D48F-0BF8-B852-7671-CC23CAD3217E}"/>
          </ac:picMkLst>
        </pc:picChg>
      </pc:sldChg>
      <pc:sldChg chg="del">
        <pc:chgData name="崎維 李" userId="d4390ee11c1fc6cf" providerId="LiveId" clId="{60E9DF39-7A3B-4BE9-BAA2-ED8A82F7AEF5}" dt="2025-04-07T10:03:20.604" v="136" actId="47"/>
        <pc:sldMkLst>
          <pc:docMk/>
          <pc:sldMk cId="4180593866" sldId="1351"/>
        </pc:sldMkLst>
      </pc:sldChg>
      <pc:sldChg chg="del">
        <pc:chgData name="崎維 李" userId="d4390ee11c1fc6cf" providerId="LiveId" clId="{60E9DF39-7A3B-4BE9-BAA2-ED8A82F7AEF5}" dt="2025-04-07T10:03:22.229" v="137" actId="47"/>
        <pc:sldMkLst>
          <pc:docMk/>
          <pc:sldMk cId="397706198" sldId="1352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3833741144" sldId="1353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789642820" sldId="1354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689451845" sldId="1355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416178664" sldId="1356"/>
        </pc:sldMkLst>
      </pc:sldChg>
      <pc:sldChg chg="del">
        <pc:chgData name="崎維 李" userId="d4390ee11c1fc6cf" providerId="LiveId" clId="{60E9DF39-7A3B-4BE9-BAA2-ED8A82F7AEF5}" dt="2025-04-07T10:09:03.546" v="180" actId="47"/>
        <pc:sldMkLst>
          <pc:docMk/>
          <pc:sldMk cId="1640180639" sldId="1357"/>
        </pc:sldMkLst>
      </pc:sldChg>
      <pc:sldMasterChg chg="delSldLayout">
        <pc:chgData name="崎維 李" userId="d4390ee11c1fc6cf" providerId="LiveId" clId="{60E9DF39-7A3B-4BE9-BAA2-ED8A82F7AEF5}" dt="2025-04-07T10:08:48.937" v="179" actId="47"/>
        <pc:sldMasterMkLst>
          <pc:docMk/>
          <pc:sldMasterMk cId="0" sldId="2147483661"/>
        </pc:sldMasterMkLst>
        <pc:sldLayoutChg chg="del">
          <pc:chgData name="崎維 李" userId="d4390ee11c1fc6cf" providerId="LiveId" clId="{60E9DF39-7A3B-4BE9-BAA2-ED8A82F7AEF5}" dt="2025-04-07T10:08:48.937" v="179" actId="47"/>
          <pc:sldLayoutMkLst>
            <pc:docMk/>
            <pc:sldMasterMk cId="0" sldId="2147483661"/>
            <pc:sldLayoutMk cId="4244496052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video" Target="../media/media1.mp4"/><Relationship Id="rId7" Type="http://schemas.openxmlformats.org/officeDocument/2006/relationships/image" Target="../media/image4.png"/><Relationship Id="rId2" Type="http://schemas.microsoft.com/office/2007/relationships/media" Target="../media/media1.mp4"/><Relationship Id="rId1" Type="http://schemas.openxmlformats.org/officeDocument/2006/relationships/tags" Target="../tags/tag3.xml"/><Relationship Id="rId6" Type="http://schemas.openxmlformats.org/officeDocument/2006/relationships/slideLayout" Target="../slideLayouts/slideLayout14.xml"/><Relationship Id="rId5" Type="http://schemas.openxmlformats.org/officeDocument/2006/relationships/video" Target="../media/media2.mp4"/><Relationship Id="rId4" Type="http://schemas.microsoft.com/office/2007/relationships/media" Target="../media/media2.mp4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04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/8/2025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修電路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調整架子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震盪子並聯測試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同水槽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B50E-738D-AAB1-EF9E-CDD17984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39AD83-3A78-F2C5-7091-C7D4FD265AA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BA31CE-F1C7-F6BD-4E92-2889B3827D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A08E2BE-59F9-8468-A5AF-75E583A950C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同個水槽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盡量保持水載相同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 descr="一張含有 文字, 下沉、洗碗槽, 鋼, 鋁 的圖片&#10;&#10;AI 產生的內容可能不正確。">
            <a:extLst>
              <a:ext uri="{FF2B5EF4-FFF2-40B4-BE49-F238E27FC236}">
                <a16:creationId xmlns:a16="http://schemas.microsoft.com/office/drawing/2014/main" id="{1495F566-64A2-C277-44C2-7C3BEF4F79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7" r="8952"/>
          <a:stretch/>
        </p:blipFill>
        <p:spPr>
          <a:xfrm>
            <a:off x="827314" y="1663640"/>
            <a:ext cx="7498080" cy="42270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6917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同個水槽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盡量保持水載相同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兩邊震出的水花大小還是不同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7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一段時間後出現異音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輸入電流不穩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結束後掃頻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7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765722836.292066">
            <a:hlinkClick r:id="" action="ppaction://media"/>
            <a:extLst>
              <a:ext uri="{FF2B5EF4-FFF2-40B4-BE49-F238E27FC236}">
                <a16:creationId xmlns:a16="http://schemas.microsoft.com/office/drawing/2014/main" id="{3B48C31C-DA57-BB6F-6D69-4B2896711D7E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28630" y="1999893"/>
            <a:ext cx="2489201" cy="4425247"/>
          </a:xfrm>
          <a:prstGeom prst="rect">
            <a:avLst/>
          </a:prstGeom>
        </p:spPr>
      </p:pic>
      <p:pic>
        <p:nvPicPr>
          <p:cNvPr id="4" name="765722911.089101">
            <a:hlinkClick r:id="" action="ppaction://media"/>
            <a:extLst>
              <a:ext uri="{FF2B5EF4-FFF2-40B4-BE49-F238E27FC236}">
                <a16:creationId xmlns:a16="http://schemas.microsoft.com/office/drawing/2014/main" id="{3F85A8E7-6494-DDB3-8872-EF97F8D6C408}"/>
              </a:ext>
            </a:extLst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97657" y="1999892"/>
            <a:ext cx="2489201" cy="44252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15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57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70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EBDBD1D-EFF9-F19C-57B3-46ADB4C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_C_L(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有異音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FC5568FF-2238-C109-80E3-6CD24DE1A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29" y="882216"/>
            <a:ext cx="7767342" cy="44501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E3F0911-2013-A1E4-5FD7-67FF3671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2362"/>
            <a:ext cx="9144000" cy="108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0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1D8C-6F9A-192B-83B4-22BC8266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9BD42BE-334B-A7A3-B5ED-A1259466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_D_L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B1FC71CA-D565-3A53-C44D-6C8088236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80" y="915654"/>
            <a:ext cx="8084027" cy="463158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0848864-164E-869A-AF20-EE816912D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14616"/>
            <a:ext cx="9144000" cy="104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4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EBE2-608B-F4BE-A4CB-E80BDB28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208F1B4-1359-D998-42E6-A5219DE2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並聯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螢幕擷取畫面, 繪圖, 行, 圖表 的圖片&#10;&#10;AI 產生的內容可能不正確。">
            <a:extLst>
              <a:ext uri="{FF2B5EF4-FFF2-40B4-BE49-F238E27FC236}">
                <a16:creationId xmlns:a16="http://schemas.microsoft.com/office/drawing/2014/main" id="{DF3B530D-37F4-5199-AF29-6FF95A4DD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43" y="988513"/>
            <a:ext cx="8519313" cy="48809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5F6C4D6D-DB82-2CF5-2555-82EF881DC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797" y="5965190"/>
            <a:ext cx="9144000" cy="42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8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震盪子長時間並聯測試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電路測試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191180</TotalTime>
  <Words>133</Words>
  <Application>Microsoft Office PowerPoint</Application>
  <PresentationFormat>如螢幕大小 (4:3)</PresentationFormat>
  <Paragraphs>30</Paragraphs>
  <Slides>8</Slides>
  <Notes>1</Notes>
  <HiddenSlides>0</HiddenSlides>
  <MMClips>2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震盪子_C_L(有異音)</vt:lpstr>
      <vt:lpstr>震盪子_D_L</vt:lpstr>
      <vt:lpstr>震盪子_並聯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2266</cp:revision>
  <dcterms:created xsi:type="dcterms:W3CDTF">2001-07-18T23:57:34Z</dcterms:created>
  <dcterms:modified xsi:type="dcterms:W3CDTF">2025-04-07T12:55:49Z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