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492" r:id="rId4"/>
    <p:sldId id="479" r:id="rId5"/>
    <p:sldId id="506" r:id="rId6"/>
    <p:sldId id="507" r:id="rId7"/>
    <p:sldId id="508" r:id="rId8"/>
    <p:sldId id="509" r:id="rId9"/>
    <p:sldId id="512" r:id="rId10"/>
    <p:sldId id="510" r:id="rId11"/>
    <p:sldId id="511" r:id="rId12"/>
    <p:sldId id="493" r:id="rId13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479"/>
            <p14:sldId id="506"/>
            <p14:sldId id="507"/>
            <p14:sldId id="508"/>
            <p14:sldId id="509"/>
            <p14:sldId id="512"/>
            <p14:sldId id="510"/>
            <p14:sldId id="511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495"/>
    <a:srgbClr val="656813"/>
    <a:srgbClr val="8B078C"/>
    <a:srgbClr val="E75E07"/>
    <a:srgbClr val="04B605"/>
    <a:srgbClr val="D8E4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4A99A6-5C82-4309-8675-6D3C330BCE63}" v="22" dt="2024-12-10T02:05:26.4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6242" autoAdjust="0"/>
  </p:normalViewPr>
  <p:slideViewPr>
    <p:cSldViewPr snapToGrid="0">
      <p:cViewPr varScale="1">
        <p:scale>
          <a:sx n="63" d="100"/>
          <a:sy n="63" d="100"/>
        </p:scale>
        <p:origin x="13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C04A99A6-5C82-4309-8675-6D3C330BCE63}"/>
    <pc:docChg chg="undo custSel addSld delSld modSld modSection">
      <pc:chgData name="崎維 李" userId="d4390ee11c1fc6cf" providerId="LiveId" clId="{C04A99A6-5C82-4309-8675-6D3C330BCE63}" dt="2024-12-10T02:05:33.913" v="200" actId="20577"/>
      <pc:docMkLst>
        <pc:docMk/>
      </pc:docMkLst>
      <pc:sldChg chg="modSp mod">
        <pc:chgData name="崎維 李" userId="d4390ee11c1fc6cf" providerId="LiveId" clId="{C04A99A6-5C82-4309-8675-6D3C330BCE63}" dt="2024-12-10T02:05:33.913" v="200" actId="20577"/>
        <pc:sldMkLst>
          <pc:docMk/>
          <pc:sldMk cId="1759611898" sldId="492"/>
        </pc:sldMkLst>
        <pc:spChg chg="mod">
          <ac:chgData name="崎維 李" userId="d4390ee11c1fc6cf" providerId="LiveId" clId="{C04A99A6-5C82-4309-8675-6D3C330BCE63}" dt="2024-12-10T02:05:33.913" v="200" actId="20577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C04A99A6-5C82-4309-8675-6D3C330BCE63}" dt="2024-12-10T02:04:41.883" v="138" actId="20577"/>
        <pc:sldMkLst>
          <pc:docMk/>
          <pc:sldMk cId="1870929783" sldId="493"/>
        </pc:sldMkLst>
        <pc:spChg chg="mod">
          <ac:chgData name="崎維 李" userId="d4390ee11c1fc6cf" providerId="LiveId" clId="{C04A99A6-5C82-4309-8675-6D3C330BCE63}" dt="2024-12-10T02:04:41.883" v="138" actId="20577"/>
          <ac:spMkLst>
            <pc:docMk/>
            <pc:sldMk cId="1870929783" sldId="493"/>
            <ac:spMk id="3" creationId="{E1AA806A-5F35-3E68-504B-CBB909CDBD48}"/>
          </ac:spMkLst>
        </pc:spChg>
      </pc:sldChg>
      <pc:sldChg chg="del">
        <pc:chgData name="崎維 李" userId="d4390ee11c1fc6cf" providerId="LiveId" clId="{C04A99A6-5C82-4309-8675-6D3C330BCE63}" dt="2024-12-10T02:04:20.641" v="101" actId="47"/>
        <pc:sldMkLst>
          <pc:docMk/>
          <pc:sldMk cId="1594574472" sldId="503"/>
        </pc:sldMkLst>
      </pc:sldChg>
      <pc:sldChg chg="addSp delSp modSp new mod">
        <pc:chgData name="崎維 李" userId="d4390ee11c1fc6cf" providerId="LiveId" clId="{C04A99A6-5C82-4309-8675-6D3C330BCE63}" dt="2024-12-10T02:03:52.780" v="100" actId="20577"/>
        <pc:sldMkLst>
          <pc:docMk/>
          <pc:sldMk cId="3380028241" sldId="512"/>
        </pc:sldMkLst>
        <pc:spChg chg="del">
          <ac:chgData name="崎維 李" userId="d4390ee11c1fc6cf" providerId="LiveId" clId="{C04A99A6-5C82-4309-8675-6D3C330BCE63}" dt="2024-12-10T02:00:17.147" v="1"/>
          <ac:spMkLst>
            <pc:docMk/>
            <pc:sldMk cId="3380028241" sldId="512"/>
            <ac:spMk id="2" creationId="{D8FE114C-0F63-9E34-BAA7-24D3C81594B9}"/>
          </ac:spMkLst>
        </pc:spChg>
        <pc:spChg chg="del mod">
          <ac:chgData name="崎維 李" userId="d4390ee11c1fc6cf" providerId="LiveId" clId="{C04A99A6-5C82-4309-8675-6D3C330BCE63}" dt="2024-12-10T02:02:37.692" v="23" actId="478"/>
          <ac:spMkLst>
            <pc:docMk/>
            <pc:sldMk cId="3380028241" sldId="512"/>
            <ac:spMk id="3" creationId="{88FF560C-57FA-41C6-9FB6-15616570228E}"/>
          </ac:spMkLst>
        </pc:spChg>
        <pc:spChg chg="add mod">
          <ac:chgData name="崎維 李" userId="d4390ee11c1fc6cf" providerId="LiveId" clId="{C04A99A6-5C82-4309-8675-6D3C330BCE63}" dt="2024-12-10T02:00:20.306" v="2" actId="1076"/>
          <ac:spMkLst>
            <pc:docMk/>
            <pc:sldMk cId="3380028241" sldId="512"/>
            <ac:spMk id="4" creationId="{E7FF68D6-E7AB-67BD-15F7-2B4C802486D1}"/>
          </ac:spMkLst>
        </pc:spChg>
        <pc:spChg chg="add mod">
          <ac:chgData name="崎維 李" userId="d4390ee11c1fc6cf" providerId="LiveId" clId="{C04A99A6-5C82-4309-8675-6D3C330BCE63}" dt="2024-12-10T02:02:31.046" v="20"/>
          <ac:spMkLst>
            <pc:docMk/>
            <pc:sldMk cId="3380028241" sldId="512"/>
            <ac:spMk id="5" creationId="{51186265-315A-2AF9-2BFA-53E6FA756B32}"/>
          </ac:spMkLst>
        </pc:spChg>
        <pc:spChg chg="add mod">
          <ac:chgData name="崎維 李" userId="d4390ee11c1fc6cf" providerId="LiveId" clId="{C04A99A6-5C82-4309-8675-6D3C330BCE63}" dt="2024-12-10T02:03:52.780" v="100" actId="20577"/>
          <ac:spMkLst>
            <pc:docMk/>
            <pc:sldMk cId="3380028241" sldId="512"/>
            <ac:spMk id="6" creationId="{53E3225C-672E-40B6-76C1-0AD6E5640E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DB9D-9A59-9601-3A22-9647208C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539F52F-AC31-3390-0DCA-6853238CE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D9E3A1-49AA-4579-B43D-5A8B56771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D9E8F7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0.45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flag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==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setting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誤差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積分項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微分項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Kp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Ki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Kd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1290C3"/>
                </a:solidFill>
                <a:effectLst/>
                <a:latin typeface="Courier New" panose="02070309020205020404" pitchFamily="49" charset="0"/>
              </a:rPr>
              <a:t>uint32_t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FBF26"/>
                </a:solidFill>
                <a:effectLst/>
                <a:latin typeface="Courier New" panose="02070309020205020404" pitchFamily="49" charset="0"/>
              </a:rPr>
              <a:t>err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b="1" dirty="0" err="1">
                <a:solidFill>
                  <a:srgbClr val="A7EC21"/>
                </a:solidFill>
                <a:effectLst/>
                <a:latin typeface="Courier New" panose="02070309020205020404" pitchFamily="49" charset="0"/>
              </a:rPr>
              <a:t>R_GPT_DutyCycleSet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PWM_duty_ctrl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i="1" dirty="0" err="1">
                <a:solidFill>
                  <a:srgbClr val="8DDAF8"/>
                </a:solidFill>
                <a:effectLst/>
                <a:latin typeface="Courier New" panose="02070309020205020404" pitchFamily="49" charset="0"/>
              </a:rPr>
              <a:t>GPT_IO_PIN_GTIOCA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394D3E-D6B5-AEEA-B73E-E031CB779C16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CD3B9F3-201B-4B69-901F-02896E856940}" type="slidenum">
              <a:rPr lang="en-US" sz="1400" b="0" strike="noStrike" spc="-1" smtClean="0">
                <a:latin typeface="Times New Roman"/>
              </a:rPr>
              <a:t>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4744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B10812006@yuntech.edu.tw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12/03/202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4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目前</a:t>
            </a:r>
            <a:r>
              <a:rPr lang="en-US" sz="3200" spc="-1" dirty="0" err="1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進度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1040870"/>
            <a:ext cx="878400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z="2000" spc="-1" dirty="0">
                <a:solidFill>
                  <a:srgbClr val="282F8E"/>
                </a:solidFill>
                <a:latin typeface="+mj-ea"/>
              </a:rPr>
              <a:t>完成 </a:t>
            </a:r>
            <a:endParaRPr lang="en-US" altLang="zh-TW" sz="2000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>
                <a:solidFill>
                  <a:srgbClr val="282F8E"/>
                </a:solidFill>
                <a:latin typeface="+mj-ea"/>
              </a:rPr>
              <a:t>解決電路問題</a:t>
            </a: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1198F9-6A6D-4417-8061-58F02232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3" y="270533"/>
            <a:ext cx="8229240" cy="443198"/>
          </a:xfrm>
        </p:spPr>
        <p:txBody>
          <a:bodyPr/>
          <a:lstStyle/>
          <a:p>
            <a:r>
              <a:rPr lang="en-US" altLang="zh-TW" sz="3200" spc="-1" dirty="0">
                <a:solidFill>
                  <a:srgbClr val="282F8E"/>
                </a:solidFill>
                <a:latin typeface="+mj-ea"/>
                <a:cs typeface="+mn-cs"/>
              </a:rPr>
              <a:t>Boost Converter</a:t>
            </a:r>
            <a:r>
              <a:rPr lang="zh-TW" altLang="en-US" sz="32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規格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AEC42443-06C2-4F5C-9BCD-6FFF4FFA66B6}"/>
                  </a:ext>
                </a:extLst>
              </p:cNvPr>
              <p:cNvSpPr>
                <a:spLocks noGrp="1"/>
              </p:cNvSpPr>
              <p:nvPr>
                <p:ph type="subTitle"/>
              </p:nvPr>
            </p:nvSpPr>
            <p:spPr>
              <a:xfrm>
                <a:off x="680139" y="1527474"/>
                <a:ext cx="6814457" cy="1300356"/>
              </a:xfrm>
            </p:spPr>
            <p:txBody>
              <a:bodyPr/>
              <a:lstStyle/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kern="0" dirty="0"/>
                          <m:t>V</m:t>
                        </m:r>
                      </m:e>
                      <m:sub>
                        <m:r>
                          <a:rPr lang="en-US" altLang="zh-TW" sz="2000" ker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zh-TW" sz="2000" kern="0" dirty="0"/>
                  <a:t> = 12V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kern="0" dirty="0"/>
                          <m:t>V</m:t>
                        </m:r>
                      </m:e>
                      <m:sub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zh-TW" sz="2000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kern="0" dirty="0"/>
                  <a:t>= 48V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altLang="zh-TW" sz="20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zh-TW" sz="2000" kern="0" dirty="0"/>
                  <a:t>= 1A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altLang="zh-TW" sz="2000" kern="0" dirty="0"/>
                  <a:t> f = 100kHz</a:t>
                </a:r>
              </a:p>
            </p:txBody>
          </p:sp>
        </mc:Choice>
        <mc:Fallback xmlns="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AEC42443-06C2-4F5C-9BCD-6FFF4FFA6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/>
              </p:nvPr>
            </p:nvSpPr>
            <p:spPr>
              <a:xfrm>
                <a:off x="680139" y="1527474"/>
                <a:ext cx="6814457" cy="1300356"/>
              </a:xfrm>
              <a:blipFill>
                <a:blip r:embed="rId2"/>
                <a:stretch>
                  <a:fillRect l="-2149" t="-7512" b="-11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stomShape 2">
            <a:extLst>
              <a:ext uri="{FF2B5EF4-FFF2-40B4-BE49-F238E27FC236}">
                <a16:creationId xmlns:a16="http://schemas.microsoft.com/office/drawing/2014/main" id="{12431C0F-D147-5B68-5B6D-1DA3EDE604D5}"/>
              </a:ext>
            </a:extLst>
          </p:cNvPr>
          <p:cNvSpPr/>
          <p:nvPr/>
        </p:nvSpPr>
        <p:spPr>
          <a:xfrm>
            <a:off x="-304632" y="931142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01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72CB41-E264-4727-E08B-8BD62F8C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27C8456-3C3F-52B0-F42B-BF36841BBECB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 descr="一張含有 文字, 螢幕擷取畫面, 數字, 計分板 的圖片&#10;&#10;自動產生的描述">
            <a:extLst>
              <a:ext uri="{FF2B5EF4-FFF2-40B4-BE49-F238E27FC236}">
                <a16:creationId xmlns:a16="http://schemas.microsoft.com/office/drawing/2014/main" id="{DBF62089-A62D-C73B-4C18-1356DBEE0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7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BEB662-81A0-3EFE-94C7-D5FDBC9D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E4A72B9-C930-06D2-6DE3-FA2D323C815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一張含有 文字, 螢幕擷取畫面, 數字, 計分板 的圖片&#10;&#10;自動產生的描述">
            <a:extLst>
              <a:ext uri="{FF2B5EF4-FFF2-40B4-BE49-F238E27FC236}">
                <a16:creationId xmlns:a16="http://schemas.microsoft.com/office/drawing/2014/main" id="{FF5F9A77-42CB-7BAD-61EE-73F229EEE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FBF01B-0F56-E483-6D48-A170CAF4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0C0861C-C49C-10DA-37BC-872F34D63288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一張含有 文字, 螢幕擷取畫面, 數字, 計分板 的圖片&#10;&#10;自動產生的描述">
            <a:extLst>
              <a:ext uri="{FF2B5EF4-FFF2-40B4-BE49-F238E27FC236}">
                <a16:creationId xmlns:a16="http://schemas.microsoft.com/office/drawing/2014/main" id="{E5189B4C-95AB-47AF-A378-2919D4FFA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2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EC86-2FFD-AEE1-EF7E-A7E7C304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712980-97AE-95D5-9197-E96782FE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60" y="286773"/>
            <a:ext cx="8229240" cy="387798"/>
          </a:xfrm>
        </p:spPr>
        <p:txBody>
          <a:bodyPr/>
          <a:lstStyle/>
          <a:p>
            <a:r>
              <a:rPr lang="zh-TW" altLang="en-US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遭遇問題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C2A720D-1D1E-DE92-9163-FA6C3908E0C2}"/>
              </a:ext>
            </a:extLst>
          </p:cNvPr>
          <p:cNvSpPr txBox="1"/>
          <p:nvPr/>
        </p:nvSpPr>
        <p:spPr>
          <a:xfrm>
            <a:off x="447756" y="1249498"/>
            <a:ext cx="7175452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在輸入電壓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7V 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可以達到輸出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48V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在輸入電壓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12V 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只可以達到輸出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47V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在輸入電壓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24V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只可以達到輸出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44V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23675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E7FF68D6-E7AB-67BD-15F7-2B4C8024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-102870"/>
            <a:ext cx="8229600" cy="1144588"/>
          </a:xfrm>
        </p:spPr>
        <p:txBody>
          <a:bodyPr/>
          <a:lstStyle/>
          <a:p>
            <a:r>
              <a:rPr lang="zh-TW" altLang="en-US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遭遇問題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3E3225C-672E-40B6-76C1-0AD6E5640E2A}"/>
              </a:ext>
            </a:extLst>
          </p:cNvPr>
          <p:cNvSpPr txBox="1"/>
          <p:nvPr/>
        </p:nvSpPr>
        <p:spPr>
          <a:xfrm>
            <a:off x="447756" y="1249498"/>
            <a:ext cx="7175452" cy="207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放置一段時間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,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開關達到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130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度燒壞</a:t>
            </a: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38002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CD834252-9231-DC70-5CBC-09DCAEA9022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一張含有 文字, 行, 圖表, 繪圖 的圖片&#10;&#10;自動產生的描述">
            <a:extLst>
              <a:ext uri="{FF2B5EF4-FFF2-40B4-BE49-F238E27FC236}">
                <a16:creationId xmlns:a16="http://schemas.microsoft.com/office/drawing/2014/main" id="{CDD3380E-3120-B9B8-1137-183F6B668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717"/>
            <a:ext cx="9144000" cy="381476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C773E3B-4210-8196-FAFD-171DC22449B5}"/>
              </a:ext>
            </a:extLst>
          </p:cNvPr>
          <p:cNvSpPr txBox="1"/>
          <p:nvPr/>
        </p:nvSpPr>
        <p:spPr>
          <a:xfrm>
            <a:off x="533400" y="5294930"/>
            <a:ext cx="10054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C1:Vout</a:t>
            </a:r>
          </a:p>
          <a:p>
            <a:r>
              <a:rPr lang="en-US" altLang="zh-TW" dirty="0"/>
              <a:t>C2:Vds</a:t>
            </a:r>
          </a:p>
          <a:p>
            <a:r>
              <a:rPr lang="en-US" altLang="zh-TW" dirty="0"/>
              <a:t>C3:Iout</a:t>
            </a:r>
            <a:br>
              <a:rPr lang="en-US" altLang="zh-TW" dirty="0"/>
            </a:br>
            <a:r>
              <a:rPr lang="en-US" altLang="zh-TW" dirty="0"/>
              <a:t>C4:IL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159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32D08671-6D4F-9CC0-1745-EC41818601FB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一張含有 文字, 圖表, 行, 繪圖 的圖片&#10;&#10;自動產生的描述">
            <a:extLst>
              <a:ext uri="{FF2B5EF4-FFF2-40B4-BE49-F238E27FC236}">
                <a16:creationId xmlns:a16="http://schemas.microsoft.com/office/drawing/2014/main" id="{954BBAA9-DDF6-D562-530F-726AFE877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" y="1373757"/>
            <a:ext cx="8945284" cy="373186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C23A8DB-5CC8-EEB4-4C3D-E9DAC79EA760}"/>
              </a:ext>
            </a:extLst>
          </p:cNvPr>
          <p:cNvSpPr txBox="1"/>
          <p:nvPr/>
        </p:nvSpPr>
        <p:spPr>
          <a:xfrm>
            <a:off x="533400" y="5294930"/>
            <a:ext cx="10054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C1:Vout</a:t>
            </a:r>
          </a:p>
          <a:p>
            <a:r>
              <a:rPr lang="en-US" altLang="zh-TW" dirty="0"/>
              <a:t>C2:Vds</a:t>
            </a:r>
          </a:p>
          <a:p>
            <a:r>
              <a:rPr lang="en-US" altLang="zh-TW" dirty="0"/>
              <a:t>C3:Iout</a:t>
            </a:r>
            <a:br>
              <a:rPr lang="en-US" altLang="zh-TW" dirty="0"/>
            </a:br>
            <a:r>
              <a:rPr lang="en-US" altLang="zh-TW" dirty="0"/>
              <a:t>C4:IL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8733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11062"/>
            <a:ext cx="8229240" cy="498598"/>
          </a:xfrm>
        </p:spPr>
        <p:txBody>
          <a:bodyPr/>
          <a:lstStyle/>
          <a:p>
            <a:r>
              <a:rPr lang="zh-TW" altLang="en-US" sz="36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預計進度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解決電路問題</a:t>
            </a: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187813</TotalTime>
  <Words>303</Words>
  <Application>Microsoft Office PowerPoint</Application>
  <PresentationFormat>如螢幕大小 (4:3)</PresentationFormat>
  <Paragraphs>56</Paragraphs>
  <Slides>11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22" baseType="lpstr">
      <vt:lpstr>굴림</vt:lpstr>
      <vt:lpstr>標楷體</vt:lpstr>
      <vt:lpstr>Arial</vt:lpstr>
      <vt:lpstr>Cambria Math</vt:lpstr>
      <vt:lpstr>Courier New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Boost Converter規格</vt:lpstr>
      <vt:lpstr>PowerPoint 簡報</vt:lpstr>
      <vt:lpstr>PowerPoint 簡報</vt:lpstr>
      <vt:lpstr>PowerPoint 簡報</vt:lpstr>
      <vt:lpstr>遭遇問題</vt:lpstr>
      <vt:lpstr>遭遇問題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2256</cp:revision>
  <dcterms:created xsi:type="dcterms:W3CDTF">2001-07-18T23:57:34Z</dcterms:created>
  <dcterms:modified xsi:type="dcterms:W3CDTF">2024-12-10T02:05:34Z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