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4"/>
  </p:notesMasterIdLst>
  <p:sldIdLst>
    <p:sldId id="256" r:id="rId3"/>
    <p:sldId id="492" r:id="rId4"/>
    <p:sldId id="479" r:id="rId5"/>
    <p:sldId id="509" r:id="rId6"/>
    <p:sldId id="512" r:id="rId7"/>
    <p:sldId id="511" r:id="rId8"/>
    <p:sldId id="506" r:id="rId9"/>
    <p:sldId id="513" r:id="rId10"/>
    <p:sldId id="508" r:id="rId11"/>
    <p:sldId id="510" r:id="rId12"/>
    <p:sldId id="493" r:id="rId13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492"/>
            <p14:sldId id="479"/>
            <p14:sldId id="509"/>
            <p14:sldId id="512"/>
            <p14:sldId id="511"/>
            <p14:sldId id="506"/>
            <p14:sldId id="513"/>
            <p14:sldId id="508"/>
            <p14:sldId id="510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495"/>
    <a:srgbClr val="656813"/>
    <a:srgbClr val="8B078C"/>
    <a:srgbClr val="E75E07"/>
    <a:srgbClr val="04B605"/>
    <a:srgbClr val="D8E4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B4D40C-F28A-4CF8-929D-C2EC565226E4}" v="48" dt="2024-12-17T04:22:25.5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96242" autoAdjust="0"/>
  </p:normalViewPr>
  <p:slideViewPr>
    <p:cSldViewPr snapToGrid="0">
      <p:cViewPr varScale="1">
        <p:scale>
          <a:sx n="63" d="100"/>
          <a:sy n="63" d="100"/>
        </p:scale>
        <p:origin x="13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崎維 李" userId="d4390ee11c1fc6cf" providerId="LiveId" clId="{3BB4D40C-F28A-4CF8-929D-C2EC565226E4}"/>
    <pc:docChg chg="undo custSel addSld delSld modSld sldOrd modSection">
      <pc:chgData name="崎維 李" userId="d4390ee11c1fc6cf" providerId="LiveId" clId="{3BB4D40C-F28A-4CF8-929D-C2EC565226E4}" dt="2024-12-17T04:22:26.742" v="512" actId="20577"/>
      <pc:docMkLst>
        <pc:docMk/>
      </pc:docMkLst>
      <pc:sldChg chg="modSp mod">
        <pc:chgData name="崎維 李" userId="d4390ee11c1fc6cf" providerId="LiveId" clId="{3BB4D40C-F28A-4CF8-929D-C2EC565226E4}" dt="2024-12-17T02:07:11.825" v="17" actId="20577"/>
        <pc:sldMkLst>
          <pc:docMk/>
          <pc:sldMk cId="1759611898" sldId="492"/>
        </pc:sldMkLst>
        <pc:spChg chg="mod">
          <ac:chgData name="崎維 李" userId="d4390ee11c1fc6cf" providerId="LiveId" clId="{3BB4D40C-F28A-4CF8-929D-C2EC565226E4}" dt="2024-12-17T02:07:11.825" v="17" actId="20577"/>
          <ac:spMkLst>
            <pc:docMk/>
            <pc:sldMk cId="1759611898" sldId="492"/>
            <ac:spMk id="2" creationId="{FFDA5E2A-651A-2221-C4E1-4B3C8ABE1EF6}"/>
          </ac:spMkLst>
        </pc:spChg>
      </pc:sldChg>
      <pc:sldChg chg="modSp mod">
        <pc:chgData name="崎維 李" userId="d4390ee11c1fc6cf" providerId="LiveId" clId="{3BB4D40C-F28A-4CF8-929D-C2EC565226E4}" dt="2024-12-17T04:22:26.742" v="512" actId="20577"/>
        <pc:sldMkLst>
          <pc:docMk/>
          <pc:sldMk cId="1870929783" sldId="493"/>
        </pc:sldMkLst>
        <pc:spChg chg="mod">
          <ac:chgData name="崎維 李" userId="d4390ee11c1fc6cf" providerId="LiveId" clId="{3BB4D40C-F28A-4CF8-929D-C2EC565226E4}" dt="2024-12-17T04:22:26.742" v="512" actId="20577"/>
          <ac:spMkLst>
            <pc:docMk/>
            <pc:sldMk cId="1870929783" sldId="493"/>
            <ac:spMk id="3" creationId="{E1AA806A-5F35-3E68-504B-CBB909CDBD48}"/>
          </ac:spMkLst>
        </pc:spChg>
      </pc:sldChg>
      <pc:sldChg chg="del">
        <pc:chgData name="崎維 李" userId="d4390ee11c1fc6cf" providerId="LiveId" clId="{3BB4D40C-F28A-4CF8-929D-C2EC565226E4}" dt="2024-12-17T02:08:03.958" v="18" actId="47"/>
        <pc:sldMkLst>
          <pc:docMk/>
          <pc:sldMk cId="92344677" sldId="507"/>
        </pc:sldMkLst>
      </pc:sldChg>
      <pc:sldChg chg="addSp delSp modSp mod">
        <pc:chgData name="崎維 李" userId="d4390ee11c1fc6cf" providerId="LiveId" clId="{3BB4D40C-F28A-4CF8-929D-C2EC565226E4}" dt="2024-12-17T02:08:32.280" v="27" actId="962"/>
        <pc:sldMkLst>
          <pc:docMk/>
          <pc:sldMk cId="616027892" sldId="508"/>
        </pc:sldMkLst>
        <pc:picChg chg="add del mod">
          <ac:chgData name="崎維 李" userId="d4390ee11c1fc6cf" providerId="LiveId" clId="{3BB4D40C-F28A-4CF8-929D-C2EC565226E4}" dt="2024-12-17T02:08:25.667" v="24" actId="478"/>
          <ac:picMkLst>
            <pc:docMk/>
            <pc:sldMk cId="616027892" sldId="508"/>
            <ac:picMk id="3" creationId="{9793F3DE-D400-2554-4677-CE997DAFC3FA}"/>
          </ac:picMkLst>
        </pc:picChg>
        <pc:picChg chg="del">
          <ac:chgData name="崎維 李" userId="d4390ee11c1fc6cf" providerId="LiveId" clId="{3BB4D40C-F28A-4CF8-929D-C2EC565226E4}" dt="2024-12-17T02:08:24.268" v="23" actId="478"/>
          <ac:picMkLst>
            <pc:docMk/>
            <pc:sldMk cId="616027892" sldId="508"/>
            <ac:picMk id="4" creationId="{E5189B4C-95AB-47AF-A378-2919D4FFA537}"/>
          </ac:picMkLst>
        </pc:picChg>
        <pc:picChg chg="add mod">
          <ac:chgData name="崎維 李" userId="d4390ee11c1fc6cf" providerId="LiveId" clId="{3BB4D40C-F28A-4CF8-929D-C2EC565226E4}" dt="2024-12-17T02:08:32.280" v="27" actId="962"/>
          <ac:picMkLst>
            <pc:docMk/>
            <pc:sldMk cId="616027892" sldId="508"/>
            <ac:picMk id="6" creationId="{2F090263-08BE-7696-32A1-056162479677}"/>
          </ac:picMkLst>
        </pc:picChg>
      </pc:sldChg>
      <pc:sldChg chg="modSp mod ord">
        <pc:chgData name="崎維 李" userId="d4390ee11c1fc6cf" providerId="LiveId" clId="{3BB4D40C-F28A-4CF8-929D-C2EC565226E4}" dt="2024-12-17T03:30:44.669" v="482" actId="20577"/>
        <pc:sldMkLst>
          <pc:docMk/>
          <pc:sldMk cId="3123675259" sldId="509"/>
        </pc:sldMkLst>
        <pc:spChg chg="mod">
          <ac:chgData name="崎維 李" userId="d4390ee11c1fc6cf" providerId="LiveId" clId="{3BB4D40C-F28A-4CF8-929D-C2EC565226E4}" dt="2024-12-17T03:30:44.669" v="482" actId="20577"/>
          <ac:spMkLst>
            <pc:docMk/>
            <pc:sldMk cId="3123675259" sldId="509"/>
            <ac:spMk id="6" creationId="{8C2A720D-1D1E-DE92-9163-FA6C3908E0C2}"/>
          </ac:spMkLst>
        </pc:spChg>
      </pc:sldChg>
      <pc:sldChg chg="del">
        <pc:chgData name="崎維 李" userId="d4390ee11c1fc6cf" providerId="LiveId" clId="{3BB4D40C-F28A-4CF8-929D-C2EC565226E4}" dt="2024-12-17T02:10:34.128" v="30" actId="47"/>
        <pc:sldMkLst>
          <pc:docMk/>
          <pc:sldMk cId="1831591386" sldId="510"/>
        </pc:sldMkLst>
      </pc:sldChg>
      <pc:sldChg chg="addSp delSp modSp new mod">
        <pc:chgData name="崎維 李" userId="d4390ee11c1fc6cf" providerId="LiveId" clId="{3BB4D40C-F28A-4CF8-929D-C2EC565226E4}" dt="2024-12-17T02:48:25.344" v="42"/>
        <pc:sldMkLst>
          <pc:docMk/>
          <pc:sldMk cId="2822123400" sldId="510"/>
        </pc:sldMkLst>
        <pc:spChg chg="del">
          <ac:chgData name="崎維 李" userId="d4390ee11c1fc6cf" providerId="LiveId" clId="{3BB4D40C-F28A-4CF8-929D-C2EC565226E4}" dt="2024-12-17T02:17:19.683" v="35" actId="478"/>
          <ac:spMkLst>
            <pc:docMk/>
            <pc:sldMk cId="2822123400" sldId="510"/>
            <ac:spMk id="2" creationId="{1F052884-0A9C-AB8C-64CE-9E1D496349EC}"/>
          </ac:spMkLst>
        </pc:spChg>
        <pc:spChg chg="del">
          <ac:chgData name="崎維 李" userId="d4390ee11c1fc6cf" providerId="LiveId" clId="{3BB4D40C-F28A-4CF8-929D-C2EC565226E4}" dt="2024-12-17T02:17:22.211" v="36" actId="478"/>
          <ac:spMkLst>
            <pc:docMk/>
            <pc:sldMk cId="2822123400" sldId="510"/>
            <ac:spMk id="3" creationId="{53A3DE01-E40C-CC2F-43A5-176A691BEF7C}"/>
          </ac:spMkLst>
        </pc:spChg>
        <pc:graphicFrameChg chg="add mod">
          <ac:chgData name="崎維 李" userId="d4390ee11c1fc6cf" providerId="LiveId" clId="{3BB4D40C-F28A-4CF8-929D-C2EC565226E4}" dt="2024-12-17T02:48:25.344" v="42"/>
          <ac:graphicFrameMkLst>
            <pc:docMk/>
            <pc:sldMk cId="2822123400" sldId="510"/>
            <ac:graphicFrameMk id="2" creationId="{0454E007-B6D2-A266-C05B-CEBCB8A625EC}"/>
          </ac:graphicFrameMkLst>
        </pc:graphicFrameChg>
      </pc:sldChg>
      <pc:sldChg chg="addSp delSp modSp new mod ord">
        <pc:chgData name="崎維 李" userId="d4390ee11c1fc6cf" providerId="LiveId" clId="{3BB4D40C-F28A-4CF8-929D-C2EC565226E4}" dt="2024-12-17T02:55:54.150" v="256"/>
        <pc:sldMkLst>
          <pc:docMk/>
          <pc:sldMk cId="2486774968" sldId="511"/>
        </pc:sldMkLst>
        <pc:spChg chg="del mod">
          <ac:chgData name="崎維 李" userId="d4390ee11c1fc6cf" providerId="LiveId" clId="{3BB4D40C-F28A-4CF8-929D-C2EC565226E4}" dt="2024-12-17T02:55:25.041" v="252" actId="478"/>
          <ac:spMkLst>
            <pc:docMk/>
            <pc:sldMk cId="2486774968" sldId="511"/>
            <ac:spMk id="2" creationId="{9C58923F-9E87-44A8-08AF-08399C107BF5}"/>
          </ac:spMkLst>
        </pc:spChg>
        <pc:picChg chg="add mod">
          <ac:chgData name="崎維 李" userId="d4390ee11c1fc6cf" providerId="LiveId" clId="{3BB4D40C-F28A-4CF8-929D-C2EC565226E4}" dt="2024-12-17T02:49:23.488" v="48" actId="1076"/>
          <ac:picMkLst>
            <pc:docMk/>
            <pc:sldMk cId="2486774968" sldId="511"/>
            <ac:picMk id="5" creationId="{BAA4334B-8021-0DF7-E6C5-DA8E440CEFDE}"/>
          </ac:picMkLst>
        </pc:picChg>
      </pc:sldChg>
      <pc:sldChg chg="del">
        <pc:chgData name="崎維 李" userId="d4390ee11c1fc6cf" providerId="LiveId" clId="{3BB4D40C-F28A-4CF8-929D-C2EC565226E4}" dt="2024-12-17T02:10:35.091" v="31" actId="47"/>
        <pc:sldMkLst>
          <pc:docMk/>
          <pc:sldMk cId="3158733814" sldId="511"/>
        </pc:sldMkLst>
      </pc:sldChg>
      <pc:sldChg chg="addSp delSp modSp new mod">
        <pc:chgData name="崎維 李" userId="d4390ee11c1fc6cf" providerId="LiveId" clId="{3BB4D40C-F28A-4CF8-929D-C2EC565226E4}" dt="2024-12-17T02:57:50.090" v="324" actId="20577"/>
        <pc:sldMkLst>
          <pc:docMk/>
          <pc:sldMk cId="2334052613" sldId="512"/>
        </pc:sldMkLst>
        <pc:spChg chg="del">
          <ac:chgData name="崎維 李" userId="d4390ee11c1fc6cf" providerId="LiveId" clId="{3BB4D40C-F28A-4CF8-929D-C2EC565226E4}" dt="2024-12-17T02:51:13.197" v="50" actId="478"/>
          <ac:spMkLst>
            <pc:docMk/>
            <pc:sldMk cId="2334052613" sldId="512"/>
            <ac:spMk id="2" creationId="{82E5BBCB-462E-771E-733B-5ADE4A5F9218}"/>
          </ac:spMkLst>
        </pc:spChg>
        <pc:spChg chg="del">
          <ac:chgData name="崎維 李" userId="d4390ee11c1fc6cf" providerId="LiveId" clId="{3BB4D40C-F28A-4CF8-929D-C2EC565226E4}" dt="2024-12-17T02:51:35.544" v="76" actId="478"/>
          <ac:spMkLst>
            <pc:docMk/>
            <pc:sldMk cId="2334052613" sldId="512"/>
            <ac:spMk id="3" creationId="{2C64ED31-3A93-B20F-3A0C-F411EE4313F1}"/>
          </ac:spMkLst>
        </pc:spChg>
        <pc:spChg chg="add mod">
          <ac:chgData name="崎維 李" userId="d4390ee11c1fc6cf" providerId="LiveId" clId="{3BB4D40C-F28A-4CF8-929D-C2EC565226E4}" dt="2024-12-17T02:51:27.222" v="75"/>
          <ac:spMkLst>
            <pc:docMk/>
            <pc:sldMk cId="2334052613" sldId="512"/>
            <ac:spMk id="4" creationId="{248CCCF6-16ED-9E24-484E-F518C2CF8D5D}"/>
          </ac:spMkLst>
        </pc:spChg>
        <pc:spChg chg="add mod">
          <ac:chgData name="崎維 李" userId="d4390ee11c1fc6cf" providerId="LiveId" clId="{3BB4D40C-F28A-4CF8-929D-C2EC565226E4}" dt="2024-12-17T02:57:50.090" v="324" actId="20577"/>
          <ac:spMkLst>
            <pc:docMk/>
            <pc:sldMk cId="2334052613" sldId="512"/>
            <ac:spMk id="5" creationId="{888EEBB8-3418-3B1B-B712-5DCDBC0CD59E}"/>
          </ac:spMkLst>
        </pc:spChg>
      </pc:sldChg>
      <pc:sldChg chg="addSp delSp modSp new mod ord">
        <pc:chgData name="崎維 李" userId="d4390ee11c1fc6cf" providerId="LiveId" clId="{3BB4D40C-F28A-4CF8-929D-C2EC565226E4}" dt="2024-12-17T03:27:59.556" v="373" actId="20577"/>
        <pc:sldMkLst>
          <pc:docMk/>
          <pc:sldMk cId="2116066791" sldId="513"/>
        </pc:sldMkLst>
        <pc:spChg chg="del">
          <ac:chgData name="崎維 李" userId="d4390ee11c1fc6cf" providerId="LiveId" clId="{3BB4D40C-F28A-4CF8-929D-C2EC565226E4}" dt="2024-12-17T02:59:33.690" v="326" actId="478"/>
          <ac:spMkLst>
            <pc:docMk/>
            <pc:sldMk cId="2116066791" sldId="513"/>
            <ac:spMk id="2" creationId="{55AC374D-0125-0F9B-F790-433A2F2CD980}"/>
          </ac:spMkLst>
        </pc:spChg>
        <pc:spChg chg="add mod">
          <ac:chgData name="崎維 李" userId="d4390ee11c1fc6cf" providerId="LiveId" clId="{3BB4D40C-F28A-4CF8-929D-C2EC565226E4}" dt="2024-12-17T03:27:59.556" v="373" actId="20577"/>
          <ac:spMkLst>
            <pc:docMk/>
            <pc:sldMk cId="2116066791" sldId="513"/>
            <ac:spMk id="6" creationId="{C6A98A18-180D-E5E9-EFCB-8B1101FE88CA}"/>
          </ac:spMkLst>
        </pc:spChg>
        <pc:picChg chg="add mod">
          <ac:chgData name="崎維 李" userId="d4390ee11c1fc6cf" providerId="LiveId" clId="{3BB4D40C-F28A-4CF8-929D-C2EC565226E4}" dt="2024-12-17T03:00:14.165" v="329" actId="962"/>
          <ac:picMkLst>
            <pc:docMk/>
            <pc:sldMk cId="2116066791" sldId="513"/>
            <ac:picMk id="5" creationId="{F1FE8704-7CD4-45BE-685A-2BEDD46875BE}"/>
          </ac:picMkLst>
        </pc:picChg>
      </pc:sldChg>
      <pc:sldChg chg="del">
        <pc:chgData name="崎維 李" userId="d4390ee11c1fc6cf" providerId="LiveId" clId="{3BB4D40C-F28A-4CF8-929D-C2EC565226E4}" dt="2024-12-17T02:10:32.387" v="29" actId="47"/>
        <pc:sldMkLst>
          <pc:docMk/>
          <pc:sldMk cId="3360905914" sldId="513"/>
        </pc:sldMkLst>
      </pc:sldChg>
      <pc:sldChg chg="del">
        <pc:chgData name="崎維 李" userId="d4390ee11c1fc6cf" providerId="LiveId" clId="{3BB4D40C-F28A-4CF8-929D-C2EC565226E4}" dt="2024-12-17T02:09:22.463" v="28" actId="47"/>
        <pc:sldMkLst>
          <pc:docMk/>
          <pc:sldMk cId="1510216438" sldId="514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4390ee11c1fc6cf/&#26700;&#38754;/&#22266;&#23450;&#38468;&#36617;/&#26032;&#22686;%20Microsoft%20Excel%20&#24037;&#20316;&#34920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固定負載</a:t>
            </a:r>
            <a:r>
              <a:rPr lang="en-US" altLang="zh-TW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,</a:t>
            </a:r>
            <a:r>
              <a:rPr lang="zh-TW" alt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輸入電壓對效率影響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>
        <c:manualLayout>
          <c:layoutTarget val="inner"/>
          <c:xMode val="edge"/>
          <c:yMode val="edge"/>
          <c:x val="6.4051140543303312E-2"/>
          <c:y val="9.2880415792043064E-2"/>
          <c:w val="0.92242288356552393"/>
          <c:h val="0.86801123917772272"/>
        </c:manualLayout>
      </c:layout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工作表1!$A$2:$A$20</c:f>
              <c:numCache>
                <c:formatCode>General</c:formatCode>
                <c:ptCount val="19"/>
                <c:pt idx="0">
                  <c:v>24</c:v>
                </c:pt>
                <c:pt idx="1">
                  <c:v>23</c:v>
                </c:pt>
                <c:pt idx="2">
                  <c:v>22</c:v>
                </c:pt>
                <c:pt idx="3">
                  <c:v>21</c:v>
                </c:pt>
                <c:pt idx="4">
                  <c:v>20</c:v>
                </c:pt>
                <c:pt idx="5">
                  <c:v>19</c:v>
                </c:pt>
                <c:pt idx="6">
                  <c:v>18</c:v>
                </c:pt>
                <c:pt idx="7">
                  <c:v>17</c:v>
                </c:pt>
                <c:pt idx="8">
                  <c:v>16</c:v>
                </c:pt>
                <c:pt idx="9">
                  <c:v>15</c:v>
                </c:pt>
                <c:pt idx="10">
                  <c:v>14</c:v>
                </c:pt>
                <c:pt idx="11">
                  <c:v>13</c:v>
                </c:pt>
                <c:pt idx="12">
                  <c:v>12</c:v>
                </c:pt>
                <c:pt idx="13">
                  <c:v>11</c:v>
                </c:pt>
                <c:pt idx="14">
                  <c:v>10</c:v>
                </c:pt>
                <c:pt idx="15">
                  <c:v>9</c:v>
                </c:pt>
                <c:pt idx="16">
                  <c:v>8</c:v>
                </c:pt>
                <c:pt idx="17">
                  <c:v>7</c:v>
                </c:pt>
              </c:numCache>
            </c:numRef>
          </c:cat>
          <c:val>
            <c:numRef>
              <c:f>工作表1!$B$2:$B$20</c:f>
              <c:numCache>
                <c:formatCode>0.00%</c:formatCode>
                <c:ptCount val="19"/>
                <c:pt idx="0">
                  <c:v>0.9143</c:v>
                </c:pt>
                <c:pt idx="1">
                  <c:v>0.9113</c:v>
                </c:pt>
                <c:pt idx="2">
                  <c:v>0.90759999999999996</c:v>
                </c:pt>
                <c:pt idx="3">
                  <c:v>0.90539999999999998</c:v>
                </c:pt>
                <c:pt idx="4">
                  <c:v>0.9032</c:v>
                </c:pt>
                <c:pt idx="5">
                  <c:v>0.89890000000000003</c:v>
                </c:pt>
                <c:pt idx="6">
                  <c:v>0.89359999999999995</c:v>
                </c:pt>
                <c:pt idx="7">
                  <c:v>0.88980000000000004</c:v>
                </c:pt>
                <c:pt idx="8">
                  <c:v>0.88759999999999994</c:v>
                </c:pt>
                <c:pt idx="9">
                  <c:v>0.88319999999999999</c:v>
                </c:pt>
                <c:pt idx="10">
                  <c:v>0.88170000000000004</c:v>
                </c:pt>
                <c:pt idx="11">
                  <c:v>0.878</c:v>
                </c:pt>
                <c:pt idx="12">
                  <c:v>0.86699999999999999</c:v>
                </c:pt>
                <c:pt idx="13">
                  <c:v>0.85670000000000002</c:v>
                </c:pt>
                <c:pt idx="14">
                  <c:v>0.83789999999999998</c:v>
                </c:pt>
                <c:pt idx="15">
                  <c:v>0.81669999999999998</c:v>
                </c:pt>
                <c:pt idx="16">
                  <c:v>0.79320000000000002</c:v>
                </c:pt>
                <c:pt idx="17">
                  <c:v>0.76800000000000002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FC3-461B-94D5-B9D239E4DB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7975840"/>
        <c:axId val="257982080"/>
      </c:lineChart>
      <c:catAx>
        <c:axId val="257975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257982080"/>
        <c:crosses val="autoZero"/>
        <c:auto val="1"/>
        <c:lblAlgn val="ctr"/>
        <c:lblOffset val="100"/>
        <c:noMultiLvlLbl val="0"/>
      </c:catAx>
      <c:valAx>
        <c:axId val="257982080"/>
        <c:scaling>
          <c:orientation val="minMax"/>
          <c:max val="1"/>
          <c:min val="0.70000000000000007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257975840"/>
        <c:crosses val="autoZero"/>
        <c:crossBetween val="between"/>
        <c:majorUnit val="1.0000000000000002E-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EDB9D-9A59-9601-3A22-9647208C3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539F52F-AC31-3390-0DCA-6853238CE4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DD9E3A1-49AA-4579-B43D-5A8B56771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while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zh-TW" sz="1800" dirty="0">
              <a:solidFill>
                <a:srgbClr val="D9E8F7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{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real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float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)(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adc_value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3300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4096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real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&gt;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0.45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{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flag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==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{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real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float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)(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adc_value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3300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4096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setting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real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en-US" altLang="zh-TW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//</a:t>
            </a:r>
            <a:r>
              <a:rPr lang="zh-TW" altLang="en-US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誤差</a:t>
            </a:r>
            <a:endParaRPr lang="zh-TW" altLang="en-US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total_error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total_error</a:t>
            </a:r>
            <a:r>
              <a:rPr lang="en-US" altLang="zh-TW" sz="1800" dirty="0" err="1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en-US" altLang="zh-TW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//</a:t>
            </a:r>
            <a:r>
              <a:rPr lang="zh-TW" altLang="en-US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積分項</a:t>
            </a:r>
            <a:endParaRPr lang="zh-TW" altLang="en-US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derivative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pre_error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en-US" altLang="zh-TW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//</a:t>
            </a:r>
            <a:r>
              <a:rPr lang="zh-TW" altLang="en-US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微分項</a:t>
            </a:r>
            <a:endParaRPr lang="zh-TW" altLang="en-US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pre_error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output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Kp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 err="1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Ki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total_error</a:t>
            </a:r>
            <a:r>
              <a:rPr lang="en-US" altLang="zh-TW" sz="1800" dirty="0" err="1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Kd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derivative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b="1" dirty="0">
                <a:solidFill>
                  <a:srgbClr val="1290C3"/>
                </a:solidFill>
                <a:effectLst/>
                <a:latin typeface="Courier New" panose="02070309020205020404" pitchFamily="49" charset="0"/>
              </a:rPr>
              <a:t>uint32_t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output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&gt;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1000.0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1000.0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100.0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100.0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FBF26"/>
                </a:solidFill>
                <a:effectLst/>
                <a:latin typeface="Courier New" panose="02070309020205020404" pitchFamily="49" charset="0"/>
              </a:rPr>
              <a:t>err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b="1" dirty="0" err="1">
                <a:solidFill>
                  <a:srgbClr val="A7EC21"/>
                </a:solidFill>
                <a:effectLst/>
                <a:latin typeface="Courier New" panose="02070309020205020404" pitchFamily="49" charset="0"/>
              </a:rPr>
              <a:t>R_GPT_DutyCycleSet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&amp;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PWM_duty_ctrl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 err="1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TW" sz="1800" i="1" dirty="0" err="1">
                <a:solidFill>
                  <a:srgbClr val="8DDAF8"/>
                </a:solidFill>
                <a:effectLst/>
                <a:latin typeface="Courier New" panose="02070309020205020404" pitchFamily="49" charset="0"/>
              </a:rPr>
              <a:t>GPT_IO_PIN_GTIOCA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}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}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394D3E-D6B5-AEEA-B73E-E031CB779C16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CD3B9F3-201B-4B69-901F-02896E856940}" type="slidenum">
              <a:rPr lang="en-US" sz="1400" b="0" strike="noStrike" spc="-1" smtClean="0">
                <a:latin typeface="Times New Roman"/>
              </a:rPr>
              <a:t>4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44744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B10812006@yuntech.edu.tw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: 12/03/202</a:t>
            </a:r>
            <a:r>
              <a:rPr lang="en-US" altLang="zh-TW" sz="3200" spc="-1" dirty="0">
                <a:solidFill>
                  <a:srgbClr val="282F86"/>
                </a:solidFill>
                <a:latin typeface="Times New Roman"/>
                <a:ea typeface="標楷體"/>
              </a:rPr>
              <a:t>4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lang="zh-TW" altLang="en-US" sz="3200" spc="-1" dirty="0">
                <a:solidFill>
                  <a:srgbClr val="282F8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目前</a:t>
            </a:r>
            <a:r>
              <a:rPr lang="en-US" sz="3200" spc="-1" dirty="0" err="1">
                <a:solidFill>
                  <a:srgbClr val="282F8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進度</a:t>
            </a:r>
            <a:endParaRPr lang="en-US" sz="32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1040870"/>
            <a:ext cx="878400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solidFill>
                  <a:srgbClr val="282F8E"/>
                </a:solidFill>
                <a:latin typeface="+mj-ea"/>
              </a:rPr>
              <a:t> </a:t>
            </a:r>
            <a:endParaRPr lang="en-US" altLang="zh-TW" sz="2000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solidFill>
                  <a:srgbClr val="282F8E"/>
                </a:solidFill>
                <a:latin typeface="+mj-ea"/>
              </a:rPr>
              <a:t>解決電路問題</a:t>
            </a:r>
            <a:endParaRPr lang="zh-TW" altLang="en-US" sz="2000" dirty="0"/>
          </a:p>
          <a:p>
            <a:pPr marL="1080">
              <a:spcBef>
                <a:spcPts val="479"/>
              </a:spcBef>
              <a:buSzPct val="100000"/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611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1198F9-6A6D-4417-8061-58F022323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023" y="270533"/>
            <a:ext cx="8229240" cy="443198"/>
          </a:xfrm>
        </p:spPr>
        <p:txBody>
          <a:bodyPr/>
          <a:lstStyle/>
          <a:p>
            <a:r>
              <a:rPr lang="en-US" altLang="zh-TW" sz="3200" spc="-1" dirty="0">
                <a:solidFill>
                  <a:srgbClr val="282F8E"/>
                </a:solidFill>
                <a:latin typeface="+mj-ea"/>
                <a:cs typeface="+mn-cs"/>
              </a:rPr>
              <a:t>Boost Converter</a:t>
            </a:r>
            <a:r>
              <a:rPr lang="zh-TW" altLang="en-US" sz="3200" spc="-1" dirty="0">
                <a:solidFill>
                  <a:srgbClr val="282F8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規格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標題 2">
                <a:extLst>
                  <a:ext uri="{FF2B5EF4-FFF2-40B4-BE49-F238E27FC236}">
                    <a16:creationId xmlns:a16="http://schemas.microsoft.com/office/drawing/2014/main" id="{AEC42443-06C2-4F5C-9BCD-6FFF4FFA66B6}"/>
                  </a:ext>
                </a:extLst>
              </p:cNvPr>
              <p:cNvSpPr>
                <a:spLocks noGrp="1"/>
              </p:cNvSpPr>
              <p:nvPr>
                <p:ph type="subTitle"/>
              </p:nvPr>
            </p:nvSpPr>
            <p:spPr>
              <a:xfrm>
                <a:off x="680139" y="1527474"/>
                <a:ext cx="6814457" cy="1300356"/>
              </a:xfrm>
            </p:spPr>
            <p:txBody>
              <a:bodyPr/>
              <a:lstStyle/>
              <a:p>
                <a:pPr marL="343980" indent="-342900">
                  <a:spcBef>
                    <a:spcPts val="479"/>
                  </a:spcBef>
                  <a:buSzPct val="100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000" kern="0" dirty="0"/>
                          <m:t>V</m:t>
                        </m:r>
                      </m:e>
                      <m:sub>
                        <m:r>
                          <a:rPr lang="en-US" altLang="zh-TW" sz="2000" ker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altLang="zh-TW" sz="2000" kern="0" dirty="0"/>
                  <a:t> = 12V</a:t>
                </a:r>
              </a:p>
              <a:p>
                <a:pPr marL="343980" indent="-342900">
                  <a:spcBef>
                    <a:spcPts val="479"/>
                  </a:spcBef>
                  <a:buSzPct val="100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000" kern="0" dirty="0"/>
                          <m:t>V</m:t>
                        </m:r>
                      </m:e>
                      <m:sub>
                        <m:r>
                          <a:rPr lang="en-US" altLang="zh-TW" sz="2000" kern="0" dirty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altLang="zh-TW" sz="2000" kern="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 kern="0" dirty="0"/>
                  <a:t>= 48V</a:t>
                </a:r>
              </a:p>
              <a:p>
                <a:pPr marL="343980" indent="-342900">
                  <a:spcBef>
                    <a:spcPts val="479"/>
                  </a:spcBef>
                  <a:buSzPct val="100000"/>
                  <a:buFont typeface="Arial" panose="020B0604020202020204" pitchFamily="34" charset="0"/>
                  <a:buChar char="•"/>
                </a:pPr>
                <a:r>
                  <a:rPr lang="en-US" altLang="zh-TW" sz="2000" kern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kern="0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TW" sz="2000" kern="0" dirty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altLang="zh-TW" sz="2000" kern="0" dirty="0"/>
                  <a:t>= 1A</a:t>
                </a:r>
              </a:p>
              <a:p>
                <a:pPr marL="343980" indent="-342900">
                  <a:spcBef>
                    <a:spcPts val="479"/>
                  </a:spcBef>
                  <a:buSzPct val="100000"/>
                  <a:buFont typeface="Arial" panose="020B0604020202020204" pitchFamily="34" charset="0"/>
                  <a:buChar char="•"/>
                </a:pPr>
                <a:r>
                  <a:rPr lang="en-US" altLang="zh-TW" sz="2000" kern="0" dirty="0"/>
                  <a:t> f = 100kHz</a:t>
                </a:r>
              </a:p>
            </p:txBody>
          </p:sp>
        </mc:Choice>
        <mc:Fallback xmlns="">
          <p:sp>
            <p:nvSpPr>
              <p:cNvPr id="3" name="副標題 2">
                <a:extLst>
                  <a:ext uri="{FF2B5EF4-FFF2-40B4-BE49-F238E27FC236}">
                    <a16:creationId xmlns:a16="http://schemas.microsoft.com/office/drawing/2014/main" id="{AEC42443-06C2-4F5C-9BCD-6FFF4FFA66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/>
              </p:nvPr>
            </p:nvSpPr>
            <p:spPr>
              <a:xfrm>
                <a:off x="680139" y="1527474"/>
                <a:ext cx="6814457" cy="1300356"/>
              </a:xfrm>
              <a:blipFill>
                <a:blip r:embed="rId2"/>
                <a:stretch>
                  <a:fillRect l="-2149" t="-7512" b="-117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stomShape 2">
            <a:extLst>
              <a:ext uri="{FF2B5EF4-FFF2-40B4-BE49-F238E27FC236}">
                <a16:creationId xmlns:a16="http://schemas.microsoft.com/office/drawing/2014/main" id="{12431C0F-D147-5B68-5B6D-1DA3EDE604D5}"/>
              </a:ext>
            </a:extLst>
          </p:cNvPr>
          <p:cNvSpPr/>
          <p:nvPr/>
        </p:nvSpPr>
        <p:spPr>
          <a:xfrm>
            <a:off x="-304632" y="931142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2000" dirty="0"/>
          </a:p>
          <a:p>
            <a:pPr marL="1080">
              <a:spcBef>
                <a:spcPts val="479"/>
              </a:spcBef>
              <a:buSzPct val="100000"/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019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FEC86-2FFD-AEE1-EF7E-A7E7C3048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712980-97AE-95D5-9197-E96782FE3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760" y="286773"/>
            <a:ext cx="8229240" cy="387798"/>
          </a:xfrm>
        </p:spPr>
        <p:txBody>
          <a:bodyPr/>
          <a:lstStyle/>
          <a:p>
            <a:r>
              <a:rPr lang="zh-TW" altLang="en-US" sz="2800" spc="-1" dirty="0">
                <a:solidFill>
                  <a:srgbClr val="282F8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遭遇問題</a:t>
            </a:r>
            <a:endParaRPr lang="zh-TW" altLang="en-US" sz="28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C2A720D-1D1E-DE92-9163-FA6C3908E0C2}"/>
              </a:ext>
            </a:extLst>
          </p:cNvPr>
          <p:cNvSpPr txBox="1"/>
          <p:nvPr/>
        </p:nvSpPr>
        <p:spPr>
          <a:xfrm>
            <a:off x="447756" y="1249498"/>
            <a:ext cx="7175452" cy="3098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PID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 在輸入電壓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7V 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可以達到輸出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48V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PID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 在輸入電壓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24V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 只可以達到輸出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44V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放置一段時間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,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開關過熱燒壞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,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更換</a:t>
            </a:r>
            <a:r>
              <a:rPr lang="zh-TW" altLang="en-US" spc="-1">
                <a:solidFill>
                  <a:srgbClr val="282F8E"/>
                </a:solidFill>
                <a:latin typeface="+mj-ea"/>
              </a:rPr>
              <a:t>元件後輸入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電壓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7V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時只能到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28V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123675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248CCCF6-16ED-9E24-484E-F518C2CF8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760" y="286773"/>
            <a:ext cx="8229240" cy="387798"/>
          </a:xfrm>
        </p:spPr>
        <p:txBody>
          <a:bodyPr/>
          <a:lstStyle/>
          <a:p>
            <a:r>
              <a:rPr lang="zh-TW" altLang="en-US" sz="2800" spc="-1" dirty="0">
                <a:solidFill>
                  <a:srgbClr val="282F8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解決方式</a:t>
            </a:r>
            <a:endParaRPr lang="zh-TW" altLang="en-US" sz="28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88EEBB8-3418-3B1B-B712-5DCDBC0CD59E}"/>
              </a:ext>
            </a:extLst>
          </p:cNvPr>
          <p:cNvSpPr txBox="1"/>
          <p:nvPr/>
        </p:nvSpPr>
        <p:spPr>
          <a:xfrm>
            <a:off x="407116" y="1249498"/>
            <a:ext cx="7175452" cy="343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2"/>
              </a:buBlip>
            </a:pP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1.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增加電感值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(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無效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)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2"/>
              </a:buBlip>
            </a:pP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2.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減少電感值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(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無效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)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2"/>
              </a:buBlip>
            </a:pP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3.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增加輸出電容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(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無效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)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2"/>
              </a:buBlip>
            </a:pP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4.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大幅減少電感值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(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有效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)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2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2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2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2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2"/>
              </a:buBlip>
            </a:pP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334052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9F37BEA5-5AF8-636D-6712-9510287A682F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 descr="一張含有 文字, 繪圖, 行, 圖表 的圖片&#10;&#10;自動產生的描述">
            <a:extLst>
              <a:ext uri="{FF2B5EF4-FFF2-40B4-BE49-F238E27FC236}">
                <a16:creationId xmlns:a16="http://schemas.microsoft.com/office/drawing/2014/main" id="{BAA4334B-8021-0DF7-E6C5-DA8E440CEF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8" y="1604520"/>
            <a:ext cx="8945284" cy="373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77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文字, 螢幕擷取畫面, 數字, 計分板 的圖片&#10;&#10;自動產生的描述">
            <a:extLst>
              <a:ext uri="{FF2B5EF4-FFF2-40B4-BE49-F238E27FC236}">
                <a16:creationId xmlns:a16="http://schemas.microsoft.com/office/drawing/2014/main" id="{DBF62089-A62D-C73B-4C18-1356DBEE0F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7620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279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AB8C8F6D-B06E-E502-53DA-D348EA5D410D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 descr="一張含有 文字, 螢幕擷取畫面, 數字, 計分板 的圖片&#10;&#10;自動產生的描述">
            <a:extLst>
              <a:ext uri="{FF2B5EF4-FFF2-40B4-BE49-F238E27FC236}">
                <a16:creationId xmlns:a16="http://schemas.microsoft.com/office/drawing/2014/main" id="{F1FE8704-7CD4-45BE-685A-2BEDD46875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7620000" cy="4572000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C6A98A18-180D-E5E9-EFCB-8B1101FE8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760" y="286773"/>
            <a:ext cx="8229240" cy="387798"/>
          </a:xfrm>
        </p:spPr>
        <p:txBody>
          <a:bodyPr/>
          <a:lstStyle/>
          <a:p>
            <a:r>
              <a:rPr lang="zh-TW" altLang="en-US" sz="2800" spc="-1" dirty="0">
                <a:solidFill>
                  <a:srgbClr val="282F8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之前無法達到</a:t>
            </a:r>
            <a:r>
              <a:rPr lang="en-US" altLang="zh-TW" sz="2800" spc="-1" dirty="0">
                <a:solidFill>
                  <a:srgbClr val="282F8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48V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116066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一張含有 文字, 螢幕擷取畫面, 數字, 計分板 的圖片&#10;&#10;自動產生的描述">
            <a:extLst>
              <a:ext uri="{FF2B5EF4-FFF2-40B4-BE49-F238E27FC236}">
                <a16:creationId xmlns:a16="http://schemas.microsoft.com/office/drawing/2014/main" id="{2F090263-08BE-7696-32A1-056162479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7620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027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圖表 1">
            <a:extLst>
              <a:ext uri="{FF2B5EF4-FFF2-40B4-BE49-F238E27FC236}">
                <a16:creationId xmlns:a16="http://schemas.microsoft.com/office/drawing/2014/main" id="{0454E007-B6D2-A266-C05B-CEBCB8A625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9170969"/>
              </p:ext>
            </p:extLst>
          </p:nvPr>
        </p:nvGraphicFramePr>
        <p:xfrm>
          <a:off x="65664" y="792480"/>
          <a:ext cx="9012671" cy="55913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22123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11062"/>
            <a:ext cx="8229240" cy="498598"/>
          </a:xfrm>
        </p:spPr>
        <p:txBody>
          <a:bodyPr/>
          <a:lstStyle/>
          <a:p>
            <a:r>
              <a:rPr lang="zh-TW" altLang="en-US" sz="3600" spc="-1" dirty="0">
                <a:solidFill>
                  <a:srgbClr val="282F8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預計進度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447756" y="121099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pc="-1">
                <a:solidFill>
                  <a:srgbClr val="282F8E"/>
                </a:solidFill>
                <a:latin typeface="+mj-ea"/>
              </a:rPr>
              <a:t>詢問學長</a:t>
            </a: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187892</TotalTime>
  <Words>323</Words>
  <Application>Microsoft Office PowerPoint</Application>
  <PresentationFormat>如螢幕大小 (4:3)</PresentationFormat>
  <Paragraphs>56</Paragraphs>
  <Slides>11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11</vt:i4>
      </vt:variant>
    </vt:vector>
  </HeadingPairs>
  <TitlesOfParts>
    <vt:vector size="22" baseType="lpstr">
      <vt:lpstr>굴림</vt:lpstr>
      <vt:lpstr>標楷體</vt:lpstr>
      <vt:lpstr>Arial</vt:lpstr>
      <vt:lpstr>Cambria Math</vt:lpstr>
      <vt:lpstr>Courier New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Boost Converter規格</vt:lpstr>
      <vt:lpstr>遭遇問題</vt:lpstr>
      <vt:lpstr>解決方式</vt:lpstr>
      <vt:lpstr>PowerPoint 簡報</vt:lpstr>
      <vt:lpstr>PowerPoint 簡報</vt:lpstr>
      <vt:lpstr>之前無法達到48V</vt:lpstr>
      <vt:lpstr>PowerPoint 簡報</vt:lpstr>
      <vt:lpstr>PowerPoint 簡報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崎維 李</cp:lastModifiedBy>
  <cp:revision>2257</cp:revision>
  <dcterms:created xsi:type="dcterms:W3CDTF">2001-07-18T23:57:34Z</dcterms:created>
  <dcterms:modified xsi:type="dcterms:W3CDTF">2024-12-17T04:22:28Z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