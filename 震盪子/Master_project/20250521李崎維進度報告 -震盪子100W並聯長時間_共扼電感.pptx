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492" r:id="rId4"/>
    <p:sldId id="1378" r:id="rId5"/>
    <p:sldId id="1351" r:id="rId6"/>
    <p:sldId id="1379" r:id="rId7"/>
    <p:sldId id="1380" r:id="rId8"/>
    <p:sldId id="1381" r:id="rId9"/>
    <p:sldId id="1382" r:id="rId10"/>
    <p:sldId id="1386" r:id="rId11"/>
    <p:sldId id="1383" r:id="rId12"/>
    <p:sldId id="1384" r:id="rId13"/>
    <p:sldId id="1385" r:id="rId14"/>
    <p:sldId id="1387" r:id="rId15"/>
    <p:sldId id="1389" r:id="rId16"/>
    <p:sldId id="1390" r:id="rId17"/>
    <p:sldId id="1391" r:id="rId18"/>
    <p:sldId id="1396" r:id="rId19"/>
    <p:sldId id="1395" r:id="rId20"/>
    <p:sldId id="1388" r:id="rId21"/>
    <p:sldId id="1397" r:id="rId22"/>
    <p:sldId id="1393" r:id="rId23"/>
    <p:sldId id="1392" r:id="rId24"/>
    <p:sldId id="1398" r:id="rId25"/>
    <p:sldId id="493" r:id="rId2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78"/>
            <p14:sldId id="1351"/>
            <p14:sldId id="1379"/>
            <p14:sldId id="1380"/>
            <p14:sldId id="1381"/>
            <p14:sldId id="1382"/>
            <p14:sldId id="1386"/>
            <p14:sldId id="1383"/>
            <p14:sldId id="1384"/>
            <p14:sldId id="1385"/>
            <p14:sldId id="1387"/>
            <p14:sldId id="1389"/>
            <p14:sldId id="1390"/>
            <p14:sldId id="1391"/>
            <p14:sldId id="1396"/>
            <p14:sldId id="1395"/>
            <p14:sldId id="1388"/>
            <p14:sldId id="1397"/>
            <p14:sldId id="1393"/>
            <p14:sldId id="1392"/>
            <p14:sldId id="1398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0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5_1H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5_1H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5_1H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5_1H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6_2H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6_2H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6_2H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6_2H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9_4HR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9_4HR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9_4HR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19_4HR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0_8HR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0_8HR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0_8HR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32000;&#37636;&#27169;&#26495;%20-%200520_8HR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工作表1!$C$2:$C$8</c:f>
              <c:numCache>
                <c:formatCode>General</c:formatCode>
                <c:ptCount val="7"/>
                <c:pt idx="0">
                  <c:v>0.17580000000000001</c:v>
                </c:pt>
                <c:pt idx="1">
                  <c:v>0.16769999999999999</c:v>
                </c:pt>
                <c:pt idx="2">
                  <c:v>0.1716</c:v>
                </c:pt>
                <c:pt idx="3">
                  <c:v>0.1764</c:v>
                </c:pt>
                <c:pt idx="4">
                  <c:v>0.17469999999999999</c:v>
                </c:pt>
                <c:pt idx="5">
                  <c:v>0.15909999999999999</c:v>
                </c:pt>
                <c:pt idx="6">
                  <c:v>0.1343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77-4745-998B-857C3154312E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工作表1!$G$2:$G$8</c:f>
              <c:numCache>
                <c:formatCode>General</c:formatCode>
                <c:ptCount val="7"/>
                <c:pt idx="0">
                  <c:v>0.16439999999999999</c:v>
                </c:pt>
                <c:pt idx="1">
                  <c:v>0.1799</c:v>
                </c:pt>
                <c:pt idx="2">
                  <c:v>0.1822</c:v>
                </c:pt>
                <c:pt idx="3">
                  <c:v>0.19700000000000001</c:v>
                </c:pt>
                <c:pt idx="4">
                  <c:v>0.1961</c:v>
                </c:pt>
                <c:pt idx="5">
                  <c:v>0.17269999999999999</c:v>
                </c:pt>
                <c:pt idx="6">
                  <c:v>0.1583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77-4745-998B-857C31543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工作表1!$J$2:$J$8</c:f>
              <c:numCache>
                <c:formatCode>General</c:formatCode>
                <c:ptCount val="7"/>
                <c:pt idx="0">
                  <c:v>26.37</c:v>
                </c:pt>
                <c:pt idx="1">
                  <c:v>26.37</c:v>
                </c:pt>
                <c:pt idx="2">
                  <c:v>26.37</c:v>
                </c:pt>
                <c:pt idx="3">
                  <c:v>26.37</c:v>
                </c:pt>
                <c:pt idx="4">
                  <c:v>26.37</c:v>
                </c:pt>
                <c:pt idx="5">
                  <c:v>26.37</c:v>
                </c:pt>
                <c:pt idx="6">
                  <c:v>26.34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77-4745-998B-857C31543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工作表1!$B$2:$B$8</c:f>
              <c:numCache>
                <c:formatCode>General</c:formatCode>
                <c:ptCount val="7"/>
                <c:pt idx="0">
                  <c:v>313.47000000000003</c:v>
                </c:pt>
                <c:pt idx="1">
                  <c:v>335.5</c:v>
                </c:pt>
                <c:pt idx="2">
                  <c:v>339.97</c:v>
                </c:pt>
                <c:pt idx="3">
                  <c:v>331.1</c:v>
                </c:pt>
                <c:pt idx="4">
                  <c:v>318.98</c:v>
                </c:pt>
                <c:pt idx="5">
                  <c:v>241.24</c:v>
                </c:pt>
                <c:pt idx="6">
                  <c:v>310.82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B6-4F8D-8964-13B4AB81492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工作表1!$F$2:$F$8</c:f>
              <c:numCache>
                <c:formatCode>General</c:formatCode>
                <c:ptCount val="7"/>
                <c:pt idx="0">
                  <c:v>313.52</c:v>
                </c:pt>
                <c:pt idx="1">
                  <c:v>335.57</c:v>
                </c:pt>
                <c:pt idx="2">
                  <c:v>340.05</c:v>
                </c:pt>
                <c:pt idx="3">
                  <c:v>331.18</c:v>
                </c:pt>
                <c:pt idx="4">
                  <c:v>319.05</c:v>
                </c:pt>
                <c:pt idx="5">
                  <c:v>241.3</c:v>
                </c:pt>
                <c:pt idx="6">
                  <c:v>310.88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B6-4F8D-8964-13B4AB814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工作表1!$J$2:$J$8</c:f>
              <c:numCache>
                <c:formatCode>General</c:formatCode>
                <c:ptCount val="7"/>
                <c:pt idx="0">
                  <c:v>26.37</c:v>
                </c:pt>
                <c:pt idx="1">
                  <c:v>26.37</c:v>
                </c:pt>
                <c:pt idx="2">
                  <c:v>26.37</c:v>
                </c:pt>
                <c:pt idx="3">
                  <c:v>26.37</c:v>
                </c:pt>
                <c:pt idx="4">
                  <c:v>26.37</c:v>
                </c:pt>
                <c:pt idx="5">
                  <c:v>26.37</c:v>
                </c:pt>
                <c:pt idx="6">
                  <c:v>26.34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6B6-4F8D-8964-13B4AB814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工作表1!$D$2:$D$8</c:f>
              <c:numCache>
                <c:formatCode>General</c:formatCode>
                <c:ptCount val="7"/>
                <c:pt idx="0">
                  <c:v>21.78</c:v>
                </c:pt>
                <c:pt idx="1">
                  <c:v>25.09</c:v>
                </c:pt>
                <c:pt idx="2">
                  <c:v>24.91</c:v>
                </c:pt>
                <c:pt idx="3">
                  <c:v>21.76</c:v>
                </c:pt>
                <c:pt idx="4">
                  <c:v>19.5</c:v>
                </c:pt>
                <c:pt idx="5">
                  <c:v>7.03</c:v>
                </c:pt>
                <c:pt idx="6">
                  <c:v>25.67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B9-4A46-A107-1082814FC8A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工作表1!$H$2:$H$8</c:f>
              <c:numCache>
                <c:formatCode>General</c:formatCode>
                <c:ptCount val="7"/>
                <c:pt idx="0">
                  <c:v>28</c:v>
                </c:pt>
                <c:pt idx="1">
                  <c:v>30.28</c:v>
                </c:pt>
                <c:pt idx="2">
                  <c:v>28.1</c:v>
                </c:pt>
                <c:pt idx="3">
                  <c:v>23.9</c:v>
                </c:pt>
                <c:pt idx="4">
                  <c:v>21.13</c:v>
                </c:pt>
                <c:pt idx="5">
                  <c:v>6.05</c:v>
                </c:pt>
                <c:pt idx="6">
                  <c:v>28.4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B9-4A46-A107-1082814FC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工作表1!$J$2:$J$8</c:f>
              <c:numCache>
                <c:formatCode>General</c:formatCode>
                <c:ptCount val="7"/>
                <c:pt idx="0">
                  <c:v>26.37</c:v>
                </c:pt>
                <c:pt idx="1">
                  <c:v>26.37</c:v>
                </c:pt>
                <c:pt idx="2">
                  <c:v>26.37</c:v>
                </c:pt>
                <c:pt idx="3">
                  <c:v>26.37</c:v>
                </c:pt>
                <c:pt idx="4">
                  <c:v>26.37</c:v>
                </c:pt>
                <c:pt idx="5">
                  <c:v>26.37</c:v>
                </c:pt>
                <c:pt idx="6">
                  <c:v>26.34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B9-4A46-A107-1082814FC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工作表1!$E$2:$E$8</c:f>
              <c:numCache>
                <c:formatCode>General</c:formatCode>
                <c:ptCount val="7"/>
                <c:pt idx="0">
                  <c:v>66.709999999999994</c:v>
                </c:pt>
                <c:pt idx="1">
                  <c:v>63.51</c:v>
                </c:pt>
                <c:pt idx="2">
                  <c:v>64.73</c:v>
                </c:pt>
                <c:pt idx="3">
                  <c:v>68.12</c:v>
                </c:pt>
                <c:pt idx="4">
                  <c:v>69.52</c:v>
                </c:pt>
                <c:pt idx="5">
                  <c:v>79.459999999999994</c:v>
                </c:pt>
                <c:pt idx="6">
                  <c:v>52.05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E9-4BC5-A9C8-6089428C17A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工作表1!$I$2:$I$8</c:f>
              <c:numCache>
                <c:formatCode>General</c:formatCode>
                <c:ptCount val="7"/>
                <c:pt idx="0">
                  <c:v>57.1</c:v>
                </c:pt>
                <c:pt idx="1">
                  <c:v>59.91</c:v>
                </c:pt>
                <c:pt idx="2">
                  <c:v>64.540000000000006</c:v>
                </c:pt>
                <c:pt idx="3">
                  <c:v>68.510000000000005</c:v>
                </c:pt>
                <c:pt idx="4">
                  <c:v>70.25</c:v>
                </c:pt>
                <c:pt idx="5">
                  <c:v>81.650000000000006</c:v>
                </c:pt>
                <c:pt idx="6">
                  <c:v>54.75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E9-4BC5-A9C8-6089428C1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工作表1!$A$2:$A$8</c:f>
              <c:numCache>
                <c:formatCode>h:mm</c:formatCode>
                <c:ptCount val="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</c:numCache>
            </c:numRef>
          </c:cat>
          <c:val>
            <c:numRef>
              <c:f>工作表1!$J$2:$J$8</c:f>
              <c:numCache>
                <c:formatCode>General</c:formatCode>
                <c:ptCount val="7"/>
                <c:pt idx="0">
                  <c:v>26.37</c:v>
                </c:pt>
                <c:pt idx="1">
                  <c:v>26.37</c:v>
                </c:pt>
                <c:pt idx="2">
                  <c:v>26.37</c:v>
                </c:pt>
                <c:pt idx="3">
                  <c:v>26.37</c:v>
                </c:pt>
                <c:pt idx="4">
                  <c:v>26.37</c:v>
                </c:pt>
                <c:pt idx="5">
                  <c:v>26.37</c:v>
                </c:pt>
                <c:pt idx="6">
                  <c:v>26.34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E9-4BC5-A9C8-6089428C1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工作表1!$C$2:$C$16</c:f>
              <c:numCache>
                <c:formatCode>General</c:formatCode>
                <c:ptCount val="15"/>
                <c:pt idx="0">
                  <c:v>0.1648</c:v>
                </c:pt>
                <c:pt idx="1">
                  <c:v>0.16109999999999999</c:v>
                </c:pt>
                <c:pt idx="2">
                  <c:v>0.16389999999999999</c:v>
                </c:pt>
                <c:pt idx="3">
                  <c:v>0.16950000000000001</c:v>
                </c:pt>
                <c:pt idx="4">
                  <c:v>0.1716</c:v>
                </c:pt>
                <c:pt idx="5">
                  <c:v>0.16500000000000001</c:v>
                </c:pt>
                <c:pt idx="6">
                  <c:v>0.1479</c:v>
                </c:pt>
                <c:pt idx="7">
                  <c:v>0.159</c:v>
                </c:pt>
                <c:pt idx="8">
                  <c:v>0.16969999999999999</c:v>
                </c:pt>
                <c:pt idx="9">
                  <c:v>0.1701</c:v>
                </c:pt>
                <c:pt idx="10">
                  <c:v>0.1694</c:v>
                </c:pt>
                <c:pt idx="11">
                  <c:v>0.1716</c:v>
                </c:pt>
                <c:pt idx="12">
                  <c:v>0.1714</c:v>
                </c:pt>
                <c:pt idx="13">
                  <c:v>0.17169999999999999</c:v>
                </c:pt>
                <c:pt idx="14">
                  <c:v>0.1825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83-4FA5-ADB2-E2FBB98A257A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工作表1!$G$2:$G$16</c:f>
              <c:numCache>
                <c:formatCode>General</c:formatCode>
                <c:ptCount val="15"/>
                <c:pt idx="0">
                  <c:v>0.193</c:v>
                </c:pt>
                <c:pt idx="1">
                  <c:v>0.1867</c:v>
                </c:pt>
                <c:pt idx="2">
                  <c:v>0.19489999999999999</c:v>
                </c:pt>
                <c:pt idx="3">
                  <c:v>0.2036</c:v>
                </c:pt>
                <c:pt idx="4">
                  <c:v>0.2011</c:v>
                </c:pt>
                <c:pt idx="5">
                  <c:v>0.17219999999999999</c:v>
                </c:pt>
                <c:pt idx="6">
                  <c:v>0.1817</c:v>
                </c:pt>
                <c:pt idx="7">
                  <c:v>0.19850000000000001</c:v>
                </c:pt>
                <c:pt idx="8">
                  <c:v>0.2056</c:v>
                </c:pt>
                <c:pt idx="9">
                  <c:v>0.2056</c:v>
                </c:pt>
                <c:pt idx="10">
                  <c:v>0.2059</c:v>
                </c:pt>
                <c:pt idx="11">
                  <c:v>0.20399999999999999</c:v>
                </c:pt>
                <c:pt idx="12">
                  <c:v>0.20100000000000001</c:v>
                </c:pt>
                <c:pt idx="13">
                  <c:v>0.20130000000000001</c:v>
                </c:pt>
                <c:pt idx="14">
                  <c:v>0.20330000000000001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83-4FA5-ADB2-E2FBB98A25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26.33</c:v>
                </c:pt>
                <c:pt idx="1">
                  <c:v>26.33</c:v>
                </c:pt>
                <c:pt idx="2">
                  <c:v>26.33</c:v>
                </c:pt>
                <c:pt idx="3">
                  <c:v>26.33</c:v>
                </c:pt>
                <c:pt idx="4">
                  <c:v>26.33</c:v>
                </c:pt>
                <c:pt idx="5">
                  <c:v>26.33</c:v>
                </c:pt>
                <c:pt idx="6">
                  <c:v>26.3</c:v>
                </c:pt>
                <c:pt idx="7">
                  <c:v>26.3</c:v>
                </c:pt>
                <c:pt idx="8">
                  <c:v>26.3</c:v>
                </c:pt>
                <c:pt idx="9">
                  <c:v>26.3</c:v>
                </c:pt>
                <c:pt idx="10">
                  <c:v>26.3</c:v>
                </c:pt>
                <c:pt idx="11">
                  <c:v>26.3</c:v>
                </c:pt>
                <c:pt idx="12">
                  <c:v>26.3</c:v>
                </c:pt>
                <c:pt idx="13">
                  <c:v>26.3</c:v>
                </c:pt>
                <c:pt idx="14">
                  <c:v>26.3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83-4FA5-ADB2-E2FBB98A25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工作表1!$B$2:$B$18</c:f>
              <c:numCache>
                <c:formatCode>General</c:formatCode>
                <c:ptCount val="17"/>
                <c:pt idx="0">
                  <c:v>396.94</c:v>
                </c:pt>
                <c:pt idx="1">
                  <c:v>330.35</c:v>
                </c:pt>
                <c:pt idx="2">
                  <c:v>332.56</c:v>
                </c:pt>
                <c:pt idx="3">
                  <c:v>328.59</c:v>
                </c:pt>
                <c:pt idx="4">
                  <c:v>311.64</c:v>
                </c:pt>
                <c:pt idx="5">
                  <c:v>242.76</c:v>
                </c:pt>
                <c:pt idx="6">
                  <c:v>322.33</c:v>
                </c:pt>
                <c:pt idx="7">
                  <c:v>333.79</c:v>
                </c:pt>
                <c:pt idx="8">
                  <c:v>324.18</c:v>
                </c:pt>
                <c:pt idx="9">
                  <c:v>321.08</c:v>
                </c:pt>
                <c:pt idx="10">
                  <c:v>316.01</c:v>
                </c:pt>
                <c:pt idx="11">
                  <c:v>317.27999999999997</c:v>
                </c:pt>
                <c:pt idx="12">
                  <c:v>308.68</c:v>
                </c:pt>
                <c:pt idx="13">
                  <c:v>308.27</c:v>
                </c:pt>
                <c:pt idx="14">
                  <c:v>331.59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61-4C5E-9043-D63E389A414A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工作表1!$F$2:$F$16</c:f>
              <c:numCache>
                <c:formatCode>General</c:formatCode>
                <c:ptCount val="15"/>
                <c:pt idx="0">
                  <c:v>397.05</c:v>
                </c:pt>
                <c:pt idx="1">
                  <c:v>330.43</c:v>
                </c:pt>
                <c:pt idx="2">
                  <c:v>332.65</c:v>
                </c:pt>
                <c:pt idx="3">
                  <c:v>328.67</c:v>
                </c:pt>
                <c:pt idx="4">
                  <c:v>311.72000000000003</c:v>
                </c:pt>
                <c:pt idx="5">
                  <c:v>242.83</c:v>
                </c:pt>
                <c:pt idx="6">
                  <c:v>322.41000000000003</c:v>
                </c:pt>
                <c:pt idx="7">
                  <c:v>333.87</c:v>
                </c:pt>
                <c:pt idx="8">
                  <c:v>324.26</c:v>
                </c:pt>
                <c:pt idx="9">
                  <c:v>321.16000000000003</c:v>
                </c:pt>
                <c:pt idx="10">
                  <c:v>316.08999999999997</c:v>
                </c:pt>
                <c:pt idx="11">
                  <c:v>317.36</c:v>
                </c:pt>
                <c:pt idx="12">
                  <c:v>308.76</c:v>
                </c:pt>
                <c:pt idx="13">
                  <c:v>308.35000000000002</c:v>
                </c:pt>
                <c:pt idx="14">
                  <c:v>331.66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61-4C5E-9043-D63E389A4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26.33</c:v>
                </c:pt>
                <c:pt idx="1">
                  <c:v>26.33</c:v>
                </c:pt>
                <c:pt idx="2">
                  <c:v>26.33</c:v>
                </c:pt>
                <c:pt idx="3">
                  <c:v>26.33</c:v>
                </c:pt>
                <c:pt idx="4">
                  <c:v>26.33</c:v>
                </c:pt>
                <c:pt idx="5">
                  <c:v>26.33</c:v>
                </c:pt>
                <c:pt idx="6">
                  <c:v>26.3</c:v>
                </c:pt>
                <c:pt idx="7">
                  <c:v>26.3</c:v>
                </c:pt>
                <c:pt idx="8">
                  <c:v>26.3</c:v>
                </c:pt>
                <c:pt idx="9">
                  <c:v>26.3</c:v>
                </c:pt>
                <c:pt idx="10">
                  <c:v>26.3</c:v>
                </c:pt>
                <c:pt idx="11">
                  <c:v>26.3</c:v>
                </c:pt>
                <c:pt idx="12">
                  <c:v>26.3</c:v>
                </c:pt>
                <c:pt idx="13">
                  <c:v>26.3</c:v>
                </c:pt>
                <c:pt idx="14">
                  <c:v>26.3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61-4C5E-9043-D63E389A4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工作表1!$D$2:$D$16</c:f>
              <c:numCache>
                <c:formatCode>General</c:formatCode>
                <c:ptCount val="15"/>
                <c:pt idx="0">
                  <c:v>35.25</c:v>
                </c:pt>
                <c:pt idx="1">
                  <c:v>27.44</c:v>
                </c:pt>
                <c:pt idx="2">
                  <c:v>28.86</c:v>
                </c:pt>
                <c:pt idx="3">
                  <c:v>24.19</c:v>
                </c:pt>
                <c:pt idx="4">
                  <c:v>20.09</c:v>
                </c:pt>
                <c:pt idx="5">
                  <c:v>8.14</c:v>
                </c:pt>
                <c:pt idx="6">
                  <c:v>28.01</c:v>
                </c:pt>
                <c:pt idx="7">
                  <c:v>27.75</c:v>
                </c:pt>
                <c:pt idx="8">
                  <c:v>22.58</c:v>
                </c:pt>
                <c:pt idx="9">
                  <c:v>21.72</c:v>
                </c:pt>
                <c:pt idx="10">
                  <c:v>20.81</c:v>
                </c:pt>
                <c:pt idx="11">
                  <c:v>20.76</c:v>
                </c:pt>
                <c:pt idx="12">
                  <c:v>19.27</c:v>
                </c:pt>
                <c:pt idx="13">
                  <c:v>19.05</c:v>
                </c:pt>
                <c:pt idx="14">
                  <c:v>22.24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90-4C46-BEA1-78982FD936D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工作表1!$H$2:$H$16</c:f>
              <c:numCache>
                <c:formatCode>General</c:formatCode>
                <c:ptCount val="15"/>
                <c:pt idx="0">
                  <c:v>37.85</c:v>
                </c:pt>
                <c:pt idx="1">
                  <c:v>28.13</c:v>
                </c:pt>
                <c:pt idx="2">
                  <c:v>27.34</c:v>
                </c:pt>
                <c:pt idx="3">
                  <c:v>24.23</c:v>
                </c:pt>
                <c:pt idx="4">
                  <c:v>20.079999999999998</c:v>
                </c:pt>
                <c:pt idx="5">
                  <c:v>7.55</c:v>
                </c:pt>
                <c:pt idx="6">
                  <c:v>27.46</c:v>
                </c:pt>
                <c:pt idx="7">
                  <c:v>27.04</c:v>
                </c:pt>
                <c:pt idx="8">
                  <c:v>22.67</c:v>
                </c:pt>
                <c:pt idx="9">
                  <c:v>21.79</c:v>
                </c:pt>
                <c:pt idx="10">
                  <c:v>20.2</c:v>
                </c:pt>
                <c:pt idx="11">
                  <c:v>20.66</c:v>
                </c:pt>
                <c:pt idx="12">
                  <c:v>18.940000000000001</c:v>
                </c:pt>
                <c:pt idx="13">
                  <c:v>18.440000000000001</c:v>
                </c:pt>
                <c:pt idx="14">
                  <c:v>21.87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90-4C46-BEA1-78982FD93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26.33</c:v>
                </c:pt>
                <c:pt idx="1">
                  <c:v>26.33</c:v>
                </c:pt>
                <c:pt idx="2">
                  <c:v>26.33</c:v>
                </c:pt>
                <c:pt idx="3">
                  <c:v>26.33</c:v>
                </c:pt>
                <c:pt idx="4">
                  <c:v>26.33</c:v>
                </c:pt>
                <c:pt idx="5">
                  <c:v>26.33</c:v>
                </c:pt>
                <c:pt idx="6">
                  <c:v>26.3</c:v>
                </c:pt>
                <c:pt idx="7">
                  <c:v>26.3</c:v>
                </c:pt>
                <c:pt idx="8">
                  <c:v>26.3</c:v>
                </c:pt>
                <c:pt idx="9">
                  <c:v>26.3</c:v>
                </c:pt>
                <c:pt idx="10">
                  <c:v>26.3</c:v>
                </c:pt>
                <c:pt idx="11">
                  <c:v>26.3</c:v>
                </c:pt>
                <c:pt idx="12">
                  <c:v>26.3</c:v>
                </c:pt>
                <c:pt idx="13">
                  <c:v>26.3</c:v>
                </c:pt>
                <c:pt idx="14">
                  <c:v>26.3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90-4C46-BEA1-78982FD93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工作表1!$E$2:$E$16</c:f>
              <c:numCache>
                <c:formatCode>General</c:formatCode>
                <c:ptCount val="15"/>
                <c:pt idx="0">
                  <c:v>57.37</c:v>
                </c:pt>
                <c:pt idx="1">
                  <c:v>58.97</c:v>
                </c:pt>
                <c:pt idx="2">
                  <c:v>60.47</c:v>
                </c:pt>
                <c:pt idx="3">
                  <c:v>64.27</c:v>
                </c:pt>
                <c:pt idx="4">
                  <c:v>67.930000000000007</c:v>
                </c:pt>
                <c:pt idx="5">
                  <c:v>78.28</c:v>
                </c:pt>
                <c:pt idx="6">
                  <c:v>54.01</c:v>
                </c:pt>
                <c:pt idx="7">
                  <c:v>58.48</c:v>
                </c:pt>
                <c:pt idx="8">
                  <c:v>65.77</c:v>
                </c:pt>
                <c:pt idx="9">
                  <c:v>66.56</c:v>
                </c:pt>
                <c:pt idx="10">
                  <c:v>67.13</c:v>
                </c:pt>
                <c:pt idx="11">
                  <c:v>67.58</c:v>
                </c:pt>
                <c:pt idx="12">
                  <c:v>68.650000000000006</c:v>
                </c:pt>
                <c:pt idx="13">
                  <c:v>68.900000000000006</c:v>
                </c:pt>
                <c:pt idx="14">
                  <c:v>68.44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A5-42E1-8579-24DB79A045FF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工作表1!$I$2:$I$16</c:f>
              <c:numCache>
                <c:formatCode>General</c:formatCode>
                <c:ptCount val="15"/>
                <c:pt idx="0">
                  <c:v>60.4</c:v>
                </c:pt>
                <c:pt idx="1">
                  <c:v>62.88</c:v>
                </c:pt>
                <c:pt idx="2">
                  <c:v>65.06</c:v>
                </c:pt>
                <c:pt idx="3">
                  <c:v>68.77</c:v>
                </c:pt>
                <c:pt idx="4">
                  <c:v>71.33</c:v>
                </c:pt>
                <c:pt idx="5">
                  <c:v>79.61</c:v>
                </c:pt>
                <c:pt idx="6">
                  <c:v>62.05</c:v>
                </c:pt>
                <c:pt idx="7">
                  <c:v>65.92</c:v>
                </c:pt>
                <c:pt idx="8">
                  <c:v>70.12</c:v>
                </c:pt>
                <c:pt idx="9">
                  <c:v>70.73</c:v>
                </c:pt>
                <c:pt idx="10">
                  <c:v>72.08</c:v>
                </c:pt>
                <c:pt idx="11">
                  <c:v>71.39</c:v>
                </c:pt>
                <c:pt idx="12">
                  <c:v>72.23</c:v>
                </c:pt>
                <c:pt idx="13">
                  <c:v>72.72</c:v>
                </c:pt>
                <c:pt idx="14">
                  <c:v>71.069999999999993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A5-42E1-8579-24DB79A04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</c:numCache>
            </c:numRef>
          </c:cat>
          <c:val>
            <c:numRef>
              <c:f>工作表1!$J$2:$J$16</c:f>
              <c:numCache>
                <c:formatCode>General</c:formatCode>
                <c:ptCount val="15"/>
                <c:pt idx="0">
                  <c:v>26.33</c:v>
                </c:pt>
                <c:pt idx="1">
                  <c:v>26.33</c:v>
                </c:pt>
                <c:pt idx="2">
                  <c:v>26.33</c:v>
                </c:pt>
                <c:pt idx="3">
                  <c:v>26.33</c:v>
                </c:pt>
                <c:pt idx="4">
                  <c:v>26.33</c:v>
                </c:pt>
                <c:pt idx="5">
                  <c:v>26.33</c:v>
                </c:pt>
                <c:pt idx="6">
                  <c:v>26.3</c:v>
                </c:pt>
                <c:pt idx="7">
                  <c:v>26.3</c:v>
                </c:pt>
                <c:pt idx="8">
                  <c:v>26.3</c:v>
                </c:pt>
                <c:pt idx="9">
                  <c:v>26.3</c:v>
                </c:pt>
                <c:pt idx="10">
                  <c:v>26.3</c:v>
                </c:pt>
                <c:pt idx="11">
                  <c:v>26.3</c:v>
                </c:pt>
                <c:pt idx="12">
                  <c:v>26.3</c:v>
                </c:pt>
                <c:pt idx="13">
                  <c:v>26.3</c:v>
                </c:pt>
                <c:pt idx="14">
                  <c:v>26.3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A5-42E1-8579-24DB79A04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工作表1!$C$2:$C$29</c:f>
              <c:numCache>
                <c:formatCode>General</c:formatCode>
                <c:ptCount val="28"/>
                <c:pt idx="0">
                  <c:v>0.16270000000000001</c:v>
                </c:pt>
                <c:pt idx="1">
                  <c:v>0.17399999999999999</c:v>
                </c:pt>
                <c:pt idx="2">
                  <c:v>0.17299999999999999</c:v>
                </c:pt>
                <c:pt idx="3">
                  <c:v>0.17299999999999999</c:v>
                </c:pt>
                <c:pt idx="4">
                  <c:v>0.15329999999999999</c:v>
                </c:pt>
                <c:pt idx="5">
                  <c:v>0.16750000000000001</c:v>
                </c:pt>
                <c:pt idx="6">
                  <c:v>0.1714</c:v>
                </c:pt>
                <c:pt idx="7">
                  <c:v>0.1721</c:v>
                </c:pt>
                <c:pt idx="8">
                  <c:v>0.17150000000000001</c:v>
                </c:pt>
                <c:pt idx="9">
                  <c:v>0.17199999999999999</c:v>
                </c:pt>
                <c:pt idx="10">
                  <c:v>0.17180000000000001</c:v>
                </c:pt>
                <c:pt idx="11">
                  <c:v>0.17180000000000001</c:v>
                </c:pt>
                <c:pt idx="12">
                  <c:v>0.17150000000000001</c:v>
                </c:pt>
                <c:pt idx="13">
                  <c:v>0.1701</c:v>
                </c:pt>
                <c:pt idx="14">
                  <c:v>0.15040000000000001</c:v>
                </c:pt>
                <c:pt idx="15">
                  <c:v>0.1678</c:v>
                </c:pt>
                <c:pt idx="16">
                  <c:v>0.1807</c:v>
                </c:pt>
                <c:pt idx="17">
                  <c:v>0.18079999999999999</c:v>
                </c:pt>
                <c:pt idx="18">
                  <c:v>0.18060000000000001</c:v>
                </c:pt>
                <c:pt idx="19">
                  <c:v>0.16589999999999999</c:v>
                </c:pt>
                <c:pt idx="20">
                  <c:v>0.19170000000000001</c:v>
                </c:pt>
                <c:pt idx="21">
                  <c:v>0.19550000000000001</c:v>
                </c:pt>
                <c:pt idx="22">
                  <c:v>0.1943</c:v>
                </c:pt>
                <c:pt idx="23">
                  <c:v>0.1943</c:v>
                </c:pt>
                <c:pt idx="24">
                  <c:v>0.1946</c:v>
                </c:pt>
                <c:pt idx="25">
                  <c:v>0.19450000000000001</c:v>
                </c:pt>
                <c:pt idx="26">
                  <c:v>0.19420000000000001</c:v>
                </c:pt>
                <c:pt idx="27">
                  <c:v>0.19400000000000001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D4-4CB8-920C-D6F4857FD45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工作表1!$G$2:$G$29</c:f>
              <c:numCache>
                <c:formatCode>General</c:formatCode>
                <c:ptCount val="28"/>
                <c:pt idx="0">
                  <c:v>0.2024</c:v>
                </c:pt>
                <c:pt idx="1">
                  <c:v>0.20910000000000001</c:v>
                </c:pt>
                <c:pt idx="2">
                  <c:v>0.20569999999999999</c:v>
                </c:pt>
                <c:pt idx="3">
                  <c:v>0.2036</c:v>
                </c:pt>
                <c:pt idx="4">
                  <c:v>0.19919999999999999</c:v>
                </c:pt>
                <c:pt idx="5">
                  <c:v>0.21</c:v>
                </c:pt>
                <c:pt idx="6">
                  <c:v>0.2112</c:v>
                </c:pt>
                <c:pt idx="7">
                  <c:v>0.20930000000000001</c:v>
                </c:pt>
                <c:pt idx="8">
                  <c:v>0.2056</c:v>
                </c:pt>
                <c:pt idx="9">
                  <c:v>0.20599999999999999</c:v>
                </c:pt>
                <c:pt idx="10">
                  <c:v>0.20669999999999999</c:v>
                </c:pt>
                <c:pt idx="11">
                  <c:v>0.20610000000000001</c:v>
                </c:pt>
                <c:pt idx="12">
                  <c:v>0.20599999999999999</c:v>
                </c:pt>
                <c:pt idx="13">
                  <c:v>0.20749999999999999</c:v>
                </c:pt>
                <c:pt idx="14">
                  <c:v>0.20069999999999999</c:v>
                </c:pt>
                <c:pt idx="15">
                  <c:v>0.21</c:v>
                </c:pt>
                <c:pt idx="16">
                  <c:v>0.1953</c:v>
                </c:pt>
                <c:pt idx="17">
                  <c:v>0.19550000000000001</c:v>
                </c:pt>
                <c:pt idx="18">
                  <c:v>0.1961</c:v>
                </c:pt>
                <c:pt idx="19">
                  <c:v>0.17899999999999999</c:v>
                </c:pt>
                <c:pt idx="20">
                  <c:v>0.1656</c:v>
                </c:pt>
                <c:pt idx="21">
                  <c:v>0.1641</c:v>
                </c:pt>
                <c:pt idx="22">
                  <c:v>0.16439999999999999</c:v>
                </c:pt>
                <c:pt idx="23">
                  <c:v>0.16470000000000001</c:v>
                </c:pt>
                <c:pt idx="24">
                  <c:v>0.16589999999999999</c:v>
                </c:pt>
                <c:pt idx="25">
                  <c:v>0.1666</c:v>
                </c:pt>
                <c:pt idx="26">
                  <c:v>0.1678</c:v>
                </c:pt>
                <c:pt idx="27">
                  <c:v>0.16869999999999999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D4-4CB8-920C-D6F4857FD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工作表1!$J$2:$J$29</c:f>
              <c:numCache>
                <c:formatCode>General</c:formatCode>
                <c:ptCount val="28"/>
                <c:pt idx="0">
                  <c:v>26.3</c:v>
                </c:pt>
                <c:pt idx="1">
                  <c:v>26.3</c:v>
                </c:pt>
                <c:pt idx="2">
                  <c:v>26.3</c:v>
                </c:pt>
                <c:pt idx="3">
                  <c:v>26.3</c:v>
                </c:pt>
                <c:pt idx="4">
                  <c:v>26.27</c:v>
                </c:pt>
                <c:pt idx="5">
                  <c:v>26.27</c:v>
                </c:pt>
                <c:pt idx="6">
                  <c:v>26.27</c:v>
                </c:pt>
                <c:pt idx="7">
                  <c:v>26.27</c:v>
                </c:pt>
                <c:pt idx="8">
                  <c:v>26.27</c:v>
                </c:pt>
                <c:pt idx="9">
                  <c:v>26.27</c:v>
                </c:pt>
                <c:pt idx="10">
                  <c:v>26.27</c:v>
                </c:pt>
                <c:pt idx="11">
                  <c:v>26.27</c:v>
                </c:pt>
                <c:pt idx="12">
                  <c:v>26.27</c:v>
                </c:pt>
                <c:pt idx="13">
                  <c:v>26.27</c:v>
                </c:pt>
                <c:pt idx="14">
                  <c:v>26.24</c:v>
                </c:pt>
                <c:pt idx="15">
                  <c:v>26.24</c:v>
                </c:pt>
                <c:pt idx="16">
                  <c:v>26.24</c:v>
                </c:pt>
                <c:pt idx="17">
                  <c:v>26.24</c:v>
                </c:pt>
                <c:pt idx="18">
                  <c:v>26.24</c:v>
                </c:pt>
                <c:pt idx="19">
                  <c:v>26.24</c:v>
                </c:pt>
                <c:pt idx="20">
                  <c:v>26.24</c:v>
                </c:pt>
                <c:pt idx="21">
                  <c:v>26.24</c:v>
                </c:pt>
                <c:pt idx="22">
                  <c:v>26.24</c:v>
                </c:pt>
                <c:pt idx="23">
                  <c:v>26.24</c:v>
                </c:pt>
                <c:pt idx="24">
                  <c:v>26.24</c:v>
                </c:pt>
                <c:pt idx="25">
                  <c:v>26.24</c:v>
                </c:pt>
                <c:pt idx="26">
                  <c:v>26.24</c:v>
                </c:pt>
                <c:pt idx="27">
                  <c:v>26.24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2D4-4CB8-920C-D6F4857FD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工作表1!$B$2:$B$18</c:f>
              <c:numCache>
                <c:formatCode>General</c:formatCode>
                <c:ptCount val="17"/>
                <c:pt idx="0">
                  <c:v>335.73</c:v>
                </c:pt>
                <c:pt idx="1">
                  <c:v>321.76</c:v>
                </c:pt>
                <c:pt idx="2">
                  <c:v>307.69</c:v>
                </c:pt>
                <c:pt idx="3">
                  <c:v>297.51</c:v>
                </c:pt>
                <c:pt idx="4">
                  <c:v>329.68</c:v>
                </c:pt>
                <c:pt idx="5">
                  <c:v>329.02</c:v>
                </c:pt>
                <c:pt idx="6">
                  <c:v>318.43</c:v>
                </c:pt>
                <c:pt idx="7">
                  <c:v>313.66000000000003</c:v>
                </c:pt>
                <c:pt idx="8">
                  <c:v>304.5</c:v>
                </c:pt>
                <c:pt idx="9">
                  <c:v>304.45</c:v>
                </c:pt>
                <c:pt idx="10">
                  <c:v>304.23</c:v>
                </c:pt>
                <c:pt idx="11">
                  <c:v>303.56</c:v>
                </c:pt>
                <c:pt idx="12">
                  <c:v>302.98</c:v>
                </c:pt>
                <c:pt idx="13">
                  <c:v>300.88</c:v>
                </c:pt>
                <c:pt idx="14">
                  <c:v>330.82</c:v>
                </c:pt>
                <c:pt idx="15">
                  <c:v>330.36</c:v>
                </c:pt>
                <c:pt idx="16">
                  <c:v>300.13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E9-4B74-BA21-5EE65018105C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工作表1!$F$2:$F$29</c:f>
              <c:numCache>
                <c:formatCode>General</c:formatCode>
                <c:ptCount val="28"/>
                <c:pt idx="0">
                  <c:v>335.81</c:v>
                </c:pt>
                <c:pt idx="1">
                  <c:v>321.85000000000002</c:v>
                </c:pt>
                <c:pt idx="2">
                  <c:v>307.77</c:v>
                </c:pt>
                <c:pt idx="3">
                  <c:v>297.60000000000002</c:v>
                </c:pt>
                <c:pt idx="4">
                  <c:v>329.76</c:v>
                </c:pt>
                <c:pt idx="5">
                  <c:v>329.11</c:v>
                </c:pt>
                <c:pt idx="6">
                  <c:v>318.51</c:v>
                </c:pt>
                <c:pt idx="7">
                  <c:v>313.74</c:v>
                </c:pt>
                <c:pt idx="8">
                  <c:v>304.58</c:v>
                </c:pt>
                <c:pt idx="9">
                  <c:v>304.48</c:v>
                </c:pt>
                <c:pt idx="10">
                  <c:v>304.31</c:v>
                </c:pt>
                <c:pt idx="11">
                  <c:v>303.64</c:v>
                </c:pt>
                <c:pt idx="12">
                  <c:v>303.06</c:v>
                </c:pt>
                <c:pt idx="13">
                  <c:v>300.95999999999998</c:v>
                </c:pt>
                <c:pt idx="14">
                  <c:v>330.9</c:v>
                </c:pt>
                <c:pt idx="15">
                  <c:v>330.44</c:v>
                </c:pt>
                <c:pt idx="16">
                  <c:v>300.2</c:v>
                </c:pt>
                <c:pt idx="17">
                  <c:v>198.58</c:v>
                </c:pt>
                <c:pt idx="18">
                  <c:v>297.73</c:v>
                </c:pt>
                <c:pt idx="19">
                  <c:v>322.39999999999998</c:v>
                </c:pt>
                <c:pt idx="20">
                  <c:v>294.64</c:v>
                </c:pt>
                <c:pt idx="21">
                  <c:v>288.11</c:v>
                </c:pt>
                <c:pt idx="22">
                  <c:v>286.8</c:v>
                </c:pt>
                <c:pt idx="23">
                  <c:v>286.33999999999997</c:v>
                </c:pt>
                <c:pt idx="24">
                  <c:v>288.54000000000002</c:v>
                </c:pt>
                <c:pt idx="25">
                  <c:v>288.73</c:v>
                </c:pt>
                <c:pt idx="26">
                  <c:v>287.97000000000003</c:v>
                </c:pt>
                <c:pt idx="27">
                  <c:v>288.3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E9-4B74-BA21-5EE650181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工作表1!$J$2:$J$29</c:f>
              <c:numCache>
                <c:formatCode>General</c:formatCode>
                <c:ptCount val="28"/>
                <c:pt idx="0">
                  <c:v>26.3</c:v>
                </c:pt>
                <c:pt idx="1">
                  <c:v>26.3</c:v>
                </c:pt>
                <c:pt idx="2">
                  <c:v>26.3</c:v>
                </c:pt>
                <c:pt idx="3">
                  <c:v>26.3</c:v>
                </c:pt>
                <c:pt idx="4">
                  <c:v>26.27</c:v>
                </c:pt>
                <c:pt idx="5">
                  <c:v>26.27</c:v>
                </c:pt>
                <c:pt idx="6">
                  <c:v>26.27</c:v>
                </c:pt>
                <c:pt idx="7">
                  <c:v>26.27</c:v>
                </c:pt>
                <c:pt idx="8">
                  <c:v>26.27</c:v>
                </c:pt>
                <c:pt idx="9">
                  <c:v>26.27</c:v>
                </c:pt>
                <c:pt idx="10">
                  <c:v>26.27</c:v>
                </c:pt>
                <c:pt idx="11">
                  <c:v>26.27</c:v>
                </c:pt>
                <c:pt idx="12">
                  <c:v>26.27</c:v>
                </c:pt>
                <c:pt idx="13">
                  <c:v>26.27</c:v>
                </c:pt>
                <c:pt idx="14">
                  <c:v>26.24</c:v>
                </c:pt>
                <c:pt idx="15">
                  <c:v>26.24</c:v>
                </c:pt>
                <c:pt idx="16">
                  <c:v>26.24</c:v>
                </c:pt>
                <c:pt idx="17">
                  <c:v>26.24</c:v>
                </c:pt>
                <c:pt idx="18">
                  <c:v>26.24</c:v>
                </c:pt>
                <c:pt idx="19">
                  <c:v>26.24</c:v>
                </c:pt>
                <c:pt idx="20">
                  <c:v>26.24</c:v>
                </c:pt>
                <c:pt idx="21">
                  <c:v>26.24</c:v>
                </c:pt>
                <c:pt idx="22">
                  <c:v>26.24</c:v>
                </c:pt>
                <c:pt idx="23">
                  <c:v>26.24</c:v>
                </c:pt>
                <c:pt idx="24">
                  <c:v>26.24</c:v>
                </c:pt>
                <c:pt idx="25">
                  <c:v>26.24</c:v>
                </c:pt>
                <c:pt idx="26">
                  <c:v>26.24</c:v>
                </c:pt>
                <c:pt idx="27">
                  <c:v>26.24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E9-4B74-BA21-5EE650181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工作表1!$E$2:$E$29</c:f>
              <c:numCache>
                <c:formatCode>General</c:formatCode>
                <c:ptCount val="28"/>
                <c:pt idx="0">
                  <c:v>60.05</c:v>
                </c:pt>
                <c:pt idx="1">
                  <c:v>67.19</c:v>
                </c:pt>
                <c:pt idx="2">
                  <c:v>68.97</c:v>
                </c:pt>
                <c:pt idx="3">
                  <c:v>70.84</c:v>
                </c:pt>
                <c:pt idx="4">
                  <c:v>56.39</c:v>
                </c:pt>
                <c:pt idx="5">
                  <c:v>63.23</c:v>
                </c:pt>
                <c:pt idx="6">
                  <c:v>66.739999999999995</c:v>
                </c:pt>
                <c:pt idx="7">
                  <c:v>67.900000000000006</c:v>
                </c:pt>
                <c:pt idx="8">
                  <c:v>68.88</c:v>
                </c:pt>
                <c:pt idx="9">
                  <c:v>69.12</c:v>
                </c:pt>
                <c:pt idx="10">
                  <c:v>69.23</c:v>
                </c:pt>
                <c:pt idx="11">
                  <c:v>69.2</c:v>
                </c:pt>
                <c:pt idx="12">
                  <c:v>69.25</c:v>
                </c:pt>
                <c:pt idx="13">
                  <c:v>69.36</c:v>
                </c:pt>
                <c:pt idx="14">
                  <c:v>54.16</c:v>
                </c:pt>
                <c:pt idx="15">
                  <c:v>63.22</c:v>
                </c:pt>
                <c:pt idx="16">
                  <c:v>72.319999999999993</c:v>
                </c:pt>
                <c:pt idx="17">
                  <c:v>72.739999999999995</c:v>
                </c:pt>
                <c:pt idx="18">
                  <c:v>72.94</c:v>
                </c:pt>
                <c:pt idx="19">
                  <c:v>63.89</c:v>
                </c:pt>
                <c:pt idx="20">
                  <c:v>72.52</c:v>
                </c:pt>
                <c:pt idx="21">
                  <c:v>74.17</c:v>
                </c:pt>
                <c:pt idx="22">
                  <c:v>73.84</c:v>
                </c:pt>
                <c:pt idx="23">
                  <c:v>73.97</c:v>
                </c:pt>
                <c:pt idx="24">
                  <c:v>73.930000000000007</c:v>
                </c:pt>
                <c:pt idx="25">
                  <c:v>73.87</c:v>
                </c:pt>
                <c:pt idx="26">
                  <c:v>73.94</c:v>
                </c:pt>
                <c:pt idx="27">
                  <c:v>73.849999999999994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7A-435B-9409-40A336C09E8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工作表1!$I$2:$I$29</c:f>
              <c:numCache>
                <c:formatCode>General</c:formatCode>
                <c:ptCount val="28"/>
                <c:pt idx="0">
                  <c:v>65.06</c:v>
                </c:pt>
                <c:pt idx="1">
                  <c:v>70.150000000000006</c:v>
                </c:pt>
                <c:pt idx="2">
                  <c:v>71.8</c:v>
                </c:pt>
                <c:pt idx="3">
                  <c:v>73.45</c:v>
                </c:pt>
                <c:pt idx="4">
                  <c:v>64.58</c:v>
                </c:pt>
                <c:pt idx="5">
                  <c:v>69.260000000000005</c:v>
                </c:pt>
                <c:pt idx="6">
                  <c:v>70.97</c:v>
                </c:pt>
                <c:pt idx="7">
                  <c:v>71.489999999999995</c:v>
                </c:pt>
                <c:pt idx="8">
                  <c:v>72.48</c:v>
                </c:pt>
                <c:pt idx="9">
                  <c:v>72.430000000000007</c:v>
                </c:pt>
                <c:pt idx="10">
                  <c:v>72.75</c:v>
                </c:pt>
                <c:pt idx="11">
                  <c:v>72.790000000000006</c:v>
                </c:pt>
                <c:pt idx="12">
                  <c:v>72.98</c:v>
                </c:pt>
                <c:pt idx="13">
                  <c:v>73.900000000000006</c:v>
                </c:pt>
                <c:pt idx="14">
                  <c:v>65.53</c:v>
                </c:pt>
                <c:pt idx="15">
                  <c:v>68.44</c:v>
                </c:pt>
                <c:pt idx="16">
                  <c:v>70.11</c:v>
                </c:pt>
                <c:pt idx="17">
                  <c:v>70.540000000000006</c:v>
                </c:pt>
                <c:pt idx="18">
                  <c:v>70.989999999999995</c:v>
                </c:pt>
                <c:pt idx="19">
                  <c:v>57.05</c:v>
                </c:pt>
                <c:pt idx="20">
                  <c:v>57.01</c:v>
                </c:pt>
                <c:pt idx="21">
                  <c:v>58.76</c:v>
                </c:pt>
                <c:pt idx="22">
                  <c:v>59.74</c:v>
                </c:pt>
                <c:pt idx="23">
                  <c:v>60.07</c:v>
                </c:pt>
                <c:pt idx="24">
                  <c:v>60.31</c:v>
                </c:pt>
                <c:pt idx="25">
                  <c:v>60.46</c:v>
                </c:pt>
                <c:pt idx="26">
                  <c:v>61.6</c:v>
                </c:pt>
                <c:pt idx="27">
                  <c:v>62.19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7A-435B-9409-40A336C09E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工作表1!$J$2:$J$29</c:f>
              <c:numCache>
                <c:formatCode>General</c:formatCode>
                <c:ptCount val="28"/>
                <c:pt idx="0">
                  <c:v>26.3</c:v>
                </c:pt>
                <c:pt idx="1">
                  <c:v>26.3</c:v>
                </c:pt>
                <c:pt idx="2">
                  <c:v>26.3</c:v>
                </c:pt>
                <c:pt idx="3">
                  <c:v>26.3</c:v>
                </c:pt>
                <c:pt idx="4">
                  <c:v>26.27</c:v>
                </c:pt>
                <c:pt idx="5">
                  <c:v>26.27</c:v>
                </c:pt>
                <c:pt idx="6">
                  <c:v>26.27</c:v>
                </c:pt>
                <c:pt idx="7">
                  <c:v>26.27</c:v>
                </c:pt>
                <c:pt idx="8">
                  <c:v>26.27</c:v>
                </c:pt>
                <c:pt idx="9">
                  <c:v>26.27</c:v>
                </c:pt>
                <c:pt idx="10">
                  <c:v>26.27</c:v>
                </c:pt>
                <c:pt idx="11">
                  <c:v>26.27</c:v>
                </c:pt>
                <c:pt idx="12">
                  <c:v>26.27</c:v>
                </c:pt>
                <c:pt idx="13">
                  <c:v>26.27</c:v>
                </c:pt>
                <c:pt idx="14">
                  <c:v>26.24</c:v>
                </c:pt>
                <c:pt idx="15">
                  <c:v>26.24</c:v>
                </c:pt>
                <c:pt idx="16">
                  <c:v>26.24</c:v>
                </c:pt>
                <c:pt idx="17">
                  <c:v>26.24</c:v>
                </c:pt>
                <c:pt idx="18">
                  <c:v>26.24</c:v>
                </c:pt>
                <c:pt idx="19">
                  <c:v>26.24</c:v>
                </c:pt>
                <c:pt idx="20">
                  <c:v>26.24</c:v>
                </c:pt>
                <c:pt idx="21">
                  <c:v>26.24</c:v>
                </c:pt>
                <c:pt idx="22">
                  <c:v>26.24</c:v>
                </c:pt>
                <c:pt idx="23">
                  <c:v>26.24</c:v>
                </c:pt>
                <c:pt idx="24">
                  <c:v>26.24</c:v>
                </c:pt>
                <c:pt idx="25">
                  <c:v>26.24</c:v>
                </c:pt>
                <c:pt idx="26">
                  <c:v>26.24</c:v>
                </c:pt>
                <c:pt idx="27">
                  <c:v>26.24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7A-435B-9409-40A336C09E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工作表1!$D$2:$D$29</c:f>
              <c:numCache>
                <c:formatCode>General</c:formatCode>
                <c:ptCount val="28"/>
                <c:pt idx="0">
                  <c:v>27.28</c:v>
                </c:pt>
                <c:pt idx="1">
                  <c:v>21.71</c:v>
                </c:pt>
                <c:pt idx="2">
                  <c:v>19.100000000000001</c:v>
                </c:pt>
                <c:pt idx="3">
                  <c:v>16.899999999999999</c:v>
                </c:pt>
                <c:pt idx="4">
                  <c:v>27.98</c:v>
                </c:pt>
                <c:pt idx="5">
                  <c:v>24.82</c:v>
                </c:pt>
                <c:pt idx="6">
                  <c:v>21.55</c:v>
                </c:pt>
                <c:pt idx="7">
                  <c:v>20.3</c:v>
                </c:pt>
                <c:pt idx="8">
                  <c:v>18.82</c:v>
                </c:pt>
                <c:pt idx="9">
                  <c:v>18.66</c:v>
                </c:pt>
                <c:pt idx="10">
                  <c:v>18.53</c:v>
                </c:pt>
                <c:pt idx="11">
                  <c:v>18.52</c:v>
                </c:pt>
                <c:pt idx="12">
                  <c:v>18.41</c:v>
                </c:pt>
                <c:pt idx="13">
                  <c:v>18.04</c:v>
                </c:pt>
                <c:pt idx="14">
                  <c:v>29.14</c:v>
                </c:pt>
                <c:pt idx="15">
                  <c:v>24.98</c:v>
                </c:pt>
                <c:pt idx="16">
                  <c:v>16.46</c:v>
                </c:pt>
                <c:pt idx="17">
                  <c:v>16.010000000000002</c:v>
                </c:pt>
                <c:pt idx="18">
                  <c:v>15.75</c:v>
                </c:pt>
                <c:pt idx="19">
                  <c:v>23.53</c:v>
                </c:pt>
                <c:pt idx="20">
                  <c:v>16.96</c:v>
                </c:pt>
                <c:pt idx="21">
                  <c:v>15.36</c:v>
                </c:pt>
                <c:pt idx="22">
                  <c:v>15.51</c:v>
                </c:pt>
                <c:pt idx="23">
                  <c:v>15.36</c:v>
                </c:pt>
                <c:pt idx="24">
                  <c:v>15.46</c:v>
                </c:pt>
                <c:pt idx="25">
                  <c:v>15.6</c:v>
                </c:pt>
                <c:pt idx="26">
                  <c:v>15.46</c:v>
                </c:pt>
                <c:pt idx="27">
                  <c:v>15.56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71-4316-8BFD-E165A4A2606F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工作表1!$A$2:$A$29</c:f>
              <c:numCache>
                <c:formatCode>h:mm</c:formatCode>
                <c:ptCount val="28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</c:numCache>
            </c:numRef>
          </c:cat>
          <c:val>
            <c:numRef>
              <c:f>工作表1!$H$2:$H$29</c:f>
              <c:numCache>
                <c:formatCode>General</c:formatCode>
                <c:ptCount val="28"/>
                <c:pt idx="0">
                  <c:v>28.67</c:v>
                </c:pt>
                <c:pt idx="1">
                  <c:v>22.85</c:v>
                </c:pt>
                <c:pt idx="2">
                  <c:v>19.77</c:v>
                </c:pt>
                <c:pt idx="3">
                  <c:v>17.260000000000002</c:v>
                </c:pt>
                <c:pt idx="4">
                  <c:v>28.2</c:v>
                </c:pt>
                <c:pt idx="5">
                  <c:v>24.71</c:v>
                </c:pt>
                <c:pt idx="6">
                  <c:v>21.93</c:v>
                </c:pt>
                <c:pt idx="7">
                  <c:v>20.85</c:v>
                </c:pt>
                <c:pt idx="8">
                  <c:v>18.93</c:v>
                </c:pt>
                <c:pt idx="9">
                  <c:v>18.93</c:v>
                </c:pt>
                <c:pt idx="10">
                  <c:v>18.649999999999999</c:v>
                </c:pt>
                <c:pt idx="11">
                  <c:v>18.510000000000002</c:v>
                </c:pt>
                <c:pt idx="12">
                  <c:v>18.5</c:v>
                </c:pt>
                <c:pt idx="13">
                  <c:v>17.32</c:v>
                </c:pt>
                <c:pt idx="14">
                  <c:v>27.51</c:v>
                </c:pt>
                <c:pt idx="15">
                  <c:v>25.5</c:v>
                </c:pt>
                <c:pt idx="16">
                  <c:v>19.95</c:v>
                </c:pt>
                <c:pt idx="17">
                  <c:v>19.45</c:v>
                </c:pt>
                <c:pt idx="18">
                  <c:v>19.010000000000002</c:v>
                </c:pt>
                <c:pt idx="19">
                  <c:v>31.4</c:v>
                </c:pt>
                <c:pt idx="20">
                  <c:v>26.57</c:v>
                </c:pt>
                <c:pt idx="21">
                  <c:v>24.52</c:v>
                </c:pt>
                <c:pt idx="22">
                  <c:v>23.75</c:v>
                </c:pt>
                <c:pt idx="23">
                  <c:v>23.54</c:v>
                </c:pt>
                <c:pt idx="24">
                  <c:v>23.71</c:v>
                </c:pt>
                <c:pt idx="25">
                  <c:v>23.71</c:v>
                </c:pt>
                <c:pt idx="26">
                  <c:v>22.98</c:v>
                </c:pt>
                <c:pt idx="27">
                  <c:v>22.69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71-4316-8BFD-E165A4A26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工作表1!$J$2:$J$29</c:f>
              <c:numCache>
                <c:formatCode>General</c:formatCode>
                <c:ptCount val="28"/>
                <c:pt idx="0">
                  <c:v>26.3</c:v>
                </c:pt>
                <c:pt idx="1">
                  <c:v>26.3</c:v>
                </c:pt>
                <c:pt idx="2">
                  <c:v>26.3</c:v>
                </c:pt>
                <c:pt idx="3">
                  <c:v>26.3</c:v>
                </c:pt>
                <c:pt idx="4">
                  <c:v>26.27</c:v>
                </c:pt>
                <c:pt idx="5">
                  <c:v>26.27</c:v>
                </c:pt>
                <c:pt idx="6">
                  <c:v>26.27</c:v>
                </c:pt>
                <c:pt idx="7">
                  <c:v>26.27</c:v>
                </c:pt>
                <c:pt idx="8">
                  <c:v>26.27</c:v>
                </c:pt>
                <c:pt idx="9">
                  <c:v>26.27</c:v>
                </c:pt>
                <c:pt idx="10">
                  <c:v>26.27</c:v>
                </c:pt>
                <c:pt idx="11">
                  <c:v>26.27</c:v>
                </c:pt>
                <c:pt idx="12">
                  <c:v>26.27</c:v>
                </c:pt>
                <c:pt idx="13">
                  <c:v>26.27</c:v>
                </c:pt>
                <c:pt idx="14">
                  <c:v>26.24</c:v>
                </c:pt>
                <c:pt idx="15">
                  <c:v>26.24</c:v>
                </c:pt>
                <c:pt idx="16">
                  <c:v>26.24</c:v>
                </c:pt>
                <c:pt idx="17">
                  <c:v>26.24</c:v>
                </c:pt>
                <c:pt idx="18">
                  <c:v>26.24</c:v>
                </c:pt>
                <c:pt idx="19">
                  <c:v>26.24</c:v>
                </c:pt>
                <c:pt idx="20">
                  <c:v>26.24</c:v>
                </c:pt>
                <c:pt idx="21">
                  <c:v>26.24</c:v>
                </c:pt>
                <c:pt idx="22">
                  <c:v>26.24</c:v>
                </c:pt>
                <c:pt idx="23">
                  <c:v>26.24</c:v>
                </c:pt>
                <c:pt idx="24">
                  <c:v>26.24</c:v>
                </c:pt>
                <c:pt idx="25">
                  <c:v>26.24</c:v>
                </c:pt>
                <c:pt idx="26">
                  <c:v>26.24</c:v>
                </c:pt>
                <c:pt idx="27">
                  <c:v>26.24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71-4316-8BFD-E165A4A26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工作表1!$C$2:$C$18</c:f>
              <c:numCache>
                <c:formatCode>General</c:formatCode>
                <c:ptCount val="17"/>
                <c:pt idx="0">
                  <c:v>0.19750000000000001</c:v>
                </c:pt>
                <c:pt idx="1">
                  <c:v>0.21490000000000001</c:v>
                </c:pt>
                <c:pt idx="2">
                  <c:v>0.2281</c:v>
                </c:pt>
                <c:pt idx="3">
                  <c:v>0.22869999999999999</c:v>
                </c:pt>
                <c:pt idx="4">
                  <c:v>0.22869999999999999</c:v>
                </c:pt>
                <c:pt idx="5">
                  <c:v>0.19750000000000001</c:v>
                </c:pt>
                <c:pt idx="6">
                  <c:v>0.2198</c:v>
                </c:pt>
                <c:pt idx="7">
                  <c:v>0.22420000000000001</c:v>
                </c:pt>
                <c:pt idx="8">
                  <c:v>0.22689999999999999</c:v>
                </c:pt>
                <c:pt idx="9">
                  <c:v>0.2278</c:v>
                </c:pt>
                <c:pt idx="10">
                  <c:v>0.22750000000000001</c:v>
                </c:pt>
                <c:pt idx="11">
                  <c:v>0.22789999999999999</c:v>
                </c:pt>
                <c:pt idx="12">
                  <c:v>0.22739999999999999</c:v>
                </c:pt>
                <c:pt idx="13">
                  <c:v>0.22720000000000001</c:v>
                </c:pt>
                <c:pt idx="14">
                  <c:v>0.22750000000000001</c:v>
                </c:pt>
                <c:pt idx="15">
                  <c:v>0.22739999999999999</c:v>
                </c:pt>
                <c:pt idx="16">
                  <c:v>0.22789999999999999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B6-4C05-A3F4-47843B35D61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工作表1!$G$2:$G$18</c:f>
              <c:numCache>
                <c:formatCode>General</c:formatCode>
                <c:ptCount val="17"/>
                <c:pt idx="0">
                  <c:v>0.1406</c:v>
                </c:pt>
                <c:pt idx="1">
                  <c:v>0.1249</c:v>
                </c:pt>
                <c:pt idx="2">
                  <c:v>0.1389</c:v>
                </c:pt>
                <c:pt idx="3">
                  <c:v>0.1409</c:v>
                </c:pt>
                <c:pt idx="4">
                  <c:v>0.14230000000000001</c:v>
                </c:pt>
                <c:pt idx="5">
                  <c:v>0.12130000000000001</c:v>
                </c:pt>
                <c:pt idx="6">
                  <c:v>0.15490000000000001</c:v>
                </c:pt>
                <c:pt idx="7">
                  <c:v>0.15959999999999999</c:v>
                </c:pt>
                <c:pt idx="8">
                  <c:v>0.159</c:v>
                </c:pt>
                <c:pt idx="9">
                  <c:v>0.1578</c:v>
                </c:pt>
                <c:pt idx="10">
                  <c:v>0.15820000000000001</c:v>
                </c:pt>
                <c:pt idx="11">
                  <c:v>0.15670000000000001</c:v>
                </c:pt>
                <c:pt idx="12">
                  <c:v>0.15820000000000001</c:v>
                </c:pt>
                <c:pt idx="13">
                  <c:v>0.15629999999999999</c:v>
                </c:pt>
                <c:pt idx="14">
                  <c:v>0.155</c:v>
                </c:pt>
                <c:pt idx="15">
                  <c:v>0.15640000000000001</c:v>
                </c:pt>
                <c:pt idx="16">
                  <c:v>0.156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B6-4C05-A3F4-47843B35D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工作表1!$J$2:$J$18</c:f>
              <c:numCache>
                <c:formatCode>General</c:formatCode>
                <c:ptCount val="17"/>
                <c:pt idx="0">
                  <c:v>26.1</c:v>
                </c:pt>
                <c:pt idx="1">
                  <c:v>26.1</c:v>
                </c:pt>
                <c:pt idx="2">
                  <c:v>26.1</c:v>
                </c:pt>
                <c:pt idx="3">
                  <c:v>26.1</c:v>
                </c:pt>
                <c:pt idx="4">
                  <c:v>26.1</c:v>
                </c:pt>
                <c:pt idx="5">
                  <c:v>26.1</c:v>
                </c:pt>
                <c:pt idx="6">
                  <c:v>26.07</c:v>
                </c:pt>
                <c:pt idx="7">
                  <c:v>26.07</c:v>
                </c:pt>
                <c:pt idx="8">
                  <c:v>26.07</c:v>
                </c:pt>
                <c:pt idx="9">
                  <c:v>26.07</c:v>
                </c:pt>
                <c:pt idx="10">
                  <c:v>26.07</c:v>
                </c:pt>
                <c:pt idx="11">
                  <c:v>26.07</c:v>
                </c:pt>
                <c:pt idx="12">
                  <c:v>26.07</c:v>
                </c:pt>
                <c:pt idx="13">
                  <c:v>26.07</c:v>
                </c:pt>
                <c:pt idx="14">
                  <c:v>26.07</c:v>
                </c:pt>
                <c:pt idx="15">
                  <c:v>26.07</c:v>
                </c:pt>
                <c:pt idx="16">
                  <c:v>26.07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B6-4C05-A3F4-47843B35D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工作表1!$B$2:$B$18</c:f>
              <c:numCache>
                <c:formatCode>General</c:formatCode>
                <c:ptCount val="17"/>
                <c:pt idx="0">
                  <c:v>312.02999999999997</c:v>
                </c:pt>
                <c:pt idx="1">
                  <c:v>298.32</c:v>
                </c:pt>
                <c:pt idx="2">
                  <c:v>306.10000000000002</c:v>
                </c:pt>
                <c:pt idx="3">
                  <c:v>305.33999999999997</c:v>
                </c:pt>
                <c:pt idx="4">
                  <c:v>303.19</c:v>
                </c:pt>
                <c:pt idx="5">
                  <c:v>282.04000000000002</c:v>
                </c:pt>
                <c:pt idx="6">
                  <c:v>327.11</c:v>
                </c:pt>
                <c:pt idx="7">
                  <c:v>325.62</c:v>
                </c:pt>
                <c:pt idx="8">
                  <c:v>322.74</c:v>
                </c:pt>
                <c:pt idx="9">
                  <c:v>320.33999999999997</c:v>
                </c:pt>
                <c:pt idx="10">
                  <c:v>321.64999999999998</c:v>
                </c:pt>
                <c:pt idx="11">
                  <c:v>319.23</c:v>
                </c:pt>
                <c:pt idx="12">
                  <c:v>318.08</c:v>
                </c:pt>
                <c:pt idx="13">
                  <c:v>314.82</c:v>
                </c:pt>
                <c:pt idx="14">
                  <c:v>313.92</c:v>
                </c:pt>
                <c:pt idx="15">
                  <c:v>314.42</c:v>
                </c:pt>
                <c:pt idx="16">
                  <c:v>314.19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0A-46EB-96E1-47987AB42435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工作表1!$F$2:$F$50</c:f>
              <c:numCache>
                <c:formatCode>General</c:formatCode>
                <c:ptCount val="49"/>
                <c:pt idx="0">
                  <c:v>312.10000000000002</c:v>
                </c:pt>
                <c:pt idx="1">
                  <c:v>298.39</c:v>
                </c:pt>
                <c:pt idx="2">
                  <c:v>306.67</c:v>
                </c:pt>
                <c:pt idx="3">
                  <c:v>305.39</c:v>
                </c:pt>
                <c:pt idx="4">
                  <c:v>303.25</c:v>
                </c:pt>
                <c:pt idx="5">
                  <c:v>282.10000000000002</c:v>
                </c:pt>
                <c:pt idx="6">
                  <c:v>327.16000000000003</c:v>
                </c:pt>
                <c:pt idx="7">
                  <c:v>325.66000000000003</c:v>
                </c:pt>
                <c:pt idx="8">
                  <c:v>322.79000000000002</c:v>
                </c:pt>
                <c:pt idx="9">
                  <c:v>320.39</c:v>
                </c:pt>
                <c:pt idx="10">
                  <c:v>321.7</c:v>
                </c:pt>
                <c:pt idx="11">
                  <c:v>319.27999999999997</c:v>
                </c:pt>
                <c:pt idx="12">
                  <c:v>318.13</c:v>
                </c:pt>
                <c:pt idx="13">
                  <c:v>314.87</c:v>
                </c:pt>
                <c:pt idx="14">
                  <c:v>313.97000000000003</c:v>
                </c:pt>
                <c:pt idx="15">
                  <c:v>314.45999999999998</c:v>
                </c:pt>
                <c:pt idx="16">
                  <c:v>314.23</c:v>
                </c:pt>
                <c:pt idx="17">
                  <c:v>313.56</c:v>
                </c:pt>
                <c:pt idx="18">
                  <c:v>314.83</c:v>
                </c:pt>
                <c:pt idx="19">
                  <c:v>314.01</c:v>
                </c:pt>
                <c:pt idx="20">
                  <c:v>313.44</c:v>
                </c:pt>
                <c:pt idx="21">
                  <c:v>313.02999999999997</c:v>
                </c:pt>
                <c:pt idx="22">
                  <c:v>313.14</c:v>
                </c:pt>
                <c:pt idx="23">
                  <c:v>313.52</c:v>
                </c:pt>
                <c:pt idx="24">
                  <c:v>312.64999999999998</c:v>
                </c:pt>
                <c:pt idx="25">
                  <c:v>293.05</c:v>
                </c:pt>
                <c:pt idx="26">
                  <c:v>312.42</c:v>
                </c:pt>
                <c:pt idx="27">
                  <c:v>317.23</c:v>
                </c:pt>
                <c:pt idx="28">
                  <c:v>314.08</c:v>
                </c:pt>
                <c:pt idx="29">
                  <c:v>310.77</c:v>
                </c:pt>
                <c:pt idx="30">
                  <c:v>310.14999999999998</c:v>
                </c:pt>
                <c:pt idx="31">
                  <c:v>307.39999999999998</c:v>
                </c:pt>
                <c:pt idx="32">
                  <c:v>307.39</c:v>
                </c:pt>
                <c:pt idx="33">
                  <c:v>310.87</c:v>
                </c:pt>
                <c:pt idx="34">
                  <c:v>311.89999999999998</c:v>
                </c:pt>
                <c:pt idx="35">
                  <c:v>309.10000000000002</c:v>
                </c:pt>
                <c:pt idx="36">
                  <c:v>305.72000000000003</c:v>
                </c:pt>
                <c:pt idx="37">
                  <c:v>300.43</c:v>
                </c:pt>
                <c:pt idx="38">
                  <c:v>297.36</c:v>
                </c:pt>
                <c:pt idx="39">
                  <c:v>304.95999999999998</c:v>
                </c:pt>
                <c:pt idx="40">
                  <c:v>298.83</c:v>
                </c:pt>
                <c:pt idx="41">
                  <c:v>299.87</c:v>
                </c:pt>
                <c:pt idx="42">
                  <c:v>301.14</c:v>
                </c:pt>
                <c:pt idx="43">
                  <c:v>305.18</c:v>
                </c:pt>
                <c:pt idx="44">
                  <c:v>293.58</c:v>
                </c:pt>
                <c:pt idx="45">
                  <c:v>297.68</c:v>
                </c:pt>
                <c:pt idx="46">
                  <c:v>297.64999999999998</c:v>
                </c:pt>
                <c:pt idx="47">
                  <c:v>297.52</c:v>
                </c:pt>
                <c:pt idx="48">
                  <c:v>297.20999999999998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0A-46EB-96E1-47987AB42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26.1</c:v>
                </c:pt>
                <c:pt idx="1">
                  <c:v>26.1</c:v>
                </c:pt>
                <c:pt idx="2">
                  <c:v>26.1</c:v>
                </c:pt>
                <c:pt idx="3">
                  <c:v>26.1</c:v>
                </c:pt>
                <c:pt idx="4">
                  <c:v>26.1</c:v>
                </c:pt>
                <c:pt idx="5">
                  <c:v>26.1</c:v>
                </c:pt>
                <c:pt idx="6">
                  <c:v>26.07</c:v>
                </c:pt>
                <c:pt idx="7">
                  <c:v>26.07</c:v>
                </c:pt>
                <c:pt idx="8">
                  <c:v>26.07</c:v>
                </c:pt>
                <c:pt idx="9">
                  <c:v>26.07</c:v>
                </c:pt>
                <c:pt idx="10">
                  <c:v>26.07</c:v>
                </c:pt>
                <c:pt idx="11">
                  <c:v>26.07</c:v>
                </c:pt>
                <c:pt idx="12">
                  <c:v>26.07</c:v>
                </c:pt>
                <c:pt idx="13">
                  <c:v>26.07</c:v>
                </c:pt>
                <c:pt idx="14">
                  <c:v>26.07</c:v>
                </c:pt>
                <c:pt idx="15">
                  <c:v>26.07</c:v>
                </c:pt>
                <c:pt idx="16">
                  <c:v>26.07</c:v>
                </c:pt>
                <c:pt idx="17">
                  <c:v>26.07</c:v>
                </c:pt>
                <c:pt idx="18">
                  <c:v>26.07</c:v>
                </c:pt>
                <c:pt idx="19">
                  <c:v>26.07</c:v>
                </c:pt>
                <c:pt idx="20">
                  <c:v>26.07</c:v>
                </c:pt>
                <c:pt idx="21">
                  <c:v>26.07</c:v>
                </c:pt>
                <c:pt idx="22">
                  <c:v>26.07</c:v>
                </c:pt>
                <c:pt idx="23">
                  <c:v>26.07</c:v>
                </c:pt>
                <c:pt idx="24">
                  <c:v>26.07</c:v>
                </c:pt>
                <c:pt idx="25">
                  <c:v>26.07</c:v>
                </c:pt>
                <c:pt idx="26">
                  <c:v>26.04</c:v>
                </c:pt>
                <c:pt idx="27">
                  <c:v>26.04</c:v>
                </c:pt>
                <c:pt idx="28">
                  <c:v>26.04</c:v>
                </c:pt>
                <c:pt idx="29">
                  <c:v>26.04</c:v>
                </c:pt>
                <c:pt idx="30">
                  <c:v>26.04</c:v>
                </c:pt>
                <c:pt idx="31">
                  <c:v>26.04</c:v>
                </c:pt>
                <c:pt idx="32">
                  <c:v>26.04</c:v>
                </c:pt>
                <c:pt idx="33">
                  <c:v>26.01</c:v>
                </c:pt>
                <c:pt idx="34">
                  <c:v>26.01</c:v>
                </c:pt>
                <c:pt idx="35">
                  <c:v>26.01</c:v>
                </c:pt>
                <c:pt idx="36">
                  <c:v>26.01</c:v>
                </c:pt>
                <c:pt idx="37">
                  <c:v>26.01</c:v>
                </c:pt>
                <c:pt idx="38">
                  <c:v>26.01</c:v>
                </c:pt>
                <c:pt idx="39">
                  <c:v>26.01</c:v>
                </c:pt>
                <c:pt idx="40">
                  <c:v>26.01</c:v>
                </c:pt>
                <c:pt idx="41">
                  <c:v>26.01</c:v>
                </c:pt>
                <c:pt idx="42">
                  <c:v>26.01</c:v>
                </c:pt>
                <c:pt idx="43">
                  <c:v>26.01</c:v>
                </c:pt>
                <c:pt idx="44">
                  <c:v>25.98</c:v>
                </c:pt>
                <c:pt idx="45">
                  <c:v>25.98</c:v>
                </c:pt>
                <c:pt idx="46">
                  <c:v>25.98</c:v>
                </c:pt>
                <c:pt idx="47">
                  <c:v>25.98</c:v>
                </c:pt>
                <c:pt idx="48">
                  <c:v>25.98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0A-46EB-96E1-47987AB42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工作表1!$D$2:$D$50</c:f>
              <c:numCache>
                <c:formatCode>General</c:formatCode>
                <c:ptCount val="49"/>
                <c:pt idx="0">
                  <c:v>32.35</c:v>
                </c:pt>
                <c:pt idx="1">
                  <c:v>30.33</c:v>
                </c:pt>
                <c:pt idx="2">
                  <c:v>27.35</c:v>
                </c:pt>
                <c:pt idx="3">
                  <c:v>26.19</c:v>
                </c:pt>
                <c:pt idx="4">
                  <c:v>25.01</c:v>
                </c:pt>
                <c:pt idx="5">
                  <c:v>28.35</c:v>
                </c:pt>
                <c:pt idx="6">
                  <c:v>29.4</c:v>
                </c:pt>
                <c:pt idx="7">
                  <c:v>27.43</c:v>
                </c:pt>
                <c:pt idx="8">
                  <c:v>25.53</c:v>
                </c:pt>
                <c:pt idx="9">
                  <c:v>24.46</c:v>
                </c:pt>
                <c:pt idx="10">
                  <c:v>24.77</c:v>
                </c:pt>
                <c:pt idx="11">
                  <c:v>23.97</c:v>
                </c:pt>
                <c:pt idx="12">
                  <c:v>23.63</c:v>
                </c:pt>
                <c:pt idx="13">
                  <c:v>22.93</c:v>
                </c:pt>
                <c:pt idx="14">
                  <c:v>22.79</c:v>
                </c:pt>
                <c:pt idx="15">
                  <c:v>22.78</c:v>
                </c:pt>
                <c:pt idx="16">
                  <c:v>22.55</c:v>
                </c:pt>
                <c:pt idx="17">
                  <c:v>22.25</c:v>
                </c:pt>
                <c:pt idx="18">
                  <c:v>22.5</c:v>
                </c:pt>
                <c:pt idx="19">
                  <c:v>22.17</c:v>
                </c:pt>
                <c:pt idx="20">
                  <c:v>21.98</c:v>
                </c:pt>
                <c:pt idx="21">
                  <c:v>21.75</c:v>
                </c:pt>
                <c:pt idx="22">
                  <c:v>21.62</c:v>
                </c:pt>
                <c:pt idx="23">
                  <c:v>21.75</c:v>
                </c:pt>
                <c:pt idx="24">
                  <c:v>21.58</c:v>
                </c:pt>
                <c:pt idx="25">
                  <c:v>17.739999999999998</c:v>
                </c:pt>
                <c:pt idx="26">
                  <c:v>26.69</c:v>
                </c:pt>
                <c:pt idx="27">
                  <c:v>25.56</c:v>
                </c:pt>
                <c:pt idx="28">
                  <c:v>24.49</c:v>
                </c:pt>
                <c:pt idx="29">
                  <c:v>23.53</c:v>
                </c:pt>
                <c:pt idx="30">
                  <c:v>23.21</c:v>
                </c:pt>
                <c:pt idx="31">
                  <c:v>22.24</c:v>
                </c:pt>
                <c:pt idx="32">
                  <c:v>21.92</c:v>
                </c:pt>
                <c:pt idx="33">
                  <c:v>26.48</c:v>
                </c:pt>
                <c:pt idx="34">
                  <c:v>25.24</c:v>
                </c:pt>
                <c:pt idx="35">
                  <c:v>23.98</c:v>
                </c:pt>
                <c:pt idx="36">
                  <c:v>23.02</c:v>
                </c:pt>
                <c:pt idx="37">
                  <c:v>21.54</c:v>
                </c:pt>
                <c:pt idx="38">
                  <c:v>21.19</c:v>
                </c:pt>
                <c:pt idx="39">
                  <c:v>22.3</c:v>
                </c:pt>
                <c:pt idx="40">
                  <c:v>20.86</c:v>
                </c:pt>
                <c:pt idx="41">
                  <c:v>21.19</c:v>
                </c:pt>
                <c:pt idx="42">
                  <c:v>21.09</c:v>
                </c:pt>
                <c:pt idx="43">
                  <c:v>21.72</c:v>
                </c:pt>
                <c:pt idx="44">
                  <c:v>26.72</c:v>
                </c:pt>
                <c:pt idx="45">
                  <c:v>25.36</c:v>
                </c:pt>
                <c:pt idx="46">
                  <c:v>25.01</c:v>
                </c:pt>
                <c:pt idx="47">
                  <c:v>24.94</c:v>
                </c:pt>
                <c:pt idx="48">
                  <c:v>24.5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8B-44DC-A3F9-244D7DA13BD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工作表1!$H$2:$H$50</c:f>
              <c:numCache>
                <c:formatCode>General</c:formatCode>
                <c:ptCount val="49"/>
                <c:pt idx="0">
                  <c:v>20.07</c:v>
                </c:pt>
                <c:pt idx="1">
                  <c:v>17.760000000000002</c:v>
                </c:pt>
                <c:pt idx="2">
                  <c:v>15.96</c:v>
                </c:pt>
                <c:pt idx="3">
                  <c:v>15.18</c:v>
                </c:pt>
                <c:pt idx="4">
                  <c:v>14.4</c:v>
                </c:pt>
                <c:pt idx="5">
                  <c:v>17.8</c:v>
                </c:pt>
                <c:pt idx="6">
                  <c:v>21.39</c:v>
                </c:pt>
                <c:pt idx="7">
                  <c:v>18.84</c:v>
                </c:pt>
                <c:pt idx="8">
                  <c:v>18.04</c:v>
                </c:pt>
                <c:pt idx="9">
                  <c:v>17.739999999999998</c:v>
                </c:pt>
                <c:pt idx="10">
                  <c:v>18.02</c:v>
                </c:pt>
                <c:pt idx="11">
                  <c:v>17.809999999999999</c:v>
                </c:pt>
                <c:pt idx="12">
                  <c:v>16.739999999999998</c:v>
                </c:pt>
                <c:pt idx="13">
                  <c:v>16.53</c:v>
                </c:pt>
                <c:pt idx="14">
                  <c:v>16.79</c:v>
                </c:pt>
                <c:pt idx="15">
                  <c:v>16.329999999999998</c:v>
                </c:pt>
                <c:pt idx="16">
                  <c:v>16.27</c:v>
                </c:pt>
                <c:pt idx="17">
                  <c:v>16.25</c:v>
                </c:pt>
                <c:pt idx="18">
                  <c:v>16.21</c:v>
                </c:pt>
                <c:pt idx="19">
                  <c:v>15.97</c:v>
                </c:pt>
                <c:pt idx="20">
                  <c:v>15.77</c:v>
                </c:pt>
                <c:pt idx="21">
                  <c:v>15.63</c:v>
                </c:pt>
                <c:pt idx="22">
                  <c:v>15.39</c:v>
                </c:pt>
                <c:pt idx="23">
                  <c:v>15.38</c:v>
                </c:pt>
                <c:pt idx="24">
                  <c:v>15.25</c:v>
                </c:pt>
                <c:pt idx="25">
                  <c:v>16.25</c:v>
                </c:pt>
                <c:pt idx="26">
                  <c:v>24.83</c:v>
                </c:pt>
                <c:pt idx="27">
                  <c:v>21.59</c:v>
                </c:pt>
                <c:pt idx="28">
                  <c:v>20.420000000000002</c:v>
                </c:pt>
                <c:pt idx="29">
                  <c:v>19.350000000000001</c:v>
                </c:pt>
                <c:pt idx="30">
                  <c:v>19.2</c:v>
                </c:pt>
                <c:pt idx="31">
                  <c:v>18.45</c:v>
                </c:pt>
                <c:pt idx="32">
                  <c:v>18.309999999999999</c:v>
                </c:pt>
                <c:pt idx="33">
                  <c:v>21.27</c:v>
                </c:pt>
                <c:pt idx="34">
                  <c:v>20.98</c:v>
                </c:pt>
                <c:pt idx="35">
                  <c:v>20.350000000000001</c:v>
                </c:pt>
                <c:pt idx="36">
                  <c:v>19.829999999999998</c:v>
                </c:pt>
                <c:pt idx="37">
                  <c:v>19.010000000000002</c:v>
                </c:pt>
                <c:pt idx="38">
                  <c:v>18.34</c:v>
                </c:pt>
                <c:pt idx="39">
                  <c:v>19.27</c:v>
                </c:pt>
                <c:pt idx="40">
                  <c:v>18.63</c:v>
                </c:pt>
                <c:pt idx="41">
                  <c:v>18.43</c:v>
                </c:pt>
                <c:pt idx="42">
                  <c:v>18.68</c:v>
                </c:pt>
                <c:pt idx="43">
                  <c:v>18.68</c:v>
                </c:pt>
                <c:pt idx="44">
                  <c:v>21.95</c:v>
                </c:pt>
                <c:pt idx="45">
                  <c:v>21.53</c:v>
                </c:pt>
                <c:pt idx="46">
                  <c:v>21.43</c:v>
                </c:pt>
                <c:pt idx="47">
                  <c:v>21.34</c:v>
                </c:pt>
                <c:pt idx="48">
                  <c:v>21.09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8B-44DC-A3F9-244D7DA13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26.1</c:v>
                </c:pt>
                <c:pt idx="1">
                  <c:v>26.1</c:v>
                </c:pt>
                <c:pt idx="2">
                  <c:v>26.1</c:v>
                </c:pt>
                <c:pt idx="3">
                  <c:v>26.1</c:v>
                </c:pt>
                <c:pt idx="4">
                  <c:v>26.1</c:v>
                </c:pt>
                <c:pt idx="5">
                  <c:v>26.1</c:v>
                </c:pt>
                <c:pt idx="6">
                  <c:v>26.07</c:v>
                </c:pt>
                <c:pt idx="7">
                  <c:v>26.07</c:v>
                </c:pt>
                <c:pt idx="8">
                  <c:v>26.07</c:v>
                </c:pt>
                <c:pt idx="9">
                  <c:v>26.07</c:v>
                </c:pt>
                <c:pt idx="10">
                  <c:v>26.07</c:v>
                </c:pt>
                <c:pt idx="11">
                  <c:v>26.07</c:v>
                </c:pt>
                <c:pt idx="12">
                  <c:v>26.07</c:v>
                </c:pt>
                <c:pt idx="13">
                  <c:v>26.07</c:v>
                </c:pt>
                <c:pt idx="14">
                  <c:v>26.07</c:v>
                </c:pt>
                <c:pt idx="15">
                  <c:v>26.07</c:v>
                </c:pt>
                <c:pt idx="16">
                  <c:v>26.07</c:v>
                </c:pt>
                <c:pt idx="17">
                  <c:v>26.07</c:v>
                </c:pt>
                <c:pt idx="18">
                  <c:v>26.07</c:v>
                </c:pt>
                <c:pt idx="19">
                  <c:v>26.07</c:v>
                </c:pt>
                <c:pt idx="20">
                  <c:v>26.07</c:v>
                </c:pt>
                <c:pt idx="21">
                  <c:v>26.07</c:v>
                </c:pt>
                <c:pt idx="22">
                  <c:v>26.07</c:v>
                </c:pt>
                <c:pt idx="23">
                  <c:v>26.07</c:v>
                </c:pt>
                <c:pt idx="24">
                  <c:v>26.07</c:v>
                </c:pt>
                <c:pt idx="25">
                  <c:v>26.07</c:v>
                </c:pt>
                <c:pt idx="26">
                  <c:v>26.04</c:v>
                </c:pt>
                <c:pt idx="27">
                  <c:v>26.04</c:v>
                </c:pt>
                <c:pt idx="28">
                  <c:v>26.04</c:v>
                </c:pt>
                <c:pt idx="29">
                  <c:v>26.04</c:v>
                </c:pt>
                <c:pt idx="30">
                  <c:v>26.04</c:v>
                </c:pt>
                <c:pt idx="31">
                  <c:v>26.04</c:v>
                </c:pt>
                <c:pt idx="32">
                  <c:v>26.04</c:v>
                </c:pt>
                <c:pt idx="33">
                  <c:v>26.01</c:v>
                </c:pt>
                <c:pt idx="34">
                  <c:v>26.01</c:v>
                </c:pt>
                <c:pt idx="35">
                  <c:v>26.01</c:v>
                </c:pt>
                <c:pt idx="36">
                  <c:v>26.01</c:v>
                </c:pt>
                <c:pt idx="37">
                  <c:v>26.01</c:v>
                </c:pt>
                <c:pt idx="38">
                  <c:v>26.01</c:v>
                </c:pt>
                <c:pt idx="39">
                  <c:v>26.01</c:v>
                </c:pt>
                <c:pt idx="40">
                  <c:v>26.01</c:v>
                </c:pt>
                <c:pt idx="41">
                  <c:v>26.01</c:v>
                </c:pt>
                <c:pt idx="42">
                  <c:v>26.01</c:v>
                </c:pt>
                <c:pt idx="43">
                  <c:v>26.01</c:v>
                </c:pt>
                <c:pt idx="44">
                  <c:v>25.98</c:v>
                </c:pt>
                <c:pt idx="45">
                  <c:v>25.98</c:v>
                </c:pt>
                <c:pt idx="46">
                  <c:v>25.98</c:v>
                </c:pt>
                <c:pt idx="47">
                  <c:v>25.98</c:v>
                </c:pt>
                <c:pt idx="48">
                  <c:v>25.98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8B-44DC-A3F9-244D7DA13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工作表1!$E$2:$E$50</c:f>
              <c:numCache>
                <c:formatCode>General</c:formatCode>
                <c:ptCount val="49"/>
                <c:pt idx="0">
                  <c:v>58.34</c:v>
                </c:pt>
                <c:pt idx="1">
                  <c:v>61.77</c:v>
                </c:pt>
                <c:pt idx="2">
                  <c:v>66.98</c:v>
                </c:pt>
                <c:pt idx="3">
                  <c:v>67.97</c:v>
                </c:pt>
                <c:pt idx="4">
                  <c:v>68.86</c:v>
                </c:pt>
                <c:pt idx="5">
                  <c:v>59.4</c:v>
                </c:pt>
                <c:pt idx="6">
                  <c:v>65.86</c:v>
                </c:pt>
                <c:pt idx="7">
                  <c:v>67.930000000000007</c:v>
                </c:pt>
                <c:pt idx="8">
                  <c:v>69.599999999999994</c:v>
                </c:pt>
                <c:pt idx="9">
                  <c:v>70.41</c:v>
                </c:pt>
                <c:pt idx="10">
                  <c:v>70.22</c:v>
                </c:pt>
                <c:pt idx="11">
                  <c:v>72.75</c:v>
                </c:pt>
                <c:pt idx="12">
                  <c:v>70.959999999999994</c:v>
                </c:pt>
                <c:pt idx="13">
                  <c:v>71.3</c:v>
                </c:pt>
                <c:pt idx="14">
                  <c:v>71.39</c:v>
                </c:pt>
                <c:pt idx="15">
                  <c:v>71.42</c:v>
                </c:pt>
                <c:pt idx="16">
                  <c:v>71.650000000000006</c:v>
                </c:pt>
                <c:pt idx="17">
                  <c:v>71.900000000000006</c:v>
                </c:pt>
                <c:pt idx="18">
                  <c:v>71.77</c:v>
                </c:pt>
                <c:pt idx="19">
                  <c:v>72.010000000000005</c:v>
                </c:pt>
                <c:pt idx="20">
                  <c:v>72.12</c:v>
                </c:pt>
                <c:pt idx="21">
                  <c:v>72.31</c:v>
                </c:pt>
                <c:pt idx="22">
                  <c:v>72.48</c:v>
                </c:pt>
                <c:pt idx="23">
                  <c:v>72.38</c:v>
                </c:pt>
                <c:pt idx="24">
                  <c:v>72.44</c:v>
                </c:pt>
                <c:pt idx="25">
                  <c:v>74.14</c:v>
                </c:pt>
                <c:pt idx="26">
                  <c:v>65.97</c:v>
                </c:pt>
                <c:pt idx="27">
                  <c:v>68.59</c:v>
                </c:pt>
                <c:pt idx="28">
                  <c:v>69.319999999999993</c:v>
                </c:pt>
                <c:pt idx="29">
                  <c:v>69.930000000000007</c:v>
                </c:pt>
                <c:pt idx="30">
                  <c:v>70.16</c:v>
                </c:pt>
                <c:pt idx="31">
                  <c:v>70.87</c:v>
                </c:pt>
                <c:pt idx="32">
                  <c:v>71.290000000000006</c:v>
                </c:pt>
                <c:pt idx="33">
                  <c:v>65.930000000000007</c:v>
                </c:pt>
                <c:pt idx="34">
                  <c:v>68.23</c:v>
                </c:pt>
                <c:pt idx="35">
                  <c:v>69.319999999999993</c:v>
                </c:pt>
                <c:pt idx="36">
                  <c:v>69.87</c:v>
                </c:pt>
                <c:pt idx="37">
                  <c:v>70.59</c:v>
                </c:pt>
                <c:pt idx="38">
                  <c:v>70.61</c:v>
                </c:pt>
                <c:pt idx="39">
                  <c:v>70.59</c:v>
                </c:pt>
                <c:pt idx="40">
                  <c:v>71.17</c:v>
                </c:pt>
                <c:pt idx="41">
                  <c:v>70.900000000000006</c:v>
                </c:pt>
                <c:pt idx="42">
                  <c:v>71.22</c:v>
                </c:pt>
                <c:pt idx="43">
                  <c:v>71.03</c:v>
                </c:pt>
                <c:pt idx="44">
                  <c:v>60.81</c:v>
                </c:pt>
                <c:pt idx="45">
                  <c:v>64.87</c:v>
                </c:pt>
                <c:pt idx="46">
                  <c:v>65.3</c:v>
                </c:pt>
                <c:pt idx="47">
                  <c:v>65.400000000000006</c:v>
                </c:pt>
                <c:pt idx="48">
                  <c:v>65.94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5B-4660-A609-FD8F3C41765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工作表1!$I$2:$I$50</c:f>
              <c:numCache>
                <c:formatCode>General</c:formatCode>
                <c:ptCount val="49"/>
                <c:pt idx="0">
                  <c:v>62.79</c:v>
                </c:pt>
                <c:pt idx="1">
                  <c:v>61.54</c:v>
                </c:pt>
                <c:pt idx="2">
                  <c:v>68</c:v>
                </c:pt>
                <c:pt idx="3">
                  <c:v>69.34</c:v>
                </c:pt>
                <c:pt idx="4">
                  <c:v>70.510000000000005</c:v>
                </c:pt>
                <c:pt idx="5">
                  <c:v>58.67</c:v>
                </c:pt>
                <c:pt idx="6">
                  <c:v>65.040000000000006</c:v>
                </c:pt>
                <c:pt idx="7">
                  <c:v>68.75</c:v>
                </c:pt>
                <c:pt idx="8">
                  <c:v>69.42</c:v>
                </c:pt>
                <c:pt idx="9">
                  <c:v>69.459999999999994</c:v>
                </c:pt>
                <c:pt idx="10">
                  <c:v>69.260000000000005</c:v>
                </c:pt>
                <c:pt idx="11">
                  <c:v>69.14</c:v>
                </c:pt>
                <c:pt idx="12">
                  <c:v>70.59</c:v>
                </c:pt>
                <c:pt idx="13">
                  <c:v>70.37</c:v>
                </c:pt>
                <c:pt idx="14">
                  <c:v>69.819999999999993</c:v>
                </c:pt>
                <c:pt idx="15">
                  <c:v>70.61</c:v>
                </c:pt>
                <c:pt idx="16">
                  <c:v>70.62</c:v>
                </c:pt>
                <c:pt idx="17">
                  <c:v>70.52</c:v>
                </c:pt>
                <c:pt idx="18">
                  <c:v>70.760000000000005</c:v>
                </c:pt>
                <c:pt idx="19">
                  <c:v>71.02</c:v>
                </c:pt>
                <c:pt idx="20">
                  <c:v>71.239999999999995</c:v>
                </c:pt>
                <c:pt idx="21">
                  <c:v>71.38</c:v>
                </c:pt>
                <c:pt idx="22">
                  <c:v>71.64</c:v>
                </c:pt>
                <c:pt idx="23">
                  <c:v>71.73</c:v>
                </c:pt>
                <c:pt idx="24">
                  <c:v>71.84</c:v>
                </c:pt>
                <c:pt idx="25">
                  <c:v>68.02</c:v>
                </c:pt>
                <c:pt idx="26">
                  <c:v>55.74</c:v>
                </c:pt>
                <c:pt idx="27">
                  <c:v>62.97</c:v>
                </c:pt>
                <c:pt idx="28">
                  <c:v>64.52</c:v>
                </c:pt>
                <c:pt idx="29">
                  <c:v>65.84</c:v>
                </c:pt>
                <c:pt idx="30">
                  <c:v>66.069999999999993</c:v>
                </c:pt>
                <c:pt idx="31">
                  <c:v>68.959999999999994</c:v>
                </c:pt>
                <c:pt idx="32">
                  <c:v>67.08</c:v>
                </c:pt>
                <c:pt idx="33">
                  <c:v>63.3</c:v>
                </c:pt>
                <c:pt idx="34">
                  <c:v>62.47</c:v>
                </c:pt>
                <c:pt idx="35">
                  <c:v>63.11</c:v>
                </c:pt>
                <c:pt idx="36">
                  <c:v>63.58</c:v>
                </c:pt>
                <c:pt idx="37">
                  <c:v>64.7</c:v>
                </c:pt>
                <c:pt idx="38">
                  <c:v>65.3</c:v>
                </c:pt>
                <c:pt idx="39">
                  <c:v>64.569999999999993</c:v>
                </c:pt>
                <c:pt idx="40">
                  <c:v>65.09</c:v>
                </c:pt>
                <c:pt idx="41">
                  <c:v>65.680000000000007</c:v>
                </c:pt>
                <c:pt idx="42">
                  <c:v>65.39</c:v>
                </c:pt>
                <c:pt idx="43">
                  <c:v>66</c:v>
                </c:pt>
                <c:pt idx="44">
                  <c:v>56.64</c:v>
                </c:pt>
                <c:pt idx="45">
                  <c:v>58.92</c:v>
                </c:pt>
                <c:pt idx="46">
                  <c:v>59.33</c:v>
                </c:pt>
                <c:pt idx="47">
                  <c:v>59.48</c:v>
                </c:pt>
                <c:pt idx="48">
                  <c:v>60.07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5B-4660-A609-FD8F3C417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工作表1!$J$2:$J$50</c:f>
              <c:numCache>
                <c:formatCode>General</c:formatCode>
                <c:ptCount val="49"/>
                <c:pt idx="0">
                  <c:v>26.1</c:v>
                </c:pt>
                <c:pt idx="1">
                  <c:v>26.1</c:v>
                </c:pt>
                <c:pt idx="2">
                  <c:v>26.1</c:v>
                </c:pt>
                <c:pt idx="3">
                  <c:v>26.1</c:v>
                </c:pt>
                <c:pt idx="4">
                  <c:v>26.1</c:v>
                </c:pt>
                <c:pt idx="5">
                  <c:v>26.1</c:v>
                </c:pt>
                <c:pt idx="6">
                  <c:v>26.07</c:v>
                </c:pt>
                <c:pt idx="7">
                  <c:v>26.07</c:v>
                </c:pt>
                <c:pt idx="8">
                  <c:v>26.07</c:v>
                </c:pt>
                <c:pt idx="9">
                  <c:v>26.07</c:v>
                </c:pt>
                <c:pt idx="10">
                  <c:v>26.07</c:v>
                </c:pt>
                <c:pt idx="11">
                  <c:v>26.07</c:v>
                </c:pt>
                <c:pt idx="12">
                  <c:v>26.07</c:v>
                </c:pt>
                <c:pt idx="13">
                  <c:v>26.07</c:v>
                </c:pt>
                <c:pt idx="14">
                  <c:v>26.07</c:v>
                </c:pt>
                <c:pt idx="15">
                  <c:v>26.07</c:v>
                </c:pt>
                <c:pt idx="16">
                  <c:v>26.07</c:v>
                </c:pt>
                <c:pt idx="17">
                  <c:v>26.07</c:v>
                </c:pt>
                <c:pt idx="18">
                  <c:v>26.07</c:v>
                </c:pt>
                <c:pt idx="19">
                  <c:v>26.07</c:v>
                </c:pt>
                <c:pt idx="20">
                  <c:v>26.07</c:v>
                </c:pt>
                <c:pt idx="21">
                  <c:v>26.07</c:v>
                </c:pt>
                <c:pt idx="22">
                  <c:v>26.07</c:v>
                </c:pt>
                <c:pt idx="23">
                  <c:v>26.07</c:v>
                </c:pt>
                <c:pt idx="24">
                  <c:v>26.07</c:v>
                </c:pt>
                <c:pt idx="25">
                  <c:v>26.07</c:v>
                </c:pt>
                <c:pt idx="26">
                  <c:v>26.04</c:v>
                </c:pt>
                <c:pt idx="27">
                  <c:v>26.04</c:v>
                </c:pt>
                <c:pt idx="28">
                  <c:v>26.04</c:v>
                </c:pt>
                <c:pt idx="29">
                  <c:v>26.04</c:v>
                </c:pt>
                <c:pt idx="30">
                  <c:v>26.04</c:v>
                </c:pt>
                <c:pt idx="31">
                  <c:v>26.04</c:v>
                </c:pt>
                <c:pt idx="32">
                  <c:v>26.04</c:v>
                </c:pt>
                <c:pt idx="33">
                  <c:v>26.01</c:v>
                </c:pt>
                <c:pt idx="34">
                  <c:v>26.01</c:v>
                </c:pt>
                <c:pt idx="35">
                  <c:v>26.01</c:v>
                </c:pt>
                <c:pt idx="36">
                  <c:v>26.01</c:v>
                </c:pt>
                <c:pt idx="37">
                  <c:v>26.01</c:v>
                </c:pt>
                <c:pt idx="38">
                  <c:v>26.01</c:v>
                </c:pt>
                <c:pt idx="39">
                  <c:v>26.01</c:v>
                </c:pt>
                <c:pt idx="40">
                  <c:v>26.01</c:v>
                </c:pt>
                <c:pt idx="41">
                  <c:v>26.01</c:v>
                </c:pt>
                <c:pt idx="42">
                  <c:v>26.01</c:v>
                </c:pt>
                <c:pt idx="43">
                  <c:v>26.01</c:v>
                </c:pt>
                <c:pt idx="44">
                  <c:v>25.98</c:v>
                </c:pt>
                <c:pt idx="45">
                  <c:v>25.98</c:v>
                </c:pt>
                <c:pt idx="46">
                  <c:v>25.98</c:v>
                </c:pt>
                <c:pt idx="47">
                  <c:v>25.98</c:v>
                </c:pt>
                <c:pt idx="48">
                  <c:v>25.98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5B-4660-A609-FD8F3C417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4.pn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05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21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M4_100W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1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1HR 1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2.5HR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4HR 1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8HR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共扼電感嘗試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修之前的電路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F789-5458-34AC-A17E-BB35B165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FCC45D4-94DD-07D0-4C65-F27A0160030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M4_100W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並聯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9E4F6C6-B2A7-1D46-8C2E-5342BD4BEF9E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A97001B5-B31F-E4AD-A2CB-5C022F01BAC8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 加載頭有重鎖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兩邊都震不起來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兩邊功率不一樣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FC12E3-84AB-49AB-890B-BDFA1DED2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94" y="3989386"/>
            <a:ext cx="2924274" cy="21937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9215AD8-34DF-418B-AD66-93988A9A3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43" y="2388782"/>
            <a:ext cx="4720751" cy="35413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70EA578-D744-48BB-BF89-0FF8005CF9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94" y="1795685"/>
            <a:ext cx="2924274" cy="21937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701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兩顆震盪子交換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Channel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一樣是右邊功率較小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確認不是電路問題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21A70F4-E7FD-457F-8E53-D70C801A1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20" y="2229659"/>
            <a:ext cx="4459674" cy="33455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C2B45D3-7FEB-438A-9BEE-9DCFDBE3C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94" y="4027786"/>
            <a:ext cx="2924274" cy="21937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56CB248-6FAA-4FB8-B8BB-55E0C4F717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94" y="1834085"/>
            <a:ext cx="2924274" cy="21937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震盪子單獨一顆測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單獨一顆震盪子確認震盪子沒有壞掉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BD4A1FC-E58A-4224-8D44-E5DC7008B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372" y="1356240"/>
            <a:ext cx="3393098" cy="254539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8BF6A6B-B824-4219-A4AF-ED822F053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20" y="2202768"/>
            <a:ext cx="4191249" cy="314414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825E3A2-1786-4C48-B146-8535C8C10B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372" y="3879742"/>
            <a:ext cx="3393098" cy="25453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718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震盪子單獨一顆測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單獨一顆震盪子確認震盪子沒有壞掉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D46F27-C21E-476B-A15C-353AE4E88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42" y="2182366"/>
            <a:ext cx="4497352" cy="33737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597B2BD-6D91-43E2-9F86-0B42F67AE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835" y="3790875"/>
            <a:ext cx="3371493" cy="252919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0AC18D3-B05A-4BB0-874F-AECD1AA29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835" y="1215552"/>
            <a:ext cx="3320805" cy="2491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249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確認兩顆震盪子都沒有壞掉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提高輸入電壓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輸入電壓提升到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300V,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才能震出水花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813AA2-A3AC-4870-A741-7145284F2E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" t="26764" r="27989" b="53528"/>
          <a:stretch/>
        </p:blipFill>
        <p:spPr>
          <a:xfrm>
            <a:off x="624801" y="3787939"/>
            <a:ext cx="2159219" cy="78782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DF04F15-75E9-4938-8B7F-0B735F3340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" t="12334" r="2185" b="7410"/>
          <a:stretch/>
        </p:blipFill>
        <p:spPr>
          <a:xfrm>
            <a:off x="43259" y="1904895"/>
            <a:ext cx="2973716" cy="188304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9275FB3-7249-4CF5-BDB9-1D5A895CEF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" t="6561" r="337" b="11977"/>
          <a:stretch/>
        </p:blipFill>
        <p:spPr>
          <a:xfrm>
            <a:off x="3106734" y="1904895"/>
            <a:ext cx="3049942" cy="188304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7331D3FB-DE0F-46A2-B401-81BC3B12F99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t="20998" r="21870" b="46965"/>
          <a:stretch/>
        </p:blipFill>
        <p:spPr>
          <a:xfrm>
            <a:off x="3520189" y="3787939"/>
            <a:ext cx="2378990" cy="74004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51BB5D3-FD16-4EC3-BF3E-4C80F930AAD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8" t="29152" r="19400" b="46985"/>
          <a:stretch/>
        </p:blipFill>
        <p:spPr>
          <a:xfrm>
            <a:off x="3520189" y="4551228"/>
            <a:ext cx="2423986" cy="85529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B25EF25B-AF39-447B-AE06-4F188F63A5B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0" t="32203" r="24783" b="44766"/>
          <a:stretch/>
        </p:blipFill>
        <p:spPr>
          <a:xfrm>
            <a:off x="593542" y="4575763"/>
            <a:ext cx="2190478" cy="85529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3B3FC3C-C89D-4020-B16F-E23EE66BD95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9" t="24830" r="26552" b="45816"/>
          <a:stretch/>
        </p:blipFill>
        <p:spPr>
          <a:xfrm>
            <a:off x="6680345" y="4661003"/>
            <a:ext cx="1870114" cy="88601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AD0E24D-9A1E-464A-B02F-A61F701F47F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" t="10391" r="15544" b="20807"/>
          <a:stretch/>
        </p:blipFill>
        <p:spPr>
          <a:xfrm>
            <a:off x="6204882" y="1904895"/>
            <a:ext cx="2939118" cy="185185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DEE14E44-4BD0-4ABB-A512-C0F69A682037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5" t="24520" r="1957" b="31186"/>
          <a:stretch/>
        </p:blipFill>
        <p:spPr>
          <a:xfrm>
            <a:off x="6722994" y="3762611"/>
            <a:ext cx="1887189" cy="8669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072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_1HR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8016582"/>
              </p:ext>
            </p:extLst>
          </p:nvPr>
        </p:nvGraphicFramePr>
        <p:xfrm>
          <a:off x="1" y="913320"/>
          <a:ext cx="4572000" cy="2487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340118"/>
              </p:ext>
            </p:extLst>
          </p:nvPr>
        </p:nvGraphicFramePr>
        <p:xfrm>
          <a:off x="4572000" y="932083"/>
          <a:ext cx="4285280" cy="252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130661"/>
              </p:ext>
            </p:extLst>
          </p:nvPr>
        </p:nvGraphicFramePr>
        <p:xfrm>
          <a:off x="1" y="3527369"/>
          <a:ext cx="4572000" cy="252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330445"/>
              </p:ext>
            </p:extLst>
          </p:nvPr>
        </p:nvGraphicFramePr>
        <p:xfrm>
          <a:off x="4572000" y="3400633"/>
          <a:ext cx="4285280" cy="2691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6091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1874168" y="2972340"/>
            <a:ext cx="539566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28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5901BD-73B3-4EC2-B7F9-59E5A6A3E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" y="1330931"/>
            <a:ext cx="4559154" cy="261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7E6DDD2-E7EE-4BF0-AEAC-197EA1694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2" y="3949596"/>
            <a:ext cx="9144000" cy="23544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418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146030"/>
              </p:ext>
            </p:extLst>
          </p:nvPr>
        </p:nvGraphicFramePr>
        <p:xfrm>
          <a:off x="1" y="932083"/>
          <a:ext cx="4571999" cy="2634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7252695"/>
              </p:ext>
            </p:extLst>
          </p:nvPr>
        </p:nvGraphicFramePr>
        <p:xfrm>
          <a:off x="4571999" y="991466"/>
          <a:ext cx="4572000" cy="2634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075604"/>
              </p:ext>
            </p:extLst>
          </p:nvPr>
        </p:nvGraphicFramePr>
        <p:xfrm>
          <a:off x="0" y="3696765"/>
          <a:ext cx="4571999" cy="2621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542341"/>
              </p:ext>
            </p:extLst>
          </p:nvPr>
        </p:nvGraphicFramePr>
        <p:xfrm>
          <a:off x="4571999" y="3683883"/>
          <a:ext cx="4572001" cy="2634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34799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8872385-DC7C-4A73-AA3E-4F0F797E0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91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C09BF15-CBFB-419F-B74F-85F74539F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846" y="1330931"/>
            <a:ext cx="4559154" cy="261207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0B47398-B271-450C-A2DB-31A0A6A0B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036584"/>
            <a:ext cx="9144000" cy="25510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7096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1874168" y="2972340"/>
            <a:ext cx="539566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079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5901BD-73B3-4EC2-B7F9-59E5A6A3E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" y="1330931"/>
            <a:ext cx="4559154" cy="261207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0CCFE5F-F970-4DDB-B402-2DF4E6620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3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C9969F3-9B88-43D7-BBF9-4265BC9D1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977" y="1330931"/>
            <a:ext cx="4559154" cy="261207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1F5156F-4F24-4B89-879E-E0D7839910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693" y="3915022"/>
            <a:ext cx="9144000" cy="25101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050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386596"/>
              </p:ext>
            </p:extLst>
          </p:nvPr>
        </p:nvGraphicFramePr>
        <p:xfrm>
          <a:off x="1" y="913320"/>
          <a:ext cx="4392000" cy="243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0092148"/>
              </p:ext>
            </p:extLst>
          </p:nvPr>
        </p:nvGraphicFramePr>
        <p:xfrm>
          <a:off x="4571999" y="913320"/>
          <a:ext cx="4571999" cy="251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8777633"/>
              </p:ext>
            </p:extLst>
          </p:nvPr>
        </p:nvGraphicFramePr>
        <p:xfrm>
          <a:off x="0" y="3813929"/>
          <a:ext cx="4392001" cy="2532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5379277"/>
              </p:ext>
            </p:extLst>
          </p:nvPr>
        </p:nvGraphicFramePr>
        <p:xfrm>
          <a:off x="4571998" y="3902961"/>
          <a:ext cx="4572001" cy="2532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22952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2BABA8-57DC-4D7C-A4EA-625764CF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8872385-DC7C-4A73-AA3E-4F0F797E0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91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C09BF15-CBFB-419F-B74F-85F74539FA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846" y="1330931"/>
            <a:ext cx="4559154" cy="26120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C02D926-3711-47B2-A8CD-6587EC210E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30931"/>
            <a:ext cx="4559154" cy="261207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364AA2B-66E3-4A67-940F-AAD3EBEBE0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0931"/>
            <a:ext cx="4559154" cy="261207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0801BD2-57B5-4429-B531-3599C1EB1F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5691" y="4034038"/>
            <a:ext cx="9144000" cy="25536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2474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重鎖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42886E6-AF91-4098-A44A-AF665AA8C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" y="1330931"/>
            <a:ext cx="4572000" cy="261943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549F7F9-109E-43E3-8F99-2601B5DBF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2" y="1330931"/>
            <a:ext cx="4572001" cy="261943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5F37DED-72DF-46AA-BF00-C901EE6D6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848" y="4044606"/>
            <a:ext cx="9144000" cy="2284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6685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_2.5HR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1B16AD-5E17-46BF-AF85-62C6CD7CD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3" y="1751575"/>
            <a:ext cx="2877131" cy="383530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99BE4FB-15B5-4128-9A93-6928309BCA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337" y="1751575"/>
            <a:ext cx="2877132" cy="38353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949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1874168" y="2972340"/>
            <a:ext cx="539566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9516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_4HR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重鎖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42886E6-AF91-4098-A44A-AF665AA8C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" y="1330931"/>
            <a:ext cx="4572000" cy="261943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549F7F9-109E-43E3-8F99-2601B5DBF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2" y="1330931"/>
            <a:ext cx="4572001" cy="261943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5F37DED-72DF-46AA-BF00-C901EE6D6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848" y="4044606"/>
            <a:ext cx="9144000" cy="22843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8845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367367"/>
              </p:ext>
            </p:extLst>
          </p:nvPr>
        </p:nvGraphicFramePr>
        <p:xfrm>
          <a:off x="0" y="971102"/>
          <a:ext cx="4571999" cy="2621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1019258"/>
              </p:ext>
            </p:extLst>
          </p:nvPr>
        </p:nvGraphicFramePr>
        <p:xfrm>
          <a:off x="4571998" y="1043088"/>
          <a:ext cx="4572001" cy="251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5732953"/>
              </p:ext>
            </p:extLst>
          </p:nvPr>
        </p:nvGraphicFramePr>
        <p:xfrm>
          <a:off x="0" y="3719840"/>
          <a:ext cx="4571998" cy="2570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87006"/>
              </p:ext>
            </p:extLst>
          </p:nvPr>
        </p:nvGraphicFramePr>
        <p:xfrm>
          <a:off x="4571998" y="3817806"/>
          <a:ext cx="4572001" cy="251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8946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_8HR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7D6FFF-D7B2-470E-95D3-D77F520A2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3" y="1330931"/>
            <a:ext cx="4559154" cy="26120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9F10260-AC4F-43DA-90D7-017D3EB85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53" y="1337518"/>
            <a:ext cx="4559154" cy="261207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A5C5E53-A74E-47CF-ABDB-E10A1D27C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693" y="3959894"/>
            <a:ext cx="9144000" cy="23442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413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共扼電感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共扼電感嘗試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有修一塊之前的電路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接共扼電感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能震出水花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458280" lvl="1">
              <a:spcBef>
                <a:spcPts val="479"/>
              </a:spcBef>
              <a:buSzPct val="100000"/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但開沒幾秒 電感冒煙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0948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kumimoji="1" lang="zh-TW" altLang="en-US" sz="2400" kern="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195967</TotalTime>
  <Words>356</Words>
  <Application>Microsoft Office PowerPoint</Application>
  <PresentationFormat>如螢幕大小 (4:3)</PresentationFormat>
  <Paragraphs>83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24</vt:i4>
      </vt:variant>
    </vt:vector>
  </HeadingPairs>
  <TitlesOfParts>
    <vt:vector size="3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2278</cp:revision>
  <dcterms:created xsi:type="dcterms:W3CDTF">2001-07-18T23:57:34Z</dcterms:created>
  <dcterms:modified xsi:type="dcterms:W3CDTF">2025-05-20T14:59:15Z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