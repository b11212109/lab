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1611" r:id="rId4"/>
    <p:sldId id="1664" r:id="rId5"/>
    <p:sldId id="1657" r:id="rId6"/>
    <p:sldId id="1661" r:id="rId7"/>
    <p:sldId id="1665" r:id="rId8"/>
    <p:sldId id="1666" r:id="rId9"/>
    <p:sldId id="1668" r:id="rId10"/>
    <p:sldId id="1669" r:id="rId11"/>
    <p:sldId id="1671" r:id="rId12"/>
    <p:sldId id="1670" r:id="rId13"/>
    <p:sldId id="1667" r:id="rId14"/>
    <p:sldId id="493" r:id="rId15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64"/>
            <p14:sldId id="1657"/>
            <p14:sldId id="1661"/>
            <p14:sldId id="1665"/>
            <p14:sldId id="1666"/>
            <p14:sldId id="1668"/>
            <p14:sldId id="1669"/>
            <p14:sldId id="1671"/>
            <p14:sldId id="1670"/>
            <p14:sldId id="1667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71294" autoAdjust="0"/>
  </p:normalViewPr>
  <p:slideViewPr>
    <p:cSldViewPr snapToGrid="0">
      <p:cViewPr>
        <p:scale>
          <a:sx n="100" d="100"/>
          <a:sy n="100" d="100"/>
        </p:scale>
        <p:origin x="358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tags" Target="../tags/tag10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12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洗板、焊接、測試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洗板焊接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-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不立板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洗板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76A9D8-EDE5-4BEB-ABED-03C63A01CB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0" t="9109" r="12117" b="4832"/>
          <a:stretch/>
        </p:blipFill>
        <p:spPr>
          <a:xfrm>
            <a:off x="35064" y="1891853"/>
            <a:ext cx="4352360" cy="385245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7B92662-60B1-4091-946C-E0A4348BAE3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2" t="11473" r="13305" b="6475"/>
          <a:stretch/>
        </p:blipFill>
        <p:spPr>
          <a:xfrm>
            <a:off x="4387424" y="1891853"/>
            <a:ext cx="4626512" cy="38524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375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TOP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0105FCC-8CC3-4F99-B8B4-E99BC82B4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961" y="1310207"/>
            <a:ext cx="6083224" cy="50891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8946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Buttom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B4739D-8C4B-438E-B8CC-41622F53D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478" y="1277623"/>
            <a:ext cx="6150280" cy="51475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302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電路焊接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焊接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TOP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D31A94-B3B8-4B45-847E-831266F0D0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5" t="30353" r="9267" b="11688"/>
          <a:stretch/>
        </p:blipFill>
        <p:spPr>
          <a:xfrm>
            <a:off x="1861652" y="1362519"/>
            <a:ext cx="5420695" cy="49493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503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電路焊接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焊接 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Buttom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287124-2EB7-4D19-BAE2-7AA168D0A3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73" b="4191"/>
          <a:stretch/>
        </p:blipFill>
        <p:spPr>
          <a:xfrm>
            <a:off x="1634986" y="1362519"/>
            <a:ext cx="5874027" cy="48888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446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67347"/>
            <a:ext cx="8784000" cy="55302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0EF7231-77F9-4B23-A410-44DEC0EA2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5620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234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67347"/>
            <a:ext cx="8784000" cy="55302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97F6A5-2C42-4F6F-BE74-7ADEF1E18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753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67347"/>
            <a:ext cx="8784000" cy="55302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實際測試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一樣有雜訊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97F6A5-2C42-4F6F-BE74-7ADEF1E18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378F42-CDEB-4332-85C9-86F2086D1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17167"/>
            <a:ext cx="9144000" cy="45291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465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67347"/>
            <a:ext cx="8784000" cy="55302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輸入電壓電流異常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7506614.697281">
            <a:hlinkClick r:id="" action="ppaction://media"/>
            <a:extLst>
              <a:ext uri="{FF2B5EF4-FFF2-40B4-BE49-F238E27FC236}">
                <a16:creationId xmlns:a16="http://schemas.microsoft.com/office/drawing/2014/main" id="{3F6ED293-49C3-45A9-812C-14DF17C068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21910" end="2187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567932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7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立板不立板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84769"/>
            <a:ext cx="8784000" cy="53783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因為電桿 立板對電路高度影響不大 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2B9AC2-51A0-45F1-AC46-5844DDA2DA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4" t="31139" r="3915" b="4830"/>
          <a:stretch/>
        </p:blipFill>
        <p:spPr>
          <a:xfrm>
            <a:off x="232710" y="1473914"/>
            <a:ext cx="8678579" cy="44891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3074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211031</TotalTime>
  <Words>139</Words>
  <Application>Microsoft Office PowerPoint</Application>
  <PresentationFormat>如螢幕大小 (4:3)</PresentationFormat>
  <Paragraphs>238</Paragraphs>
  <Slides>13</Slides>
  <Notes>1</Notes>
  <HiddenSlides>0</HiddenSlides>
  <MMClips>1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3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2513</cp:revision>
  <dcterms:created xsi:type="dcterms:W3CDTF">2001-07-18T23:57:34Z</dcterms:created>
  <dcterms:modified xsi:type="dcterms:W3CDTF">2025-12-15T16:13:21Z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