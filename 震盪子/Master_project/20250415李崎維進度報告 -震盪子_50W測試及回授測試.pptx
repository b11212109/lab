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2"/>
  </p:notesMasterIdLst>
  <p:sldIdLst>
    <p:sldId id="256" r:id="rId3"/>
    <p:sldId id="492" r:id="rId4"/>
    <p:sldId id="1343" r:id="rId5"/>
    <p:sldId id="1368" r:id="rId6"/>
    <p:sldId id="1354" r:id="rId7"/>
    <p:sldId id="1352" r:id="rId8"/>
    <p:sldId id="1366" r:id="rId9"/>
    <p:sldId id="1367" r:id="rId10"/>
    <p:sldId id="1353" r:id="rId11"/>
    <p:sldId id="1351" r:id="rId12"/>
    <p:sldId id="1365" r:id="rId13"/>
    <p:sldId id="1356" r:id="rId14"/>
    <p:sldId id="1357" r:id="rId15"/>
    <p:sldId id="1360" r:id="rId16"/>
    <p:sldId id="1362" r:id="rId17"/>
    <p:sldId id="1361" r:id="rId18"/>
    <p:sldId id="1363" r:id="rId19"/>
    <p:sldId id="1364" r:id="rId20"/>
    <p:sldId id="493" r:id="rId21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43"/>
            <p14:sldId id="1368"/>
            <p14:sldId id="1354"/>
            <p14:sldId id="1352"/>
            <p14:sldId id="1366"/>
            <p14:sldId id="1367"/>
            <p14:sldId id="1353"/>
            <p14:sldId id="1351"/>
            <p14:sldId id="1365"/>
            <p14:sldId id="1356"/>
            <p14:sldId id="1357"/>
            <p14:sldId id="1360"/>
            <p14:sldId id="1362"/>
            <p14:sldId id="1361"/>
            <p14:sldId id="1363"/>
            <p14:sldId id="1364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3333CC"/>
    <a:srgbClr val="6868D9"/>
    <a:srgbClr val="00A077"/>
    <a:srgbClr val="C00000"/>
    <a:srgbClr val="FFFFFF"/>
    <a:srgbClr val="262699"/>
    <a:srgbClr val="262626"/>
    <a:srgbClr val="03FA10"/>
    <a:srgbClr val="000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37044B-838A-4A35-A0DE-961E4BA7B9B0}" v="172" dt="2025-04-15T05:24: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88" autoAdjust="0"/>
    <p:restoredTop sz="96242" autoAdjust="0"/>
  </p:normalViewPr>
  <p:slideViewPr>
    <p:cSldViewPr snapToGrid="0">
      <p:cViewPr varScale="1">
        <p:scale>
          <a:sx n="170" d="100"/>
          <a:sy n="170" d="100"/>
        </p:scale>
        <p:origin x="19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BA37044B-838A-4A35-A0DE-961E4BA7B9B0}"/>
    <pc:docChg chg="undo redo custSel addSld delSld modSld sldOrd modSection">
      <pc:chgData name="崎維 李" userId="d4390ee11c1fc6cf" providerId="LiveId" clId="{BA37044B-838A-4A35-A0DE-961E4BA7B9B0}" dt="2025-04-15T05:26:25.236" v="1312" actId="20577"/>
      <pc:docMkLst>
        <pc:docMk/>
      </pc:docMkLst>
      <pc:sldChg chg="modSp mod">
        <pc:chgData name="崎維 李" userId="d4390ee11c1fc6cf" providerId="LiveId" clId="{BA37044B-838A-4A35-A0DE-961E4BA7B9B0}" dt="2025-04-15T05:26:25.236" v="1312" actId="20577"/>
        <pc:sldMkLst>
          <pc:docMk/>
          <pc:sldMk cId="0" sldId="256"/>
        </pc:sldMkLst>
        <pc:spChg chg="mod">
          <ac:chgData name="崎維 李" userId="d4390ee11c1fc6cf" providerId="LiveId" clId="{BA37044B-838A-4A35-A0DE-961E4BA7B9B0}" dt="2025-04-15T05:26:25.236" v="1312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BA37044B-838A-4A35-A0DE-961E4BA7B9B0}" dt="2025-04-15T05:23:29.853" v="1210" actId="20577"/>
        <pc:sldMkLst>
          <pc:docMk/>
          <pc:sldMk cId="1759611898" sldId="492"/>
        </pc:sldMkLst>
        <pc:spChg chg="mod">
          <ac:chgData name="崎維 李" userId="d4390ee11c1fc6cf" providerId="LiveId" clId="{BA37044B-838A-4A35-A0DE-961E4BA7B9B0}" dt="2025-04-15T05:23:29.853" v="1210" actId="20577"/>
          <ac:spMkLst>
            <pc:docMk/>
            <pc:sldMk cId="1759611898" sldId="492"/>
            <ac:spMk id="2" creationId="{FFDA5E2A-651A-2221-C4E1-4B3C8ABE1EF6}"/>
          </ac:spMkLst>
        </pc:spChg>
      </pc:sldChg>
      <pc:sldChg chg="modSp mod">
        <pc:chgData name="崎維 李" userId="d4390ee11c1fc6cf" providerId="LiveId" clId="{BA37044B-838A-4A35-A0DE-961E4BA7B9B0}" dt="2025-04-15T05:24:56.999" v="1309"/>
        <pc:sldMkLst>
          <pc:docMk/>
          <pc:sldMk cId="1870929783" sldId="493"/>
        </pc:sldMkLst>
        <pc:spChg chg="mod">
          <ac:chgData name="崎維 李" userId="d4390ee11c1fc6cf" providerId="LiveId" clId="{BA37044B-838A-4A35-A0DE-961E4BA7B9B0}" dt="2025-04-15T05:23:50.952" v="1211" actId="1076"/>
          <ac:spMkLst>
            <pc:docMk/>
            <pc:sldMk cId="1870929783" sldId="493"/>
            <ac:spMk id="3" creationId="{E1AA806A-5F35-3E68-504B-CBB909CDBD48}"/>
          </ac:spMkLst>
        </pc:spChg>
        <pc:spChg chg="mod">
          <ac:chgData name="崎維 李" userId="d4390ee11c1fc6cf" providerId="LiveId" clId="{BA37044B-838A-4A35-A0DE-961E4BA7B9B0}" dt="2025-04-15T05:24:56.999" v="1309"/>
          <ac:spMkLst>
            <pc:docMk/>
            <pc:sldMk cId="1870929783" sldId="493"/>
            <ac:spMk id="6" creationId="{254CC07A-9104-BFF8-CC32-E6A910233C69}"/>
          </ac:spMkLst>
        </pc:spChg>
      </pc:sldChg>
      <pc:sldChg chg="del">
        <pc:chgData name="崎維 李" userId="d4390ee11c1fc6cf" providerId="LiveId" clId="{BA37044B-838A-4A35-A0DE-961E4BA7B9B0}" dt="2025-04-14T14:18:56.995" v="505" actId="47"/>
        <pc:sldMkLst>
          <pc:docMk/>
          <pc:sldMk cId="3606609377" sldId="1331"/>
        </pc:sldMkLst>
      </pc:sldChg>
      <pc:sldChg chg="del">
        <pc:chgData name="崎維 李" userId="d4390ee11c1fc6cf" providerId="LiveId" clId="{BA37044B-838A-4A35-A0DE-961E4BA7B9B0}" dt="2025-04-14T14:18:58.601" v="506" actId="47"/>
        <pc:sldMkLst>
          <pc:docMk/>
          <pc:sldMk cId="3878843723" sldId="1334"/>
        </pc:sldMkLst>
      </pc:sldChg>
      <pc:sldChg chg="addSp delSp modSp mod delAnim modAnim">
        <pc:chgData name="崎維 李" userId="d4390ee11c1fc6cf" providerId="LiveId" clId="{BA37044B-838A-4A35-A0DE-961E4BA7B9B0}" dt="2025-04-14T14:29:40.061" v="869" actId="1076"/>
        <pc:sldMkLst>
          <pc:docMk/>
          <pc:sldMk cId="3456917613" sldId="1343"/>
        </pc:sldMkLst>
        <pc:spChg chg="mod">
          <ac:chgData name="崎維 李" userId="d4390ee11c1fc6cf" providerId="LiveId" clId="{BA37044B-838A-4A35-A0DE-961E4BA7B9B0}" dt="2025-04-14T14:29:06.827" v="862" actId="5793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BA37044B-838A-4A35-A0DE-961E4BA7B9B0}" dt="2025-04-14T13:57:32.978" v="49" actId="20577"/>
          <ac:spMkLst>
            <pc:docMk/>
            <pc:sldMk cId="3456917613" sldId="1343"/>
            <ac:spMk id="5" creationId="{0039AD83-3A78-F2C5-7091-C7D4FD265AAB}"/>
          </ac:spMkLst>
        </pc:spChg>
        <pc:picChg chg="add del mod">
          <ac:chgData name="崎維 李" userId="d4390ee11c1fc6cf" providerId="LiveId" clId="{BA37044B-838A-4A35-A0DE-961E4BA7B9B0}" dt="2025-04-14T14:05:19.339" v="135" actId="478"/>
          <ac:picMkLst>
            <pc:docMk/>
            <pc:sldMk cId="3456917613" sldId="1343"/>
            <ac:picMk id="3" creationId="{12E2936C-96F5-DAC8-88D6-AF660D6F8B44}"/>
          </ac:picMkLst>
        </pc:picChg>
        <pc:picChg chg="add del mod">
          <ac:chgData name="崎維 李" userId="d4390ee11c1fc6cf" providerId="LiveId" clId="{BA37044B-838A-4A35-A0DE-961E4BA7B9B0}" dt="2025-04-14T14:05:53.380" v="141" actId="478"/>
          <ac:picMkLst>
            <pc:docMk/>
            <pc:sldMk cId="3456917613" sldId="1343"/>
            <ac:picMk id="4" creationId="{FB780B2A-ED10-CD49-22F5-D8279AAE4CE0}"/>
          </ac:picMkLst>
        </pc:picChg>
        <pc:picChg chg="del">
          <ac:chgData name="崎維 李" userId="d4390ee11c1fc6cf" providerId="LiveId" clId="{BA37044B-838A-4A35-A0DE-961E4BA7B9B0}" dt="2025-04-14T13:55:35.264" v="45" actId="478"/>
          <ac:picMkLst>
            <pc:docMk/>
            <pc:sldMk cId="3456917613" sldId="1343"/>
            <ac:picMk id="8" creationId="{1495F566-64A2-C277-44C2-7C3BEF4F79F5}"/>
          </ac:picMkLst>
        </pc:picChg>
        <pc:picChg chg="add del mod">
          <ac:chgData name="崎維 李" userId="d4390ee11c1fc6cf" providerId="LiveId" clId="{BA37044B-838A-4A35-A0DE-961E4BA7B9B0}" dt="2025-04-14T14:29:04.599" v="859" actId="478"/>
          <ac:picMkLst>
            <pc:docMk/>
            <pc:sldMk cId="3456917613" sldId="1343"/>
            <ac:picMk id="9" creationId="{9FA43DED-319B-1DBE-AC04-D179DABC410F}"/>
          </ac:picMkLst>
        </pc:picChg>
        <pc:picChg chg="add mod">
          <ac:chgData name="崎維 李" userId="d4390ee11c1fc6cf" providerId="LiveId" clId="{BA37044B-838A-4A35-A0DE-961E4BA7B9B0}" dt="2025-04-14T14:29:40.061" v="869" actId="1076"/>
          <ac:picMkLst>
            <pc:docMk/>
            <pc:sldMk cId="3456917613" sldId="1343"/>
            <ac:picMk id="10" creationId="{C1B883CA-CA2F-C505-03D2-723C9A510430}"/>
          </ac:picMkLst>
        </pc:picChg>
      </pc:sldChg>
      <pc:sldChg chg="del">
        <pc:chgData name="崎維 李" userId="d4390ee11c1fc6cf" providerId="LiveId" clId="{BA37044B-838A-4A35-A0DE-961E4BA7B9B0}" dt="2025-04-14T14:18:59.828" v="507" actId="47"/>
        <pc:sldMkLst>
          <pc:docMk/>
          <pc:sldMk cId="864881604" sldId="1350"/>
        </pc:sldMkLst>
      </pc:sldChg>
      <pc:sldChg chg="addSp delSp modSp mod delAnim modAnim">
        <pc:chgData name="崎維 李" userId="d4390ee11c1fc6cf" providerId="LiveId" clId="{BA37044B-838A-4A35-A0DE-961E4BA7B9B0}" dt="2025-04-14T14:33:23.349" v="909"/>
        <pc:sldMkLst>
          <pc:docMk/>
          <pc:sldMk cId="3381575590" sldId="1351"/>
        </pc:sldMkLst>
        <pc:spChg chg="mod">
          <ac:chgData name="崎維 李" userId="d4390ee11c1fc6cf" providerId="LiveId" clId="{BA37044B-838A-4A35-A0DE-961E4BA7B9B0}" dt="2025-04-14T14:33:23.349" v="909"/>
          <ac:spMkLst>
            <pc:docMk/>
            <pc:sldMk cId="3381575590" sldId="1351"/>
            <ac:spMk id="2" creationId="{0B77A5D7-76AD-6F07-5FCE-1CE93D2A9F9A}"/>
          </ac:spMkLst>
        </pc:spChg>
        <pc:picChg chg="del">
          <ac:chgData name="崎維 李" userId="d4390ee11c1fc6cf" providerId="LiveId" clId="{BA37044B-838A-4A35-A0DE-961E4BA7B9B0}" dt="2025-04-14T14:17:56.833" v="495" actId="478"/>
          <ac:picMkLst>
            <pc:docMk/>
            <pc:sldMk cId="3381575590" sldId="1351"/>
            <ac:picMk id="3" creationId="{3B48C31C-DA57-BB6F-6D69-4B2896711D7E}"/>
          </ac:picMkLst>
        </pc:picChg>
        <pc:picChg chg="del">
          <ac:chgData name="崎維 李" userId="d4390ee11c1fc6cf" providerId="LiveId" clId="{BA37044B-838A-4A35-A0DE-961E4BA7B9B0}" dt="2025-04-14T14:17:57.397" v="496" actId="478"/>
          <ac:picMkLst>
            <pc:docMk/>
            <pc:sldMk cId="3381575590" sldId="1351"/>
            <ac:picMk id="4" creationId="{3F85A8E7-6494-DDB3-8872-EF97F8D6C408}"/>
          </ac:picMkLst>
        </pc:picChg>
        <pc:picChg chg="add mod">
          <ac:chgData name="崎維 李" userId="d4390ee11c1fc6cf" providerId="LiveId" clId="{BA37044B-838A-4A35-A0DE-961E4BA7B9B0}" dt="2025-04-14T14:18:43.371" v="504" actId="1076"/>
          <ac:picMkLst>
            <pc:docMk/>
            <pc:sldMk cId="3381575590" sldId="1351"/>
            <ac:picMk id="6" creationId="{879B9BFD-57D0-0C12-6B61-10EE491FD10D}"/>
          </ac:picMkLst>
        </pc:picChg>
      </pc:sldChg>
      <pc:sldChg chg="addSp delSp modSp add mod ord delAnim modAnim">
        <pc:chgData name="崎維 李" userId="d4390ee11c1fc6cf" providerId="LiveId" clId="{BA37044B-838A-4A35-A0DE-961E4BA7B9B0}" dt="2025-04-14T14:34:37.803" v="921" actId="1076"/>
        <pc:sldMkLst>
          <pc:docMk/>
          <pc:sldMk cId="3915415583" sldId="1352"/>
        </pc:sldMkLst>
        <pc:spChg chg="mod">
          <ac:chgData name="崎維 李" userId="d4390ee11c1fc6cf" providerId="LiveId" clId="{BA37044B-838A-4A35-A0DE-961E4BA7B9B0}" dt="2025-04-14T14:06:55.402" v="199"/>
          <ac:spMkLst>
            <pc:docMk/>
            <pc:sldMk cId="3915415583" sldId="1352"/>
            <ac:spMk id="2" creationId="{DD082DAB-6AB1-22F7-5519-310FD25556C6}"/>
          </ac:spMkLst>
        </pc:spChg>
        <pc:picChg chg="add del mod">
          <ac:chgData name="崎維 李" userId="d4390ee11c1fc6cf" providerId="LiveId" clId="{BA37044B-838A-4A35-A0DE-961E4BA7B9B0}" dt="2025-04-14T14:06:12.223" v="146" actId="478"/>
          <ac:picMkLst>
            <pc:docMk/>
            <pc:sldMk cId="3915415583" sldId="1352"/>
            <ac:picMk id="3" creationId="{798C2CE6-540E-A576-9358-5F5CB1788F12}"/>
          </ac:picMkLst>
        </pc:picChg>
        <pc:picChg chg="add mod">
          <ac:chgData name="崎維 李" userId="d4390ee11c1fc6cf" providerId="LiveId" clId="{BA37044B-838A-4A35-A0DE-961E4BA7B9B0}" dt="2025-04-14T14:34:37.803" v="921" actId="1076"/>
          <ac:picMkLst>
            <pc:docMk/>
            <pc:sldMk cId="3915415583" sldId="1352"/>
            <ac:picMk id="4" creationId="{611782A0-DD91-4CC3-4897-F331D31D5F29}"/>
          </ac:picMkLst>
        </pc:picChg>
      </pc:sldChg>
      <pc:sldChg chg="addSp modSp add mod ord">
        <pc:chgData name="崎維 李" userId="d4390ee11c1fc6cf" providerId="LiveId" clId="{BA37044B-838A-4A35-A0DE-961E4BA7B9B0}" dt="2025-04-14T14:34:21.377" v="914"/>
        <pc:sldMkLst>
          <pc:docMk/>
          <pc:sldMk cId="1508537114" sldId="1353"/>
        </pc:sldMkLst>
        <pc:spChg chg="mod">
          <ac:chgData name="崎維 李" userId="d4390ee11c1fc6cf" providerId="LiveId" clId="{BA37044B-838A-4A35-A0DE-961E4BA7B9B0}" dt="2025-04-14T14:08:28.852" v="283"/>
          <ac:spMkLst>
            <pc:docMk/>
            <pc:sldMk cId="1508537114" sldId="1353"/>
            <ac:spMk id="2" creationId="{2BD44874-740C-F583-F62E-010583A66671}"/>
          </ac:spMkLst>
        </pc:spChg>
        <pc:picChg chg="add mod">
          <ac:chgData name="崎維 李" userId="d4390ee11c1fc6cf" providerId="LiveId" clId="{BA37044B-838A-4A35-A0DE-961E4BA7B9B0}" dt="2025-04-14T14:07:12.115" v="204" actId="1076"/>
          <ac:picMkLst>
            <pc:docMk/>
            <pc:sldMk cId="1508537114" sldId="1353"/>
            <ac:picMk id="4" creationId="{2C5D7741-C6A8-A7FC-1FEB-D35911B69642}"/>
          </ac:picMkLst>
        </pc:picChg>
        <pc:picChg chg="add mod">
          <ac:chgData name="崎維 李" userId="d4390ee11c1fc6cf" providerId="LiveId" clId="{BA37044B-838A-4A35-A0DE-961E4BA7B9B0}" dt="2025-04-14T14:07:25.110" v="211" actId="1076"/>
          <ac:picMkLst>
            <pc:docMk/>
            <pc:sldMk cId="1508537114" sldId="1353"/>
            <ac:picMk id="8" creationId="{F5DC9BCD-11F3-EDB5-FF04-06FA31B5A398}"/>
          </ac:picMkLst>
        </pc:picChg>
      </pc:sldChg>
      <pc:sldChg chg="addSp modSp add mod">
        <pc:chgData name="崎維 李" userId="d4390ee11c1fc6cf" providerId="LiveId" clId="{BA37044B-838A-4A35-A0DE-961E4BA7B9B0}" dt="2025-04-14T14:34:04.621" v="912" actId="20577"/>
        <pc:sldMkLst>
          <pc:docMk/>
          <pc:sldMk cId="4160821948" sldId="1354"/>
        </pc:sldMkLst>
        <pc:spChg chg="mod">
          <ac:chgData name="崎維 李" userId="d4390ee11c1fc6cf" providerId="LiveId" clId="{BA37044B-838A-4A35-A0DE-961E4BA7B9B0}" dt="2025-04-14T14:34:04.621" v="912" actId="20577"/>
          <ac:spMkLst>
            <pc:docMk/>
            <pc:sldMk cId="4160821948" sldId="1354"/>
            <ac:spMk id="2" creationId="{E89C9528-ECE0-CE2A-20BC-41613E2DA5A8}"/>
          </ac:spMkLst>
        </pc:spChg>
        <pc:picChg chg="add mod">
          <ac:chgData name="崎維 李" userId="d4390ee11c1fc6cf" providerId="LiveId" clId="{BA37044B-838A-4A35-A0DE-961E4BA7B9B0}" dt="2025-04-14T14:15:00.259" v="332" actId="1076"/>
          <ac:picMkLst>
            <pc:docMk/>
            <pc:sldMk cId="4160821948" sldId="1354"/>
            <ac:picMk id="4" creationId="{A807F89E-7E4E-2479-5460-3999AC796234}"/>
          </ac:picMkLst>
        </pc:picChg>
      </pc:sldChg>
      <pc:sldChg chg="add del">
        <pc:chgData name="崎維 李" userId="d4390ee11c1fc6cf" providerId="LiveId" clId="{BA37044B-838A-4A35-A0DE-961E4BA7B9B0}" dt="2025-04-14T14:33:55.974" v="911" actId="47"/>
        <pc:sldMkLst>
          <pc:docMk/>
          <pc:sldMk cId="118649503" sldId="1355"/>
        </pc:sldMkLst>
      </pc:sldChg>
      <pc:sldChg chg="addSp delSp modSp add mod delAnim">
        <pc:chgData name="崎維 李" userId="d4390ee11c1fc6cf" providerId="LiveId" clId="{BA37044B-838A-4A35-A0DE-961E4BA7B9B0}" dt="2025-04-14T14:20:21.696" v="569" actId="1076"/>
        <pc:sldMkLst>
          <pc:docMk/>
          <pc:sldMk cId="1520577412" sldId="1356"/>
        </pc:sldMkLst>
        <pc:spChg chg="mod">
          <ac:chgData name="崎維 李" userId="d4390ee11c1fc6cf" providerId="LiveId" clId="{BA37044B-838A-4A35-A0DE-961E4BA7B9B0}" dt="2025-04-14T14:19:50.257" v="556" actId="20577"/>
          <ac:spMkLst>
            <pc:docMk/>
            <pc:sldMk cId="1520577412" sldId="1356"/>
            <ac:spMk id="2" creationId="{97C4F1BB-72B4-4A67-34D6-FC87317D4E05}"/>
          </ac:spMkLst>
        </pc:spChg>
        <pc:spChg chg="mod">
          <ac:chgData name="崎維 李" userId="d4390ee11c1fc6cf" providerId="LiveId" clId="{BA37044B-838A-4A35-A0DE-961E4BA7B9B0}" dt="2025-04-14T14:19:25.183" v="540"/>
          <ac:spMkLst>
            <pc:docMk/>
            <pc:sldMk cId="1520577412" sldId="1356"/>
            <ac:spMk id="5" creationId="{11F24C4F-BF3F-EF4C-0EEF-F1A1D297C250}"/>
          </ac:spMkLst>
        </pc:spChg>
        <pc:picChg chg="add del mod">
          <ac:chgData name="崎維 李" userId="d4390ee11c1fc6cf" providerId="LiveId" clId="{BA37044B-838A-4A35-A0DE-961E4BA7B9B0}" dt="2025-04-14T14:19:36.608" v="545" actId="478"/>
          <ac:picMkLst>
            <pc:docMk/>
            <pc:sldMk cId="1520577412" sldId="1356"/>
            <ac:picMk id="4" creationId="{5199742F-752C-00CE-0A73-D2B8CF181F8A}"/>
          </ac:picMkLst>
        </pc:picChg>
        <pc:picChg chg="del">
          <ac:chgData name="崎維 李" userId="d4390ee11c1fc6cf" providerId="LiveId" clId="{BA37044B-838A-4A35-A0DE-961E4BA7B9B0}" dt="2025-04-14T14:19:27.953" v="541" actId="478"/>
          <ac:picMkLst>
            <pc:docMk/>
            <pc:sldMk cId="1520577412" sldId="1356"/>
            <ac:picMk id="6" creationId="{9DDBA012-C881-D17C-3B8D-747BF0806622}"/>
          </ac:picMkLst>
        </pc:picChg>
        <pc:picChg chg="add mod">
          <ac:chgData name="崎維 李" userId="d4390ee11c1fc6cf" providerId="LiveId" clId="{BA37044B-838A-4A35-A0DE-961E4BA7B9B0}" dt="2025-04-14T14:20:21.696" v="569" actId="1076"/>
          <ac:picMkLst>
            <pc:docMk/>
            <pc:sldMk cId="1520577412" sldId="1356"/>
            <ac:picMk id="9" creationId="{57F408DB-F87E-2891-29F6-72CC45BFF9C9}"/>
          </ac:picMkLst>
        </pc:picChg>
        <pc:picChg chg="add del mod">
          <ac:chgData name="崎維 李" userId="d4390ee11c1fc6cf" providerId="LiveId" clId="{BA37044B-838A-4A35-A0DE-961E4BA7B9B0}" dt="2025-04-14T14:20:04.265" v="561" actId="478"/>
          <ac:picMkLst>
            <pc:docMk/>
            <pc:sldMk cId="1520577412" sldId="1356"/>
            <ac:picMk id="11" creationId="{54D560CF-2CC9-C4D6-2F5B-1D603E64352D}"/>
          </ac:picMkLst>
        </pc:picChg>
        <pc:picChg chg="add mod">
          <ac:chgData name="崎維 李" userId="d4390ee11c1fc6cf" providerId="LiveId" clId="{BA37044B-838A-4A35-A0DE-961E4BA7B9B0}" dt="2025-04-14T14:20:18.799" v="568" actId="1076"/>
          <ac:picMkLst>
            <pc:docMk/>
            <pc:sldMk cId="1520577412" sldId="1356"/>
            <ac:picMk id="13" creationId="{4B335D32-5C06-83E8-26B1-1D818DFFC758}"/>
          </ac:picMkLst>
        </pc:picChg>
      </pc:sldChg>
      <pc:sldChg chg="addSp delSp modSp add mod">
        <pc:chgData name="崎維 李" userId="d4390ee11c1fc6cf" providerId="LiveId" clId="{BA37044B-838A-4A35-A0DE-961E4BA7B9B0}" dt="2025-04-14T14:52:44.769" v="1140" actId="1076"/>
        <pc:sldMkLst>
          <pc:docMk/>
          <pc:sldMk cId="2374944766" sldId="1357"/>
        </pc:sldMkLst>
        <pc:spChg chg="mod">
          <ac:chgData name="崎維 李" userId="d4390ee11c1fc6cf" providerId="LiveId" clId="{BA37044B-838A-4A35-A0DE-961E4BA7B9B0}" dt="2025-04-14T14:51:34.265" v="1071" actId="20577"/>
          <ac:spMkLst>
            <pc:docMk/>
            <pc:sldMk cId="2374944766" sldId="1357"/>
            <ac:spMk id="5" creationId="{54344A9C-BCFC-D322-F71E-9BCBAEAE2412}"/>
          </ac:spMkLst>
        </pc:spChg>
        <pc:spChg chg="add mod">
          <ac:chgData name="崎維 李" userId="d4390ee11c1fc6cf" providerId="LiveId" clId="{BA37044B-838A-4A35-A0DE-961E4BA7B9B0}" dt="2025-04-14T14:52:44.769" v="1140" actId="1076"/>
          <ac:spMkLst>
            <pc:docMk/>
            <pc:sldMk cId="2374944766" sldId="1357"/>
            <ac:spMk id="6" creationId="{7D6D2765-3AE9-F763-9338-8A172EDFE6CE}"/>
          </ac:spMkLst>
        </pc:spChg>
        <pc:picChg chg="add mod">
          <ac:chgData name="崎維 李" userId="d4390ee11c1fc6cf" providerId="LiveId" clId="{BA37044B-838A-4A35-A0DE-961E4BA7B9B0}" dt="2025-04-14T14:20:57.579" v="583" actId="14100"/>
          <ac:picMkLst>
            <pc:docMk/>
            <pc:sldMk cId="2374944766" sldId="1357"/>
            <ac:picMk id="4" creationId="{7C651E97-05C5-3575-BC38-D058106478EF}"/>
          </ac:picMkLst>
        </pc:picChg>
        <pc:picChg chg="del">
          <ac:chgData name="崎維 李" userId="d4390ee11c1fc6cf" providerId="LiveId" clId="{BA37044B-838A-4A35-A0DE-961E4BA7B9B0}" dt="2025-04-14T14:20:36.656" v="573" actId="478"/>
          <ac:picMkLst>
            <pc:docMk/>
            <pc:sldMk cId="2374944766" sldId="1357"/>
            <ac:picMk id="9" creationId="{2D44AD70-A4FE-7BFE-FBAA-83815E6A4E69}"/>
          </ac:picMkLst>
        </pc:picChg>
        <pc:picChg chg="del">
          <ac:chgData name="崎維 李" userId="d4390ee11c1fc6cf" providerId="LiveId" clId="{BA37044B-838A-4A35-A0DE-961E4BA7B9B0}" dt="2025-04-14T14:20:38.469" v="574" actId="478"/>
          <ac:picMkLst>
            <pc:docMk/>
            <pc:sldMk cId="2374944766" sldId="1357"/>
            <ac:picMk id="13" creationId="{4202BD0F-B787-73C2-6BEC-6064FB42B59B}"/>
          </ac:picMkLst>
        </pc:picChg>
      </pc:sldChg>
      <pc:sldChg chg="add del">
        <pc:chgData name="崎維 李" userId="d4390ee11c1fc6cf" providerId="LiveId" clId="{BA37044B-838A-4A35-A0DE-961E4BA7B9B0}" dt="2025-04-14T14:21:03.742" v="587" actId="47"/>
        <pc:sldMkLst>
          <pc:docMk/>
          <pc:sldMk cId="2501085111" sldId="1358"/>
        </pc:sldMkLst>
      </pc:sldChg>
      <pc:sldChg chg="add del">
        <pc:chgData name="崎維 李" userId="d4390ee11c1fc6cf" providerId="LiveId" clId="{BA37044B-838A-4A35-A0DE-961E4BA7B9B0}" dt="2025-04-14T14:21:05.588" v="588" actId="47"/>
        <pc:sldMkLst>
          <pc:docMk/>
          <pc:sldMk cId="2116586618" sldId="1359"/>
        </pc:sldMkLst>
      </pc:sldChg>
      <pc:sldChg chg="addSp delSp modSp add mod">
        <pc:chgData name="崎維 李" userId="d4390ee11c1fc6cf" providerId="LiveId" clId="{BA37044B-838A-4A35-A0DE-961E4BA7B9B0}" dt="2025-04-14T14:52:48.981" v="1141"/>
        <pc:sldMkLst>
          <pc:docMk/>
          <pc:sldMk cId="4263852372" sldId="1360"/>
        </pc:sldMkLst>
        <pc:spChg chg="mod">
          <ac:chgData name="崎維 李" userId="d4390ee11c1fc6cf" providerId="LiveId" clId="{BA37044B-838A-4A35-A0DE-961E4BA7B9B0}" dt="2025-04-14T14:21:51.670" v="638"/>
          <ac:spMkLst>
            <pc:docMk/>
            <pc:sldMk cId="4263852372" sldId="1360"/>
            <ac:spMk id="5" creationId="{35573C1E-38C6-8CD6-1509-278011E45130}"/>
          </ac:spMkLst>
        </pc:spChg>
        <pc:spChg chg="add mod">
          <ac:chgData name="崎維 李" userId="d4390ee11c1fc6cf" providerId="LiveId" clId="{BA37044B-838A-4A35-A0DE-961E4BA7B9B0}" dt="2025-04-14T14:52:48.981" v="1141"/>
          <ac:spMkLst>
            <pc:docMk/>
            <pc:sldMk cId="4263852372" sldId="1360"/>
            <ac:spMk id="8" creationId="{3E55980E-B6D9-7020-BE2F-5627359D90D2}"/>
          </ac:spMkLst>
        </pc:spChg>
        <pc:picChg chg="del">
          <ac:chgData name="崎維 李" userId="d4390ee11c1fc6cf" providerId="LiveId" clId="{BA37044B-838A-4A35-A0DE-961E4BA7B9B0}" dt="2025-04-14T14:21:09.789" v="589" actId="478"/>
          <ac:picMkLst>
            <pc:docMk/>
            <pc:sldMk cId="4263852372" sldId="1360"/>
            <ac:picMk id="4" creationId="{8CDD8B4E-7CE1-17FE-17AA-811B72A1A140}"/>
          </ac:picMkLst>
        </pc:picChg>
        <pc:picChg chg="add mod">
          <ac:chgData name="崎維 李" userId="d4390ee11c1fc6cf" providerId="LiveId" clId="{BA37044B-838A-4A35-A0DE-961E4BA7B9B0}" dt="2025-04-14T14:21:12.112" v="592" actId="962"/>
          <ac:picMkLst>
            <pc:docMk/>
            <pc:sldMk cId="4263852372" sldId="1360"/>
            <ac:picMk id="6" creationId="{21A57F8E-A741-3AFC-69B5-82D9721D9556}"/>
          </ac:picMkLst>
        </pc:picChg>
      </pc:sldChg>
      <pc:sldChg chg="addSp delSp modSp add mod">
        <pc:chgData name="崎維 李" userId="d4390ee11c1fc6cf" providerId="LiveId" clId="{BA37044B-838A-4A35-A0DE-961E4BA7B9B0}" dt="2025-04-14T14:52:55.415" v="1143"/>
        <pc:sldMkLst>
          <pc:docMk/>
          <pc:sldMk cId="2775753511" sldId="1361"/>
        </pc:sldMkLst>
        <pc:spChg chg="mod">
          <ac:chgData name="崎維 李" userId="d4390ee11c1fc6cf" providerId="LiveId" clId="{BA37044B-838A-4A35-A0DE-961E4BA7B9B0}" dt="2025-04-14T14:22:02.935" v="644" actId="20577"/>
          <ac:spMkLst>
            <pc:docMk/>
            <pc:sldMk cId="2775753511" sldId="1361"/>
            <ac:spMk id="5" creationId="{85965657-A30D-9F37-4E43-8D3E3D6E174B}"/>
          </ac:spMkLst>
        </pc:spChg>
        <pc:spChg chg="add mod">
          <ac:chgData name="崎維 李" userId="d4390ee11c1fc6cf" providerId="LiveId" clId="{BA37044B-838A-4A35-A0DE-961E4BA7B9B0}" dt="2025-04-14T14:52:55.415" v="1143"/>
          <ac:spMkLst>
            <pc:docMk/>
            <pc:sldMk cId="2775753511" sldId="1361"/>
            <ac:spMk id="8" creationId="{9DEA7FFB-C4F2-B3CF-95E1-2965735A190B}"/>
          </ac:spMkLst>
        </pc:spChg>
        <pc:picChg chg="del">
          <ac:chgData name="崎維 李" userId="d4390ee11c1fc6cf" providerId="LiveId" clId="{BA37044B-838A-4A35-A0DE-961E4BA7B9B0}" dt="2025-04-14T14:22:25.821" v="645" actId="478"/>
          <ac:picMkLst>
            <pc:docMk/>
            <pc:sldMk cId="2775753511" sldId="1361"/>
            <ac:picMk id="4" creationId="{887A0322-7431-B162-1501-FF6F8B718BBA}"/>
          </ac:picMkLst>
        </pc:picChg>
        <pc:picChg chg="add mod">
          <ac:chgData name="崎維 李" userId="d4390ee11c1fc6cf" providerId="LiveId" clId="{BA37044B-838A-4A35-A0DE-961E4BA7B9B0}" dt="2025-04-14T14:22:29.273" v="649" actId="1076"/>
          <ac:picMkLst>
            <pc:docMk/>
            <pc:sldMk cId="2775753511" sldId="1361"/>
            <ac:picMk id="6" creationId="{B5131CF2-F8BE-ADDD-21A7-5AE0E75C4785}"/>
          </ac:picMkLst>
        </pc:picChg>
      </pc:sldChg>
      <pc:sldChg chg="addSp delSp modSp add mod ord">
        <pc:chgData name="崎維 李" userId="d4390ee11c1fc6cf" providerId="LiveId" clId="{BA37044B-838A-4A35-A0DE-961E4BA7B9B0}" dt="2025-04-14T14:52:54.319" v="1142"/>
        <pc:sldMkLst>
          <pc:docMk/>
          <pc:sldMk cId="93345129" sldId="1362"/>
        </pc:sldMkLst>
        <pc:spChg chg="mod">
          <ac:chgData name="崎維 李" userId="d4390ee11c1fc6cf" providerId="LiveId" clId="{BA37044B-838A-4A35-A0DE-961E4BA7B9B0}" dt="2025-04-14T14:21:59.459" v="642" actId="20577"/>
          <ac:spMkLst>
            <pc:docMk/>
            <pc:sldMk cId="93345129" sldId="1362"/>
            <ac:spMk id="5" creationId="{9852F071-1A61-4139-375E-83DB0ECD0220}"/>
          </ac:spMkLst>
        </pc:spChg>
        <pc:spChg chg="add mod">
          <ac:chgData name="崎維 李" userId="d4390ee11c1fc6cf" providerId="LiveId" clId="{BA37044B-838A-4A35-A0DE-961E4BA7B9B0}" dt="2025-04-14T14:52:54.319" v="1142"/>
          <ac:spMkLst>
            <pc:docMk/>
            <pc:sldMk cId="93345129" sldId="1362"/>
            <ac:spMk id="8" creationId="{5D35D1F1-1FDF-E1AD-0595-6891FBD10B79}"/>
          </ac:spMkLst>
        </pc:spChg>
        <pc:picChg chg="del">
          <ac:chgData name="崎維 李" userId="d4390ee11c1fc6cf" providerId="LiveId" clId="{BA37044B-838A-4A35-A0DE-961E4BA7B9B0}" dt="2025-04-14T14:22:34.096" v="652" actId="478"/>
          <ac:picMkLst>
            <pc:docMk/>
            <pc:sldMk cId="93345129" sldId="1362"/>
            <ac:picMk id="4" creationId="{386457FE-837F-10E1-6E07-04779A30B212}"/>
          </ac:picMkLst>
        </pc:picChg>
        <pc:picChg chg="add mod">
          <ac:chgData name="崎維 李" userId="d4390ee11c1fc6cf" providerId="LiveId" clId="{BA37044B-838A-4A35-A0DE-961E4BA7B9B0}" dt="2025-04-14T14:22:41.007" v="656" actId="1076"/>
          <ac:picMkLst>
            <pc:docMk/>
            <pc:sldMk cId="93345129" sldId="1362"/>
            <ac:picMk id="6" creationId="{F6062D6E-B836-B61B-F9B6-CA5C3381C650}"/>
          </ac:picMkLst>
        </pc:picChg>
      </pc:sldChg>
      <pc:sldChg chg="addSp delSp modSp add mod">
        <pc:chgData name="崎維 李" userId="d4390ee11c1fc6cf" providerId="LiveId" clId="{BA37044B-838A-4A35-A0DE-961E4BA7B9B0}" dt="2025-04-14T14:53:06.981" v="1151"/>
        <pc:sldMkLst>
          <pc:docMk/>
          <pc:sldMk cId="2232465649" sldId="1363"/>
        </pc:sldMkLst>
        <pc:spChg chg="mod">
          <ac:chgData name="崎維 李" userId="d4390ee11c1fc6cf" providerId="LiveId" clId="{BA37044B-838A-4A35-A0DE-961E4BA7B9B0}" dt="2025-04-14T14:23:20.620" v="666" actId="20577"/>
          <ac:spMkLst>
            <pc:docMk/>
            <pc:sldMk cId="2232465649" sldId="1363"/>
            <ac:spMk id="5" creationId="{1B646BFC-A1E9-43D3-5B82-B799111218D3}"/>
          </ac:spMkLst>
        </pc:spChg>
        <pc:spChg chg="add mod">
          <ac:chgData name="崎維 李" userId="d4390ee11c1fc6cf" providerId="LiveId" clId="{BA37044B-838A-4A35-A0DE-961E4BA7B9B0}" dt="2025-04-14T14:53:06.981" v="1151"/>
          <ac:spMkLst>
            <pc:docMk/>
            <pc:sldMk cId="2232465649" sldId="1363"/>
            <ac:spMk id="8" creationId="{39E46A1E-D9B6-00E0-8683-F43118D1B6BB}"/>
          </ac:spMkLst>
        </pc:spChg>
        <pc:picChg chg="add mod">
          <ac:chgData name="崎維 李" userId="d4390ee11c1fc6cf" providerId="LiveId" clId="{BA37044B-838A-4A35-A0DE-961E4BA7B9B0}" dt="2025-04-14T14:23:25.313" v="670" actId="962"/>
          <ac:picMkLst>
            <pc:docMk/>
            <pc:sldMk cId="2232465649" sldId="1363"/>
            <ac:picMk id="4" creationId="{A17199E7-2132-D0FA-3C18-9287D1CF5E48}"/>
          </ac:picMkLst>
        </pc:picChg>
        <pc:picChg chg="del">
          <ac:chgData name="崎維 李" userId="d4390ee11c1fc6cf" providerId="LiveId" clId="{BA37044B-838A-4A35-A0DE-961E4BA7B9B0}" dt="2025-04-14T14:23:22.743" v="667" actId="478"/>
          <ac:picMkLst>
            <pc:docMk/>
            <pc:sldMk cId="2232465649" sldId="1363"/>
            <ac:picMk id="6" creationId="{0A237C4E-651D-48D8-A1BB-ADAC41177398}"/>
          </ac:picMkLst>
        </pc:picChg>
      </pc:sldChg>
      <pc:sldChg chg="addSp delSp modSp add mod">
        <pc:chgData name="崎維 李" userId="d4390ee11c1fc6cf" providerId="LiveId" clId="{BA37044B-838A-4A35-A0DE-961E4BA7B9B0}" dt="2025-04-14T14:53:12.136" v="1157"/>
        <pc:sldMkLst>
          <pc:docMk/>
          <pc:sldMk cId="129375499" sldId="1364"/>
        </pc:sldMkLst>
        <pc:spChg chg="add mod">
          <ac:chgData name="崎維 李" userId="d4390ee11c1fc6cf" providerId="LiveId" clId="{BA37044B-838A-4A35-A0DE-961E4BA7B9B0}" dt="2025-04-14T14:53:12.136" v="1157"/>
          <ac:spMkLst>
            <pc:docMk/>
            <pc:sldMk cId="129375499" sldId="1364"/>
            <ac:spMk id="8" creationId="{4F3EBA89-02AA-122C-6A0B-07A5B2D65817}"/>
          </ac:spMkLst>
        </pc:spChg>
        <pc:picChg chg="del">
          <ac:chgData name="崎維 李" userId="d4390ee11c1fc6cf" providerId="LiveId" clId="{BA37044B-838A-4A35-A0DE-961E4BA7B9B0}" dt="2025-04-14T14:23:39.029" v="672" actId="478"/>
          <ac:picMkLst>
            <pc:docMk/>
            <pc:sldMk cId="129375499" sldId="1364"/>
            <ac:picMk id="4" creationId="{630256BC-0881-0E27-79F4-163FDBEF529F}"/>
          </ac:picMkLst>
        </pc:picChg>
        <pc:picChg chg="add mod">
          <ac:chgData name="崎維 李" userId="d4390ee11c1fc6cf" providerId="LiveId" clId="{BA37044B-838A-4A35-A0DE-961E4BA7B9B0}" dt="2025-04-14T14:23:42.994" v="676" actId="1076"/>
          <ac:picMkLst>
            <pc:docMk/>
            <pc:sldMk cId="129375499" sldId="1364"/>
            <ac:picMk id="6" creationId="{64D6926E-946C-8B49-B351-DC0EF4932A3F}"/>
          </ac:picMkLst>
        </pc:picChg>
      </pc:sldChg>
      <pc:sldChg chg="new del">
        <pc:chgData name="崎維 李" userId="d4390ee11c1fc6cf" providerId="LiveId" clId="{BA37044B-838A-4A35-A0DE-961E4BA7B9B0}" dt="2025-04-14T14:23:57.993" v="678" actId="47"/>
        <pc:sldMkLst>
          <pc:docMk/>
          <pc:sldMk cId="2888700265" sldId="1365"/>
        </pc:sldMkLst>
      </pc:sldChg>
      <pc:sldChg chg="addSp delSp modSp add mod delAnim">
        <pc:chgData name="崎維 李" userId="d4390ee11c1fc6cf" providerId="LiveId" clId="{BA37044B-838A-4A35-A0DE-961E4BA7B9B0}" dt="2025-04-14T14:50:17.812" v="1067" actId="20577"/>
        <pc:sldMkLst>
          <pc:docMk/>
          <pc:sldMk cId="3889140533" sldId="1365"/>
        </pc:sldMkLst>
        <pc:spChg chg="mod">
          <ac:chgData name="崎維 李" userId="d4390ee11c1fc6cf" providerId="LiveId" clId="{BA37044B-838A-4A35-A0DE-961E4BA7B9B0}" dt="2025-04-14T14:50:17.812" v="1067" actId="20577"/>
          <ac:spMkLst>
            <pc:docMk/>
            <pc:sldMk cId="3889140533" sldId="1365"/>
            <ac:spMk id="2" creationId="{B2978D86-9D19-3953-B9DD-4F3E45470153}"/>
          </ac:spMkLst>
        </pc:spChg>
        <pc:spChg chg="mod">
          <ac:chgData name="崎維 李" userId="d4390ee11c1fc6cf" providerId="LiveId" clId="{BA37044B-838A-4A35-A0DE-961E4BA7B9B0}" dt="2025-04-14T14:24:08.270" v="682" actId="20577"/>
          <ac:spMkLst>
            <pc:docMk/>
            <pc:sldMk cId="3889140533" sldId="1365"/>
            <ac:spMk id="5" creationId="{8421416D-9146-EEE4-8618-855B79A44EDD}"/>
          </ac:spMkLst>
        </pc:spChg>
        <pc:picChg chg="del">
          <ac:chgData name="崎維 李" userId="d4390ee11c1fc6cf" providerId="LiveId" clId="{BA37044B-838A-4A35-A0DE-961E4BA7B9B0}" dt="2025-04-14T14:24:57.302" v="763" actId="478"/>
          <ac:picMkLst>
            <pc:docMk/>
            <pc:sldMk cId="3889140533" sldId="1365"/>
            <ac:picMk id="4" creationId="{BE28182C-80C7-02D7-5393-0E147716D905}"/>
          </ac:picMkLst>
        </pc:picChg>
        <pc:picChg chg="add del mod">
          <ac:chgData name="崎維 李" userId="d4390ee11c1fc6cf" providerId="LiveId" clId="{BA37044B-838A-4A35-A0DE-961E4BA7B9B0}" dt="2025-04-14T14:44:37.349" v="1001" actId="478"/>
          <ac:picMkLst>
            <pc:docMk/>
            <pc:sldMk cId="3889140533" sldId="1365"/>
            <ac:picMk id="6" creationId="{A501A0FB-B2A0-CD66-02E0-BEF5233F4E85}"/>
          </ac:picMkLst>
        </pc:picChg>
        <pc:picChg chg="add del mod">
          <ac:chgData name="崎維 李" userId="d4390ee11c1fc6cf" providerId="LiveId" clId="{BA37044B-838A-4A35-A0DE-961E4BA7B9B0}" dt="2025-04-14T14:48:14.073" v="1005" actId="478"/>
          <ac:picMkLst>
            <pc:docMk/>
            <pc:sldMk cId="3889140533" sldId="1365"/>
            <ac:picMk id="9" creationId="{AA3F3B1C-18FD-72A0-EF23-8698FEC0D59C}"/>
          </ac:picMkLst>
        </pc:picChg>
      </pc:sldChg>
      <pc:sldChg chg="addSp delSp modSp add mod ord">
        <pc:chgData name="崎維 李" userId="d4390ee11c1fc6cf" providerId="LiveId" clId="{BA37044B-838A-4A35-A0DE-961E4BA7B9B0}" dt="2025-04-14T14:34:32.382" v="918"/>
        <pc:sldMkLst>
          <pc:docMk/>
          <pc:sldMk cId="44684805" sldId="1366"/>
        </pc:sldMkLst>
        <pc:spChg chg="mod">
          <ac:chgData name="崎維 李" userId="d4390ee11c1fc6cf" providerId="LiveId" clId="{BA37044B-838A-4A35-A0DE-961E4BA7B9B0}" dt="2025-04-14T14:29:56.971" v="870" actId="20577"/>
          <ac:spMkLst>
            <pc:docMk/>
            <pc:sldMk cId="44684805" sldId="1366"/>
            <ac:spMk id="2" creationId="{901DFB77-5B9B-3C77-BAA8-9E053A5EFAB3}"/>
          </ac:spMkLst>
        </pc:spChg>
        <pc:picChg chg="del">
          <ac:chgData name="崎維 李" userId="d4390ee11c1fc6cf" providerId="LiveId" clId="{BA37044B-838A-4A35-A0DE-961E4BA7B9B0}" dt="2025-04-14T14:27:56.314" v="857" actId="478"/>
          <ac:picMkLst>
            <pc:docMk/>
            <pc:sldMk cId="44684805" sldId="1366"/>
            <ac:picMk id="4" creationId="{1570E9BA-6249-0F70-03C6-1547D5BCEE4E}"/>
          </ac:picMkLst>
        </pc:picChg>
        <pc:picChg chg="add mod">
          <ac:chgData name="崎維 李" userId="d4390ee11c1fc6cf" providerId="LiveId" clId="{BA37044B-838A-4A35-A0DE-961E4BA7B9B0}" dt="2025-04-14T14:31:24.125" v="897" actId="1076"/>
          <ac:picMkLst>
            <pc:docMk/>
            <pc:sldMk cId="44684805" sldId="1366"/>
            <ac:picMk id="6" creationId="{167C5FBC-ADA4-40FA-E396-18B8A66D5F3D}"/>
          </ac:picMkLst>
        </pc:picChg>
      </pc:sldChg>
      <pc:sldChg chg="addSp delSp modSp add mod ord">
        <pc:chgData name="崎維 李" userId="d4390ee11c1fc6cf" providerId="LiveId" clId="{BA37044B-838A-4A35-A0DE-961E4BA7B9B0}" dt="2025-04-14T14:46:39.045" v="1004" actId="1076"/>
        <pc:sldMkLst>
          <pc:docMk/>
          <pc:sldMk cId="2412774342" sldId="1367"/>
        </pc:sldMkLst>
        <pc:spChg chg="mod">
          <ac:chgData name="崎維 李" userId="d4390ee11c1fc6cf" providerId="LiveId" clId="{BA37044B-838A-4A35-A0DE-961E4BA7B9B0}" dt="2025-04-14T14:33:40.584" v="910" actId="20577"/>
          <ac:spMkLst>
            <pc:docMk/>
            <pc:sldMk cId="2412774342" sldId="1367"/>
            <ac:spMk id="2" creationId="{E8A9937D-B936-0456-9FC8-D948F0D7E3F4}"/>
          </ac:spMkLst>
        </pc:spChg>
        <pc:picChg chg="del">
          <ac:chgData name="崎維 李" userId="d4390ee11c1fc6cf" providerId="LiveId" clId="{BA37044B-838A-4A35-A0DE-961E4BA7B9B0}" dt="2025-04-14T14:30:49.208" v="871" actId="478"/>
          <ac:picMkLst>
            <pc:docMk/>
            <pc:sldMk cId="2412774342" sldId="1367"/>
            <ac:picMk id="4" creationId="{7FAC4C02-E9B4-69D7-8A5C-102A83B0B608}"/>
          </ac:picMkLst>
        </pc:picChg>
        <pc:picChg chg="add mod">
          <ac:chgData name="崎維 李" userId="d4390ee11c1fc6cf" providerId="LiveId" clId="{BA37044B-838A-4A35-A0DE-961E4BA7B9B0}" dt="2025-04-14T14:46:39.045" v="1004" actId="1076"/>
          <ac:picMkLst>
            <pc:docMk/>
            <pc:sldMk cId="2412774342" sldId="1367"/>
            <ac:picMk id="6" creationId="{78906492-F1A0-6BE0-DF7A-68EF9EDB89AB}"/>
          </ac:picMkLst>
        </pc:picChg>
      </pc:sldChg>
      <pc:sldChg chg="add">
        <pc:chgData name="崎維 李" userId="d4390ee11c1fc6cf" providerId="LiveId" clId="{BA37044B-838A-4A35-A0DE-961E4BA7B9B0}" dt="2025-04-14T14:28:59.527" v="858"/>
        <pc:sldMkLst>
          <pc:docMk/>
          <pc:sldMk cId="583664983" sldId="1368"/>
        </pc:sldMkLst>
      </pc:sldChg>
    </pc:docChg>
  </pc:docChgLst>
  <pc:docChgLst>
    <pc:chgData name="崎維 李" userId="d4390ee11c1fc6cf" providerId="LiveId" clId="{60E9DF39-7A3B-4BE9-BAA2-ED8A82F7AEF5}"/>
    <pc:docChg chg="undo redo custSel addSld delSld modSld sldOrd modSection">
      <pc:chgData name="崎維 李" userId="d4390ee11c1fc6cf" providerId="LiveId" clId="{60E9DF39-7A3B-4BE9-BAA2-ED8A82F7AEF5}" dt="2025-04-07T12:55:47.135" v="708"/>
      <pc:docMkLst>
        <pc:docMk/>
      </pc:docMkLst>
      <pc:sldChg chg="modSp mod">
        <pc:chgData name="崎維 李" userId="d4390ee11c1fc6cf" providerId="LiveId" clId="{60E9DF39-7A3B-4BE9-BAA2-ED8A82F7AEF5}" dt="2025-04-07T12:55:24.100" v="674" actId="20577"/>
        <pc:sldMkLst>
          <pc:docMk/>
          <pc:sldMk cId="0" sldId="256"/>
        </pc:sldMkLst>
        <pc:spChg chg="mod">
          <ac:chgData name="崎維 李" userId="d4390ee11c1fc6cf" providerId="LiveId" clId="{60E9DF39-7A3B-4BE9-BAA2-ED8A82F7AEF5}" dt="2025-04-07T12:55:24.100" v="674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60E9DF39-7A3B-4BE9-BAA2-ED8A82F7AEF5}" dt="2025-04-07T12:36:02.711" v="314"/>
        <pc:sldMkLst>
          <pc:docMk/>
          <pc:sldMk cId="1759611898" sldId="492"/>
        </pc:sldMkLst>
        <pc:spChg chg="mod">
          <ac:chgData name="崎維 李" userId="d4390ee11c1fc6cf" providerId="LiveId" clId="{60E9DF39-7A3B-4BE9-BAA2-ED8A82F7AEF5}" dt="2025-04-07T12:36:02.711" v="314"/>
          <ac:spMkLst>
            <pc:docMk/>
            <pc:sldMk cId="1759611898" sldId="492"/>
            <ac:spMk id="2" creationId="{FFDA5E2A-651A-2221-C4E1-4B3C8ABE1EF6}"/>
          </ac:spMkLst>
        </pc:spChg>
      </pc:sldChg>
      <pc:sldChg chg="del">
        <pc:chgData name="崎維 李" userId="d4390ee11c1fc6cf" providerId="LiveId" clId="{60E9DF39-7A3B-4BE9-BAA2-ED8A82F7AEF5}" dt="2025-04-07T09:43:47.308" v="48" actId="47"/>
        <pc:sldMkLst>
          <pc:docMk/>
          <pc:sldMk cId="2267703662" sldId="549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478516092" sldId="551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2295738213" sldId="554"/>
        </pc:sldMkLst>
      </pc:sldChg>
      <pc:sldChg chg="del">
        <pc:chgData name="崎維 李" userId="d4390ee11c1fc6cf" providerId="LiveId" clId="{60E9DF39-7A3B-4BE9-BAA2-ED8A82F7AEF5}" dt="2025-04-07T10:08:48.937" v="179" actId="47"/>
        <pc:sldMkLst>
          <pc:docMk/>
          <pc:sldMk cId="3417314128" sldId="555"/>
        </pc:sldMkLst>
      </pc:sldChg>
      <pc:sldChg chg="addSp delSp modSp mod ord">
        <pc:chgData name="崎維 李" userId="d4390ee11c1fc6cf" providerId="LiveId" clId="{60E9DF39-7A3B-4BE9-BAA2-ED8A82F7AEF5}" dt="2025-04-07T12:43:23.394" v="328"/>
        <pc:sldMkLst>
          <pc:docMk/>
          <pc:sldMk cId="3606609377" sldId="1331"/>
        </pc:sldMkLst>
      </pc:sldChg>
      <pc:sldChg chg="addSp delSp modSp mod ord">
        <pc:chgData name="崎維 李" userId="d4390ee11c1fc6cf" providerId="LiveId" clId="{60E9DF39-7A3B-4BE9-BAA2-ED8A82F7AEF5}" dt="2025-04-07T10:08:44.493" v="178"/>
        <pc:sldMkLst>
          <pc:docMk/>
          <pc:sldMk cId="3878843723" sldId="1334"/>
        </pc:sldMkLst>
      </pc:sldChg>
      <pc:sldChg chg="addSp delSp modSp mod delAnim">
        <pc:chgData name="崎維 李" userId="d4390ee11c1fc6cf" providerId="LiveId" clId="{60E9DF39-7A3B-4BE9-BAA2-ED8A82F7AEF5}" dt="2025-04-07T12:45:16.859" v="369"/>
        <pc:sldMkLst>
          <pc:docMk/>
          <pc:sldMk cId="3456917613" sldId="1343"/>
        </pc:sldMkLst>
        <pc:spChg chg="mod">
          <ac:chgData name="崎維 李" userId="d4390ee11c1fc6cf" providerId="LiveId" clId="{60E9DF39-7A3B-4BE9-BAA2-ED8A82F7AEF5}" dt="2025-04-07T12:45:16.859" v="369"/>
          <ac:spMkLst>
            <pc:docMk/>
            <pc:sldMk cId="3456917613" sldId="1343"/>
            <ac:spMk id="2" creationId="{DA08E2BE-59F9-8468-A5AF-75E583A950C4}"/>
          </ac:spMkLst>
        </pc:spChg>
        <pc:spChg chg="mod">
          <ac:chgData name="崎維 李" userId="d4390ee11c1fc6cf" providerId="LiveId" clId="{60E9DF39-7A3B-4BE9-BAA2-ED8A82F7AEF5}" dt="2025-04-07T10:22:59.998" v="255"/>
          <ac:spMkLst>
            <pc:docMk/>
            <pc:sldMk cId="3456917613" sldId="1343"/>
            <ac:spMk id="5" creationId="{0039AD83-3A78-F2C5-7091-C7D4FD265AAB}"/>
          </ac:spMkLst>
        </pc:spChg>
      </pc:sldChg>
      <pc:sldChg chg="del">
        <pc:chgData name="崎維 李" userId="d4390ee11c1fc6cf" providerId="LiveId" clId="{60E9DF39-7A3B-4BE9-BAA2-ED8A82F7AEF5}" dt="2025-04-07T12:34:59.547" v="256" actId="47"/>
        <pc:sldMkLst>
          <pc:docMk/>
          <pc:sldMk cId="4077794704" sldId="1346"/>
        </pc:sldMkLst>
      </pc:sldChg>
      <pc:sldChg chg="del">
        <pc:chgData name="崎維 李" userId="d4390ee11c1fc6cf" providerId="LiveId" clId="{60E9DF39-7A3B-4BE9-BAA2-ED8A82F7AEF5}" dt="2025-04-07T12:35:01.434" v="257" actId="47"/>
        <pc:sldMkLst>
          <pc:docMk/>
          <pc:sldMk cId="3406171149" sldId="1349"/>
        </pc:sldMkLst>
      </pc:sldChg>
      <pc:sldChg chg="addSp delSp modSp mod ord">
        <pc:chgData name="崎維 李" userId="d4390ee11c1fc6cf" providerId="LiveId" clId="{60E9DF39-7A3B-4BE9-BAA2-ED8A82F7AEF5}" dt="2025-04-07T12:41:07.328" v="317" actId="1076"/>
        <pc:sldMkLst>
          <pc:docMk/>
          <pc:sldMk cId="864881604" sldId="1350"/>
        </pc:sldMkLst>
      </pc:sldChg>
      <pc:sldChg chg="addSp delSp modSp add mod modAnim">
        <pc:chgData name="崎維 李" userId="d4390ee11c1fc6cf" providerId="LiveId" clId="{60E9DF39-7A3B-4BE9-BAA2-ED8A82F7AEF5}" dt="2025-04-07T12:55:47.135" v="708"/>
        <pc:sldMkLst>
          <pc:docMk/>
          <pc:sldMk cId="3381575590" sldId="1351"/>
        </pc:sldMkLst>
        <pc:spChg chg="mod">
          <ac:chgData name="崎維 李" userId="d4390ee11c1fc6cf" providerId="LiveId" clId="{60E9DF39-7A3B-4BE9-BAA2-ED8A82F7AEF5}" dt="2025-04-07T12:55:47.135" v="708"/>
          <ac:spMkLst>
            <pc:docMk/>
            <pc:sldMk cId="3381575590" sldId="1351"/>
            <ac:spMk id="2" creationId="{0B77A5D7-76AD-6F07-5FCE-1CE93D2A9F9A}"/>
          </ac:spMkLst>
        </pc:spChg>
        <pc:spChg chg="mod">
          <ac:chgData name="崎維 李" userId="d4390ee11c1fc6cf" providerId="LiveId" clId="{60E9DF39-7A3B-4BE9-BAA2-ED8A82F7AEF5}" dt="2025-04-07T12:46:08.522" v="420"/>
          <ac:spMkLst>
            <pc:docMk/>
            <pc:sldMk cId="3381575590" sldId="1351"/>
            <ac:spMk id="5" creationId="{7EC8C250-C770-4415-59A1-511BEDF5A2F4}"/>
          </ac:spMkLst>
        </pc:spChg>
      </pc:sldChg>
      <pc:sldChg chg="del">
        <pc:chgData name="崎維 李" userId="d4390ee11c1fc6cf" providerId="LiveId" clId="{60E9DF39-7A3B-4BE9-BAA2-ED8A82F7AEF5}" dt="2025-04-07T10:03:20.604" v="136" actId="47"/>
        <pc:sldMkLst>
          <pc:docMk/>
          <pc:sldMk cId="4180593866" sldId="1351"/>
        </pc:sldMkLst>
      </pc:sldChg>
      <pc:sldChg chg="del">
        <pc:chgData name="崎維 李" userId="d4390ee11c1fc6cf" providerId="LiveId" clId="{60E9DF39-7A3B-4BE9-BAA2-ED8A82F7AEF5}" dt="2025-04-07T10:03:22.229" v="137" actId="47"/>
        <pc:sldMkLst>
          <pc:docMk/>
          <pc:sldMk cId="397706198" sldId="1352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3833741144" sldId="1353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789642820" sldId="1354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689451845" sldId="1355"/>
        </pc:sldMkLst>
      </pc:sldChg>
      <pc:sldChg chg="addSp delSp modSp del mod">
        <pc:chgData name="崎維 李" userId="d4390ee11c1fc6cf" providerId="LiveId" clId="{60E9DF39-7A3B-4BE9-BAA2-ED8A82F7AEF5}" dt="2025-04-07T10:09:03.546" v="180" actId="47"/>
        <pc:sldMkLst>
          <pc:docMk/>
          <pc:sldMk cId="416178664" sldId="1356"/>
        </pc:sldMkLst>
      </pc:sldChg>
      <pc:sldChg chg="del">
        <pc:chgData name="崎維 李" userId="d4390ee11c1fc6cf" providerId="LiveId" clId="{60E9DF39-7A3B-4BE9-BAA2-ED8A82F7AEF5}" dt="2025-04-07T10:09:03.546" v="180" actId="47"/>
        <pc:sldMkLst>
          <pc:docMk/>
          <pc:sldMk cId="1640180639" sldId="1357"/>
        </pc:sldMkLst>
      </pc:sldChg>
      <pc:sldMasterChg chg="delSldLayout">
        <pc:chgData name="崎維 李" userId="d4390ee11c1fc6cf" providerId="LiveId" clId="{60E9DF39-7A3B-4BE9-BAA2-ED8A82F7AEF5}" dt="2025-04-07T10:08:48.937" v="179" actId="47"/>
        <pc:sldMasterMkLst>
          <pc:docMk/>
          <pc:sldMasterMk cId="0" sldId="2147483661"/>
        </pc:sldMasterMkLst>
        <pc:sldLayoutChg chg="del">
          <pc:chgData name="崎維 李" userId="d4390ee11c1fc6cf" providerId="LiveId" clId="{60E9DF39-7A3B-4BE9-BAA2-ED8A82F7AEF5}" dt="2025-04-07T10:08:48.937" v="179" actId="47"/>
          <pc:sldLayoutMkLst>
            <pc:docMk/>
            <pc:sldMasterMk cId="0" sldId="2147483661"/>
            <pc:sldLayoutMk cId="4244496052" sldId="2147483674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video" Target="../media/media2.mp4"/><Relationship Id="rId2" Type="http://schemas.microsoft.com/office/2007/relationships/media" Target="../media/media2.mp4"/><Relationship Id="rId1" Type="http://schemas.openxmlformats.org/officeDocument/2006/relationships/tags" Target="../tags/tag5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video" Target="../media/media3.mp4"/><Relationship Id="rId2" Type="http://schemas.microsoft.com/office/2007/relationships/media" Target="../media/media3.mp4"/><Relationship Id="rId1" Type="http://schemas.openxmlformats.org/officeDocument/2006/relationships/tags" Target="../tags/tag9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2.xml"/><Relationship Id="rId4" Type="http://schemas.openxmlformats.org/officeDocument/2006/relationships/image" Target="../media/image16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.xml"/><Relationship Id="rId4" Type="http://schemas.openxmlformats.org/officeDocument/2006/relationships/image" Target="../media/image1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4.xml"/><Relationship Id="rId4" Type="http://schemas.openxmlformats.org/officeDocument/2006/relationships/image" Target="../media/image1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.xml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.xml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7.xml"/><Relationship Id="rId4" Type="http://schemas.openxmlformats.org/officeDocument/2006/relationships/image" Target="../media/image21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sz="3200" spc="-1">
                <a:solidFill>
                  <a:srgbClr val="282F86"/>
                </a:solidFill>
                <a:latin typeface="Times New Roman"/>
                <a:ea typeface="標楷體"/>
              </a:rPr>
              <a:t>04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/15/2025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震盪子並聯測試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回授焊接及測試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看學長的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Code</a:t>
            </a: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B50E-738D-AAB1-EF9E-CDD17984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0039AD83-3A78-F2C5-7091-C7D4FD265AA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50W 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同水槽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9BBA31CE-F1C7-F6BD-4E92-2889B3827D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A08E2BE-59F9-8468-A5AF-75E583A950C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同個水槽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盡量保持水載相同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兩個震盪子的震動量還是不同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" name="766332282.092797">
            <a:hlinkClick r:id="" action="ppaction://media"/>
            <a:extLst>
              <a:ext uri="{FF2B5EF4-FFF2-40B4-BE49-F238E27FC236}">
                <a16:creationId xmlns:a16="http://schemas.microsoft.com/office/drawing/2014/main" id="{C1B883CA-CA2F-C505-03D2-723C9A510430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097114" y="1510860"/>
            <a:ext cx="2660331" cy="47294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691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975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879C5-DEA5-9CA2-1D80-0EF5C7AED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C0213857-7288-DAF7-B382-E9313E01C01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50W 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同水槽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6A9E49FE-80F7-9C92-207F-3A389B615D34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32E1DD22-6EEA-2797-821D-29A2F6EC1737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同個水槽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盡量保持水載相同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兩個震盪子的震動量還是不同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掃頻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 descr="一張含有 螢幕擷取畫面, 行 的圖片&#10;&#10;AI 產生的內容可能不正確。">
            <a:extLst>
              <a:ext uri="{FF2B5EF4-FFF2-40B4-BE49-F238E27FC236}">
                <a16:creationId xmlns:a16="http://schemas.microsoft.com/office/drawing/2014/main" id="{97CEA2D8-66C2-AD06-93CD-B43E11318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115" y="2030186"/>
            <a:ext cx="7248525" cy="4152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3664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0D34B-E645-E04E-1BED-F7F65592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CDC6533E-BA17-07F5-0B40-C28BF32CA4B9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50W 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同水槽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E55EB29E-971D-9387-4FA5-132EDAEC25F4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89C9528-ECE0-CE2A-20BC-41613E2DA5A8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更換加載頭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螢幕擷取畫面, 行 的圖片&#10;&#10;AI 產生的內容可能不正確。">
            <a:extLst>
              <a:ext uri="{FF2B5EF4-FFF2-40B4-BE49-F238E27FC236}">
                <a16:creationId xmlns:a16="http://schemas.microsoft.com/office/drawing/2014/main" id="{A807F89E-7E4E-2479-5460-3999AC796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115" y="2157736"/>
            <a:ext cx="7248525" cy="4152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0821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CA931-849C-2191-4B6F-300D63E7F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BCE5DAD4-EA0E-0E9D-CE58-7C59B547A785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50W 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同水槽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6E46B263-AA90-C5EC-191F-AE17D9163852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D082DAB-6AB1-22F7-5519-310FD25556C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測試一段時間出現異常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766331938.621997">
            <a:hlinkClick r:id="" action="ppaction://media"/>
            <a:extLst>
              <a:ext uri="{FF2B5EF4-FFF2-40B4-BE49-F238E27FC236}">
                <a16:creationId xmlns:a16="http://schemas.microsoft.com/office/drawing/2014/main" id="{611782A0-DD91-4CC3-4897-F331D31D5F29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091877" y="1492239"/>
            <a:ext cx="2670806" cy="47480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5415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2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A7772-7193-7EB2-84BE-53351240A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B29EB2F-27C3-0378-9D35-65B163A9706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50W 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同水槽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84661106-9EF2-A0E1-649C-E9B1A6FD984C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901DFB77-5B9B-3C77-BAA8-9E053A5EFAB3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螺絲鬆開導致震動量不足及異音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螢幕擷取畫面, 行 的圖片&#10;&#10;AI 產生的內容可能不正確。">
            <a:extLst>
              <a:ext uri="{FF2B5EF4-FFF2-40B4-BE49-F238E27FC236}">
                <a16:creationId xmlns:a16="http://schemas.microsoft.com/office/drawing/2014/main" id="{167C5FBC-ADA4-40FA-E396-18B8A66D5F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37" y="1663640"/>
            <a:ext cx="7248525" cy="41529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6848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1E64-C60C-0590-8E28-61B2F23D9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5AF26034-2180-25A2-CBD8-5AEFC1F12FE1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50W 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同水槽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3FFD3F25-E89B-01F9-FC7E-0303119EA76F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8A9937D-B936-0456-9FC8-D948F0D7E3F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重鎖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 descr="一張含有 螢幕擷取畫面 的圖片&#10;&#10;AI 產生的內容可能不正確。">
            <a:extLst>
              <a:ext uri="{FF2B5EF4-FFF2-40B4-BE49-F238E27FC236}">
                <a16:creationId xmlns:a16="http://schemas.microsoft.com/office/drawing/2014/main" id="{78906492-F1A0-6BE0-DF7A-68EF9EDB8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941" y="1700810"/>
            <a:ext cx="7184678" cy="411632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27743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7E457-1F5E-25B3-D800-3FFDBCE5A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E9B046A-DFDA-A074-A569-79B02DD141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50W 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同水槽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030F962-A006-9BEE-62DE-30E0DD836432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2BD44874-740C-F583-F62E-010583A66671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拆開檢查螺絲卡住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靜物攝影, 圓柱, 室內, 緊固件 的圖片&#10;&#10;AI 產生的內容可能不正確。">
            <a:extLst>
              <a:ext uri="{FF2B5EF4-FFF2-40B4-BE49-F238E27FC236}">
                <a16:creationId xmlns:a16="http://schemas.microsoft.com/office/drawing/2014/main" id="{2C5D7741-C6A8-A7FC-1FEB-D35911B69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629" y="1706880"/>
            <a:ext cx="3357912" cy="4476206"/>
          </a:xfrm>
          <a:prstGeom prst="rect">
            <a:avLst/>
          </a:prstGeom>
        </p:spPr>
      </p:pic>
      <p:pic>
        <p:nvPicPr>
          <p:cNvPr id="8" name="圖片 7" descr="一張含有 汽車零件, 車, 光線, 車輛 的圖片&#10;&#10;AI 產生的內容可能不正確。">
            <a:extLst>
              <a:ext uri="{FF2B5EF4-FFF2-40B4-BE49-F238E27FC236}">
                <a16:creationId xmlns:a16="http://schemas.microsoft.com/office/drawing/2014/main" id="{F5DC9BCD-11F3-EDB5-FF04-06FA31B5A3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706880"/>
            <a:ext cx="3357912" cy="447620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8537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33731-31A6-19BC-DBA8-E913E69A8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7EC8C250-C770-4415-59A1-511BEDF5A2F4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遭遇問題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C8AEF6F7-B186-D78A-C1E9-9A088D8E96B7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0B77A5D7-76AD-6F07-5FCE-1CE93D2A9F9A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架子還是會對震動量造成影響及異音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766332282.023050">
            <a:hlinkClick r:id="" action="ppaction://media"/>
            <a:extLst>
              <a:ext uri="{FF2B5EF4-FFF2-40B4-BE49-F238E27FC236}">
                <a16:creationId xmlns:a16="http://schemas.microsoft.com/office/drawing/2014/main" id="{879B9BFD-57D0-0C12-6B61-10EE491FD10D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241584" y="1580269"/>
            <a:ext cx="2660831" cy="47303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157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223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5D1B6-855C-BECF-847D-5DA445AE7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8421416D-9146-EEE4-8618-855B79A44EDD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 </a:t>
            </a: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測試方向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D0F9CBB5-3057-28FD-E628-6893FA2B3F5B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B2978D86-9D19-3953-B9DD-4F3E45470153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目前改使用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100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  測試會不會比較穩定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震盪子架子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9140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420E4-581D-C0A7-E10E-E32EDC57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1F24C4F-BF3F-EF4C-0EEF-F1A1D297C250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回授焊接及測試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32DD305F-D273-3D17-2957-90AF49F491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97C4F1BB-72B4-4A67-34D6-FC87317D4E05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9" name="圖片 8" descr="一張含有 電路元件, 電子元件, 電子工程, 被動元件 的圖片&#10;&#10;AI 產生的內容可能不正確。">
            <a:extLst>
              <a:ext uri="{FF2B5EF4-FFF2-40B4-BE49-F238E27FC236}">
                <a16:creationId xmlns:a16="http://schemas.microsoft.com/office/drawing/2014/main" id="{57F408DB-F87E-2891-29F6-72CC45BFF9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97" y="2259617"/>
            <a:ext cx="4034403" cy="3026485"/>
          </a:xfrm>
          <a:prstGeom prst="rect">
            <a:avLst/>
          </a:prstGeom>
        </p:spPr>
      </p:pic>
      <p:pic>
        <p:nvPicPr>
          <p:cNvPr id="13" name="圖片 12" descr="一張含有 電路, 藝術 的圖片&#10;&#10;AI 產生的內容可能不正確。">
            <a:extLst>
              <a:ext uri="{FF2B5EF4-FFF2-40B4-BE49-F238E27FC236}">
                <a16:creationId xmlns:a16="http://schemas.microsoft.com/office/drawing/2014/main" id="{4B335D32-5C06-83E8-26B1-1D818DFFC7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599" y="1663640"/>
            <a:ext cx="3329674" cy="44385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20577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17692-07D8-B4D6-3CCF-9FC33A2A0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54344A9C-BCFC-D322-F71E-9BCBAEAE2412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回授焊接及測試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(CH1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電流回授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55272E05-3F2E-2D5D-1B44-B2929CAAD46E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7BCF3BB6-205C-6336-AA73-EDB6FF76C87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文字, 行, 螢幕擷取畫面, 繪圖 的圖片&#10;&#10;AI 產生的內容可能不正確。">
            <a:extLst>
              <a:ext uri="{FF2B5EF4-FFF2-40B4-BE49-F238E27FC236}">
                <a16:creationId xmlns:a16="http://schemas.microsoft.com/office/drawing/2014/main" id="{7C651E97-05C5-3575-BC38-D058106478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3999"/>
            <a:ext cx="9143021" cy="38143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D6D2765-3AE9-F763-9338-8A172EDFE6CE}"/>
              </a:ext>
            </a:extLst>
          </p:cNvPr>
          <p:cNvSpPr txBox="1"/>
          <p:nvPr/>
        </p:nvSpPr>
        <p:spPr>
          <a:xfrm>
            <a:off x="7266099" y="5387306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C2: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震盪子電流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4944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9D056-D475-0491-3AB7-FECFDC54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35573C1E-38C6-8CD6-1509-278011E45130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回授焊接及測試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(CH1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電流回授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0BBADF8E-EB4F-FA72-46C8-0986399E3A50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C0D13BB3-1A37-13BF-ECCE-205FCB087BE0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 descr="一張含有 文字, 繪圖, 行, 圖表 的圖片&#10;&#10;AI 產生的內容可能不正確。">
            <a:extLst>
              <a:ext uri="{FF2B5EF4-FFF2-40B4-BE49-F238E27FC236}">
                <a16:creationId xmlns:a16="http://schemas.microsoft.com/office/drawing/2014/main" id="{21A57F8E-A741-3AFC-69B5-82D9721D95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E55980E-B6D9-7020-BE2F-5627359D90D2}"/>
              </a:ext>
            </a:extLst>
          </p:cNvPr>
          <p:cNvSpPr txBox="1"/>
          <p:nvPr/>
        </p:nvSpPr>
        <p:spPr>
          <a:xfrm>
            <a:off x="7266099" y="5387306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C2: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震盪子電流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852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58EA-1E3F-B33C-5765-FBCD16FDB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9852F071-1A61-4139-375E-83DB0ECD0220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回授焊接及測試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(CH2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電流回授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5D5852BE-2C2F-FF05-FA10-ACF604E81574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136DC932-E1B3-89BE-1317-FD2437905D9C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F6062D6E-B836-B61B-F9B6-CA5C3381C6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3640"/>
            <a:ext cx="9144000" cy="38147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D35D1F1-1FDF-E1AD-0595-6891FBD10B79}"/>
              </a:ext>
            </a:extLst>
          </p:cNvPr>
          <p:cNvSpPr txBox="1"/>
          <p:nvPr/>
        </p:nvSpPr>
        <p:spPr>
          <a:xfrm>
            <a:off x="7266099" y="5387306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C2: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震盪子電流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345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E1A3-E41B-C3FC-40EF-AE9BD9CE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85965657-A30D-9F37-4E43-8D3E3D6E174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回授焊接及測試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(CH2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電流回授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AF8EDEF9-4D10-A2C1-D4FC-2A49B1E5C801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47F5C4D4-A40E-4F9C-F949-EFF7E6981325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 descr="一張含有 文字, 繪圖, 行, 圖表 的圖片&#10;&#10;AI 產生的內容可能不正確。">
            <a:extLst>
              <a:ext uri="{FF2B5EF4-FFF2-40B4-BE49-F238E27FC236}">
                <a16:creationId xmlns:a16="http://schemas.microsoft.com/office/drawing/2014/main" id="{B5131CF2-F8BE-ADDD-21A7-5AE0E75C4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3640"/>
            <a:ext cx="9144000" cy="38147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9DEA7FFB-C4F2-B3CF-95E1-2965735A190B}"/>
              </a:ext>
            </a:extLst>
          </p:cNvPr>
          <p:cNvSpPr txBox="1"/>
          <p:nvPr/>
        </p:nvSpPr>
        <p:spPr>
          <a:xfrm>
            <a:off x="7266099" y="5387306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C2: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回授電流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震盪子電流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57535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A05D8-4C97-D53D-E564-8F8141D6D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1B646BFC-A1E9-43D3-5B82-B799111218D3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回授焊接及測試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電壓回授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0DE53104-9132-3547-8605-C465F472F372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9FF98713-C92D-5236-5428-F6E5EA2A4DBB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文字,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A17199E7-2132-D0FA-3C18-9287D1CF5E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1618"/>
            <a:ext cx="9144000" cy="38147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9E46A1E-D9B6-00E0-8683-F43118D1B6BB}"/>
              </a:ext>
            </a:extLst>
          </p:cNvPr>
          <p:cNvSpPr txBox="1"/>
          <p:nvPr/>
        </p:nvSpPr>
        <p:spPr>
          <a:xfrm>
            <a:off x="7266099" y="5387306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C2: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回授電壓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震盪子電流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24656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95612-87FA-9599-1F5D-A24803703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6778FC13-F031-086E-E421-1665AB14A991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回授焊接及測試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電壓回授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r>
              <a:rPr kumimoji="1" lang="zh-TW" altLang="en-US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 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(</a:t>
            </a:r>
            <a:r>
              <a:rPr kumimoji="1" lang="zh-TW" altLang="en-US" sz="3200" b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有問題</a:t>
            </a:r>
            <a:r>
              <a:rPr kumimoji="1" lang="en-US" altLang="zh-TW" sz="3200" b="1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  <a:cs typeface="+mj-cs"/>
              </a:rPr>
              <a:t>)</a:t>
            </a:r>
            <a:endParaRPr lang="en-US" altLang="zh-TW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064E7637-0BEE-73B7-BACF-26B6F33C2AE4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E0AD7ED3-952B-3101-CC96-43F41D01C7D0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 descr="一張含有 文字, 繪圖, 行, 圖表 的圖片&#10;&#10;AI 產生的內容可能不正確。">
            <a:extLst>
              <a:ext uri="{FF2B5EF4-FFF2-40B4-BE49-F238E27FC236}">
                <a16:creationId xmlns:a16="http://schemas.microsoft.com/office/drawing/2014/main" id="{64D6926E-946C-8B49-B351-DC0EF4932A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63640"/>
            <a:ext cx="9144000" cy="3814763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4F3EBA89-02AA-122C-6A0B-07A5B2D65817}"/>
              </a:ext>
            </a:extLst>
          </p:cNvPr>
          <p:cNvSpPr txBox="1"/>
          <p:nvPr/>
        </p:nvSpPr>
        <p:spPr>
          <a:xfrm>
            <a:off x="7266099" y="5387306"/>
            <a:ext cx="16979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C2:</a:t>
            </a:r>
            <a:r>
              <a:rPr lang="zh-TW" altLang="en-US" dirty="0"/>
              <a:t>震盪子電壓</a:t>
            </a:r>
            <a:endParaRPr lang="en-US" altLang="zh-TW" dirty="0"/>
          </a:p>
          <a:p>
            <a:r>
              <a:rPr lang="en-US" altLang="zh-TW" dirty="0"/>
              <a:t>C3:</a:t>
            </a:r>
            <a:r>
              <a:rPr lang="zh-TW" altLang="en-US" dirty="0"/>
              <a:t>回授電壓</a:t>
            </a:r>
            <a:endParaRPr lang="en-US" altLang="zh-TW" dirty="0"/>
          </a:p>
          <a:p>
            <a:r>
              <a:rPr lang="en-US" altLang="zh-TW" dirty="0"/>
              <a:t>C4:</a:t>
            </a:r>
            <a:r>
              <a:rPr lang="zh-TW" altLang="en-US" dirty="0"/>
              <a:t>震盪子電流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375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電壓回授修正及測試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MCU</a:t>
            </a: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驅動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100</a:t>
            </a:r>
            <a:r>
              <a:rPr lang="en-US" altLang="zh-TW" sz="24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192114</TotalTime>
  <Words>352</Words>
  <Application>Microsoft Office PowerPoint</Application>
  <PresentationFormat>如螢幕大小 (4:3)</PresentationFormat>
  <Paragraphs>90</Paragraphs>
  <Slides>19</Slides>
  <Notes>1</Notes>
  <HiddenSlides>0</HiddenSlides>
  <MMClips>3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19</vt:i4>
      </vt:variant>
    </vt:vector>
  </HeadingPairs>
  <TitlesOfParts>
    <vt:vector size="29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蘇禹行</cp:lastModifiedBy>
  <cp:revision>2268</cp:revision>
  <dcterms:created xsi:type="dcterms:W3CDTF">2001-07-18T23:57:34Z</dcterms:created>
  <dcterms:modified xsi:type="dcterms:W3CDTF">2025-04-15T06:34:25Z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