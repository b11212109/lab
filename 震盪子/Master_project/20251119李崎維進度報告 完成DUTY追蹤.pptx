
<file path=[Content_Types].xml><?xml version="1.0" encoding="utf-8"?>
<Types xmlns="http://schemas.openxmlformats.org/package/2006/content-types">
  <Default Extension="emf" ContentType="image/x-emf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5"/>
  </p:notesMasterIdLst>
  <p:sldIdLst>
    <p:sldId id="256" r:id="rId3"/>
    <p:sldId id="1611" r:id="rId4"/>
    <p:sldId id="1618" r:id="rId5"/>
    <p:sldId id="1644" r:id="rId6"/>
    <p:sldId id="1638" r:id="rId7"/>
    <p:sldId id="1648" r:id="rId8"/>
    <p:sldId id="1645" r:id="rId9"/>
    <p:sldId id="1649" r:id="rId10"/>
    <p:sldId id="1646" r:id="rId11"/>
    <p:sldId id="1647" r:id="rId12"/>
    <p:sldId id="1637" r:id="rId13"/>
    <p:sldId id="493" r:id="rId14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1611"/>
            <p14:sldId id="1618"/>
            <p14:sldId id="1644"/>
            <p14:sldId id="1638"/>
            <p14:sldId id="1648"/>
            <p14:sldId id="1645"/>
            <p14:sldId id="1649"/>
            <p14:sldId id="1646"/>
            <p14:sldId id="1647"/>
            <p14:sldId id="1637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A911"/>
    <a:srgbClr val="FE0086"/>
    <a:srgbClr val="0003D7"/>
    <a:srgbClr val="FB0275"/>
    <a:srgbClr val="03FF0A"/>
    <a:srgbClr val="0003FE"/>
    <a:srgbClr val="FC0085"/>
    <a:srgbClr val="ADAC06"/>
    <a:srgbClr val="07FC05"/>
    <a:srgbClr val="000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5" autoAdjust="0"/>
    <p:restoredTop sz="96242" autoAdjust="0"/>
  </p:normalViewPr>
  <p:slideViewPr>
    <p:cSldViewPr snapToGrid="0">
      <p:cViewPr varScale="1">
        <p:scale>
          <a:sx n="163" d="100"/>
          <a:sy n="163" d="100"/>
        </p:scale>
        <p:origin x="17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video" Target="../media/media1.mp4"/><Relationship Id="rId2" Type="http://schemas.microsoft.com/office/2007/relationships/media" Target="../media/media1.mp4"/><Relationship Id="rId1" Type="http://schemas.openxmlformats.org/officeDocument/2006/relationships/tags" Target="../tags/tag5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video" Target="../media/media2.mp4"/><Relationship Id="rId2" Type="http://schemas.microsoft.com/office/2007/relationships/media" Target="../media/media2.mp4"/><Relationship Id="rId1" Type="http://schemas.openxmlformats.org/officeDocument/2006/relationships/tags" Target="../tags/tag9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.xml"/><Relationship Id="rId4" Type="http://schemas.openxmlformats.org/officeDocument/2006/relationships/image" Target="../media/image1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</a:t>
            </a:r>
            <a:r>
              <a:rPr lang="en-US" sz="1500" b="1" spc="-1" dirty="0">
                <a:solidFill>
                  <a:srgbClr val="000000"/>
                </a:solidFill>
                <a:latin typeface="Tahoma"/>
                <a:ea typeface="新細明體"/>
              </a:rPr>
              <a:t>M11312107</a:t>
            </a: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</a:t>
            </a:r>
            <a:r>
              <a:rPr lang="en-US" sz="3200" b="0" strike="noStrike" spc="-1">
                <a:solidFill>
                  <a:srgbClr val="282F86"/>
                </a:solidFill>
                <a:latin typeface="Times New Roman"/>
                <a:ea typeface="標楷體"/>
              </a:rPr>
              <a:t>: </a:t>
            </a:r>
            <a:r>
              <a:rPr lang="en-US" altLang="zh-TW" sz="3200" b="0" strike="noStrike" spc="-1">
                <a:solidFill>
                  <a:srgbClr val="282F86"/>
                </a:solidFill>
                <a:latin typeface="Times New Roman"/>
                <a:ea typeface="標楷體"/>
              </a:rPr>
              <a:t>11</a:t>
            </a:r>
            <a:r>
              <a:rPr lang="en-US" sz="3200" b="0" strike="noStrike" spc="-1">
                <a:solidFill>
                  <a:srgbClr val="282F86"/>
                </a:solidFill>
                <a:latin typeface="Times New Roman"/>
                <a:ea typeface="標楷體"/>
              </a:rPr>
              <a:t>/</a:t>
            </a:r>
            <a:r>
              <a:rPr lang="en-US" altLang="zh-TW" sz="3200" b="0" strike="noStrike" spc="-1">
                <a:solidFill>
                  <a:srgbClr val="282F86"/>
                </a:solidFill>
                <a:latin typeface="Times New Roman"/>
                <a:ea typeface="標楷體"/>
              </a:rPr>
              <a:t>05</a:t>
            </a:r>
            <a:r>
              <a:rPr lang="en-US" sz="3200" b="0" strike="noStrike" spc="-1">
                <a:solidFill>
                  <a:srgbClr val="282F86"/>
                </a:solidFill>
                <a:latin typeface="Times New Roman"/>
                <a:ea typeface="標楷體"/>
              </a:rPr>
              <a:t>/2025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換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 Capture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寫法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5629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換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Timer Capture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寫法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Meeting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時的寫法  只用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TIM3_CH3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捕捉外部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分三階段 </a:t>
            </a:r>
            <a:r>
              <a:rPr lang="en-US" altLang="zh-TW" sz="2000" spc="-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capture_state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0→1→2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計算出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</a:t>
            </a: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20B2163-1C67-4E53-AC0D-4EB555B44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134085"/>
              </p:ext>
            </p:extLst>
          </p:nvPr>
        </p:nvGraphicFramePr>
        <p:xfrm>
          <a:off x="406399" y="2206190"/>
          <a:ext cx="8229600" cy="14630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61733604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6113969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3899057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7853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抓第一次上升緣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起點時間 </a:t>
                      </a:r>
                      <a:r>
                        <a:rPr lang="en-US" dirty="0" err="1"/>
                        <a:t>cap_rising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040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抓下降緣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得到 </a:t>
                      </a:r>
                      <a:r>
                        <a:rPr lang="en-US"/>
                        <a:t>high_time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8946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抓下一次上升緣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得到 </a:t>
                      </a:r>
                      <a:r>
                        <a:rPr lang="en-US" dirty="0"/>
                        <a:t>PWM period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311872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41596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換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Timer Capture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寫法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計算錯誤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896D9CE-9A5B-49FF-8121-92B8432489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6981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34727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換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Timer Capture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寫法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換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Timer Capture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寫法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DA5F186-29CC-423B-91DC-1680322925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621608"/>
              </p:ext>
            </p:extLst>
          </p:nvPr>
        </p:nvGraphicFramePr>
        <p:xfrm>
          <a:off x="457200" y="1616686"/>
          <a:ext cx="8229600" cy="7315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6011718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99364784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681266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zh-TW" dirty="0"/>
                        <a:t>CH3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抓上升緣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period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1156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dirty="0"/>
                        <a:t>CH4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抓下降緣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 </a:t>
                      </a:r>
                      <a:r>
                        <a:rPr lang="en-US" dirty="0" err="1"/>
                        <a:t>high_time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4529470"/>
                  </a:ext>
                </a:extLst>
              </a:tr>
            </a:tbl>
          </a:graphicData>
        </a:graphic>
      </p:graphicFrame>
      <p:sp>
        <p:nvSpPr>
          <p:cNvPr id="10" name="CustomShape 2">
            <a:extLst>
              <a:ext uri="{FF2B5EF4-FFF2-40B4-BE49-F238E27FC236}">
                <a16:creationId xmlns:a16="http://schemas.microsoft.com/office/drawing/2014/main" id="{92BB9C08-9921-46C7-8EB0-9CB567431939}"/>
              </a:ext>
            </a:extLst>
          </p:cNvPr>
          <p:cNvSpPr/>
          <p:nvPr/>
        </p:nvSpPr>
        <p:spPr>
          <a:xfrm>
            <a:off x="180000" y="2228994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計算得到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</a:t>
            </a:r>
            <a:endParaRPr lang="zh-TW" altLang="en-US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647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遭遇問題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亂跳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785164596.929845">
            <a:hlinkClick r:id="" action="ppaction://media"/>
            <a:extLst>
              <a:ext uri="{FF2B5EF4-FFF2-40B4-BE49-F238E27FC236}">
                <a16:creationId xmlns:a16="http://schemas.microsoft.com/office/drawing/2014/main" id="{98C87869-7D62-479B-BC31-D1198084CB62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81358" y="1437515"/>
            <a:ext cx="8381284" cy="471447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78749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21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遭遇問題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亂跳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A7A5612-4DB2-48D6-AA76-56D4A66F7B5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63590" y="1362519"/>
            <a:ext cx="7327379" cy="485212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46974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換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Timer Capture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寫法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改成用差值計算  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不重置</a:t>
            </a:r>
            <a:endParaRPr lang="zh-TW" altLang="en-US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AA9A3304-5E99-4716-89BF-87DAE91168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015" y="3999880"/>
            <a:ext cx="5813357" cy="242526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F9968F39-2322-4B70-A202-53C282501F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985" y="1535723"/>
            <a:ext cx="5600855" cy="233660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63866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換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Timer Capture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寫法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改成用差值計算  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不重置</a:t>
            </a:r>
            <a:endParaRPr lang="zh-TW" altLang="en-US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86A88991-EAFC-43CF-9E46-B4F5BDAC0D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846" y="1378006"/>
            <a:ext cx="8538308" cy="478300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25807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換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Timer Capture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寫法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785164640.796458">
            <a:hlinkClick r:id="" action="ppaction://media"/>
            <a:extLst>
              <a:ext uri="{FF2B5EF4-FFF2-40B4-BE49-F238E27FC236}">
                <a16:creationId xmlns:a16="http://schemas.microsoft.com/office/drawing/2014/main" id="{0536CBBD-2DD8-4969-B2A1-D1C68EF07F83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04446" y="1577831"/>
            <a:ext cx="8335108" cy="4688498"/>
          </a:xfrm>
          <a:prstGeom prst="rect">
            <a:avLst/>
          </a:prstGeom>
        </p:spPr>
      </p:pic>
      <p:sp>
        <p:nvSpPr>
          <p:cNvPr id="8" name="CustomShape 2">
            <a:extLst>
              <a:ext uri="{FF2B5EF4-FFF2-40B4-BE49-F238E27FC236}">
                <a16:creationId xmlns:a16="http://schemas.microsoft.com/office/drawing/2014/main" id="{ED1E3A8B-DCD5-4076-B118-A84852A85F4E}"/>
              </a:ext>
            </a:extLst>
          </p:cNvPr>
          <p:cNvSpPr/>
          <p:nvPr/>
        </p:nvSpPr>
        <p:spPr>
          <a:xfrm>
            <a:off x="332400" y="7440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用訊號產生器控制 輸出的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2118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35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目前流程圖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雜訊導致抓不到上升及下降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9DB2660-3438-47F7-B3FF-3BD6F70AD9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169" y="1412687"/>
            <a:ext cx="7733323" cy="46551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91436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23678"/>
            <a:ext cx="8229240" cy="443198"/>
          </a:xfrm>
        </p:spPr>
        <p:txBody>
          <a:bodyPr/>
          <a:lstStyle/>
          <a:p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預計進度</a:t>
            </a:r>
            <a:endParaRPr lang="zh-TW" altLang="en-US" sz="36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-92175" y="129731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54CC07A-9104-BFF8-CC32-E6A910233C69}"/>
              </a:ext>
            </a:extLst>
          </p:cNvPr>
          <p:cNvSpPr/>
          <p:nvPr/>
        </p:nvSpPr>
        <p:spPr>
          <a:xfrm>
            <a:off x="0" y="903682"/>
            <a:ext cx="9144000" cy="4500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+mj-ea"/>
              </a:rPr>
              <a:t> 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實際測試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修改同步機制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210640</TotalTime>
  <Words>202</Words>
  <Application>Microsoft Office PowerPoint</Application>
  <PresentationFormat>如螢幕大小 (4:3)</PresentationFormat>
  <Paragraphs>91</Paragraphs>
  <Slides>12</Slides>
  <Notes>1</Notes>
  <HiddenSlides>0</HiddenSlides>
  <MMClips>2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12</vt:i4>
      </vt:variant>
    </vt:vector>
  </HeadingPairs>
  <TitlesOfParts>
    <vt:vector size="22" baseType="lpstr">
      <vt:lpstr>DejaVu Sans</vt:lpstr>
      <vt:lpstr>굴림</vt:lpstr>
      <vt:lpstr>標楷體</vt:lpstr>
      <vt:lpstr>Arial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Administrator</cp:lastModifiedBy>
  <cp:revision>2481</cp:revision>
  <dcterms:created xsi:type="dcterms:W3CDTF">2001-07-18T23:57:34Z</dcterms:created>
  <dcterms:modified xsi:type="dcterms:W3CDTF">2025-11-18T13:28:08Z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