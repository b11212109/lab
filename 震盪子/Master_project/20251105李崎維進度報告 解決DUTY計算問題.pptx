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1611" r:id="rId4"/>
    <p:sldId id="1618" r:id="rId5"/>
    <p:sldId id="1637" r:id="rId6"/>
    <p:sldId id="1638" r:id="rId7"/>
    <p:sldId id="1639" r:id="rId8"/>
    <p:sldId id="1642" r:id="rId9"/>
    <p:sldId id="1640" r:id="rId10"/>
    <p:sldId id="1641" r:id="rId11"/>
    <p:sldId id="1643" r:id="rId12"/>
    <p:sldId id="1644" r:id="rId13"/>
    <p:sldId id="493" r:id="rId14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1611"/>
            <p14:sldId id="1618"/>
            <p14:sldId id="1637"/>
            <p14:sldId id="1638"/>
            <p14:sldId id="1639"/>
            <p14:sldId id="1642"/>
            <p14:sldId id="1640"/>
            <p14:sldId id="1641"/>
            <p14:sldId id="1643"/>
            <p14:sldId id="1644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A911"/>
    <a:srgbClr val="FE0086"/>
    <a:srgbClr val="0003D7"/>
    <a:srgbClr val="FB0275"/>
    <a:srgbClr val="03FF0A"/>
    <a:srgbClr val="0003FE"/>
    <a:srgbClr val="FC0085"/>
    <a:srgbClr val="ADAC06"/>
    <a:srgbClr val="07FC05"/>
    <a:srgbClr val="000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6242" autoAdjust="0"/>
  </p:normalViewPr>
  <p:slideViewPr>
    <p:cSldViewPr snapToGrid="0">
      <p:cViewPr varScale="1">
        <p:scale>
          <a:sx n="163" d="100"/>
          <a:sy n="163" d="100"/>
        </p:scale>
        <p:origin x="17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w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.xml"/><Relationship Id="rId4" Type="http://schemas.openxmlformats.org/officeDocument/2006/relationships/image" Target="../media/image1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8.xml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9.xml"/><Relationship Id="rId4" Type="http://schemas.openxmlformats.org/officeDocument/2006/relationships/image" Target="../media/image1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0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: </a:t>
            </a:r>
            <a:r>
              <a:rPr lang="en-US" altLang="zh-TW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11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</a:t>
            </a:r>
            <a:r>
              <a:rPr lang="en-US" altLang="zh-TW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05</a:t>
            </a:r>
            <a:r>
              <a:rPr lang="en-US" sz="3200" b="0" strike="noStrike" spc="-1">
                <a:solidFill>
                  <a:srgbClr val="282F86"/>
                </a:solidFill>
                <a:latin typeface="Times New Roman"/>
                <a:ea typeface="標楷體"/>
              </a:rPr>
              <a:t>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Capture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遭遇問題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45629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雜訊導致抓不到上升及下降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過一段時間輸入電壓從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3.3V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降到剩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1V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E939693-3086-43C3-82E4-76DF124981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29936"/>
            <a:ext cx="9144000" cy="33718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1596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雜訊導致抓不到上升及下降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訊號產生器直接給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offset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讓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Timer Capture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可以抓到上升及下降</a:t>
            </a:r>
            <a:b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先排除電壓不夠導致讀不到的問題</a:t>
            </a: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3E96D1E-6A13-4CA6-8DE7-684BDC65A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06" y="2282929"/>
            <a:ext cx="4387549" cy="391857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05B54DD4-82EF-45E1-979D-79428C4048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1161" y="2349360"/>
            <a:ext cx="4523614" cy="3598148"/>
          </a:xfrm>
          <a:prstGeom prst="rect">
            <a:avLst/>
          </a:prstGeom>
        </p:spPr>
      </p:pic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28A21BE6-06D0-4699-B7E5-227960E88E7A}"/>
              </a:ext>
            </a:extLst>
          </p:cNvPr>
          <p:cNvSpPr/>
          <p:nvPr/>
        </p:nvSpPr>
        <p:spPr>
          <a:xfrm>
            <a:off x="4728308" y="2493108"/>
            <a:ext cx="1629507" cy="6838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1FAA9EE2-8088-4647-8FA8-5BBDF8C61E9A}"/>
              </a:ext>
            </a:extLst>
          </p:cNvPr>
          <p:cNvSpPr/>
          <p:nvPr/>
        </p:nvSpPr>
        <p:spPr>
          <a:xfrm>
            <a:off x="1930400" y="2294652"/>
            <a:ext cx="582246" cy="187569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1436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先不用新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LAYOUT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增加</a:t>
            </a:r>
            <a:r>
              <a:rPr lang="en-US" altLang="zh-TW" sz="2000" spc="-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tim_ic_init.input_filter_value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原本是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調到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1Hz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44906BC-3CA7-4A8A-B74F-0E29B0F688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9674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6474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增加</a:t>
            </a:r>
            <a:r>
              <a:rPr lang="en-US" altLang="zh-TW" sz="2000" spc="-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tim_ic_init.input_filter_value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原本是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調到</a:t>
            </a: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100Hz</a:t>
            </a: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BD861A2-F50A-4E6B-973E-A4C15AB9B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66303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9573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確認電壓降低是因為電路問題還是程式問題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不接震盪子也是會有這個問題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確認程式有誤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5216FF6-FB85-4165-B57D-D9FB05D32E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9674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37837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把</a:t>
            </a:r>
            <a:r>
              <a:rPr lang="en-US" altLang="zh-TW" sz="2000" spc="-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InputCapture_Init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註解掉重新試就回復正常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90AFD10-4284-4185-8744-2816BD2C8E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9674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8631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重寫</a:t>
            </a:r>
            <a:r>
              <a:rPr lang="en-US" altLang="zh-TW" sz="2000" spc="-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InputCapture_Init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的</a:t>
            </a:r>
            <a:r>
              <a:rPr lang="en-US" altLang="zh-TW" sz="2000" spc="-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gpio_pin_remap_config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寫完電壓不會降低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5874CF7-C3EB-4D27-AD64-A9948E1EBA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1566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3683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計算錯誤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437ABAB-40A1-450C-B518-702E2B0D31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10787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73860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遭遇問題</a:t>
            </a: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591671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en-US" altLang="zh-TW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DUTY</a:t>
            </a:r>
            <a:r>
              <a:rPr lang="zh-TW" altLang="en-US" sz="2000" spc="-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計算錯誤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896D9CE-9A5B-49FF-8121-92B8432489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49966"/>
            <a:ext cx="9144000" cy="381476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34727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-92175" y="129731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0" y="903682"/>
            <a:ext cx="9144000" cy="450065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修改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DUTY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計算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210582</TotalTime>
  <Words>222</Words>
  <Application>Microsoft Office PowerPoint</Application>
  <PresentationFormat>如螢幕大小 (4:3)</PresentationFormat>
  <Paragraphs>74</Paragraphs>
  <Slides>12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12</vt:i4>
      </vt:variant>
    </vt:vector>
  </HeadingPairs>
  <TitlesOfParts>
    <vt:vector size="22" baseType="lpstr">
      <vt:lpstr>DejaVu Sans</vt:lpstr>
      <vt:lpstr>굴림</vt:lpstr>
      <vt:lpstr>標楷體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Administrator</cp:lastModifiedBy>
  <cp:revision>2474</cp:revision>
  <dcterms:created xsi:type="dcterms:W3CDTF">2001-07-18T23:57:34Z</dcterms:created>
  <dcterms:modified xsi:type="dcterms:W3CDTF">2025-11-04T15:59:13Z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