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1611" r:id="rId4"/>
    <p:sldId id="1618" r:id="rId5"/>
    <p:sldId id="1628" r:id="rId6"/>
    <p:sldId id="1625" r:id="rId7"/>
    <p:sldId id="1632" r:id="rId8"/>
    <p:sldId id="1633" r:id="rId9"/>
    <p:sldId id="1634" r:id="rId10"/>
    <p:sldId id="1635" r:id="rId11"/>
    <p:sldId id="1636" r:id="rId12"/>
    <p:sldId id="493" r:id="rId13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18"/>
            <p14:sldId id="1628"/>
            <p14:sldId id="1625"/>
            <p14:sldId id="1632"/>
            <p14:sldId id="1633"/>
            <p14:sldId id="1634"/>
            <p14:sldId id="1635"/>
            <p14:sldId id="1636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7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10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28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更改載波控制方式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Capture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遭遇問題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更改載波控制方式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先前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漸增漸減的方式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震不起來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Duty=50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Duty=10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的時間不需要一樣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3000ms ON 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100ms OFF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2F5F6C1-F87A-493D-B14A-34D58DE24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282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更改載波控制方式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改成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30/50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間切換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CAB5BC-5C01-44E6-B0D5-14CBA547F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848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750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更改載波控制方式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B9EEB02-7F0D-4DE3-9E09-6A138F985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2166711"/>
            <a:ext cx="8838067" cy="3259037"/>
          </a:xfrm>
          <a:prstGeom prst="rect">
            <a:avLst/>
          </a:prstGeom>
        </p:spPr>
      </p:pic>
      <p:sp>
        <p:nvSpPr>
          <p:cNvPr id="6" name="CustomShape 2">
            <a:extLst>
              <a:ext uri="{FF2B5EF4-FFF2-40B4-BE49-F238E27FC236}">
                <a16:creationId xmlns:a16="http://schemas.microsoft.com/office/drawing/2014/main" id="{20CE9BF2-ADE9-44F3-A155-B5D7C9E01223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對比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10/50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7.5ms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有加快但不多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217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0CE9BF2-ADE9-44F3-A155-B5D7C9E01223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先跳線測試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寫完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 實際測試動不了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14A98BC-3DA9-4565-83AD-B38399A24D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3" t="42905" r="34088" b="1"/>
          <a:stretch/>
        </p:blipFill>
        <p:spPr>
          <a:xfrm>
            <a:off x="5842000" y="1830148"/>
            <a:ext cx="3076650" cy="419428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306861E-D99C-4DEC-AB73-69230FB15C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76" y="1830148"/>
            <a:ext cx="5591124" cy="4194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8257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0CE9BF2-ADE9-44F3-A155-B5D7C9E01223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先單純測試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Timer Capture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正常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RISING_EDGE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IMG_3659">
            <a:hlinkClick r:id="" action="ppaction://media"/>
            <a:extLst>
              <a:ext uri="{FF2B5EF4-FFF2-40B4-BE49-F238E27FC236}">
                <a16:creationId xmlns:a16="http://schemas.microsoft.com/office/drawing/2014/main" id="{6F97C941-9C18-46BE-995E-48C8F4FDE1B7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757045"/>
            <a:ext cx="8128000" cy="457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663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3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0CE9BF2-ADE9-44F3-A155-B5D7C9E01223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IMG_3667">
            <a:hlinkClick r:id="" action="ppaction://media"/>
            <a:extLst>
              <a:ext uri="{FF2B5EF4-FFF2-40B4-BE49-F238E27FC236}">
                <a16:creationId xmlns:a16="http://schemas.microsoft.com/office/drawing/2014/main" id="{8F09601D-0A01-40FF-85B6-D9EEE3AE67E9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8000" y="1725590"/>
            <a:ext cx="8128000" cy="4572000"/>
          </a:xfrm>
          <a:prstGeom prst="rect">
            <a:avLst/>
          </a:prstGeom>
        </p:spPr>
      </p:pic>
      <p:sp>
        <p:nvSpPr>
          <p:cNvPr id="8" name="CustomShape 2">
            <a:extLst>
              <a:ext uri="{FF2B5EF4-FFF2-40B4-BE49-F238E27FC236}">
                <a16:creationId xmlns:a16="http://schemas.microsoft.com/office/drawing/2014/main" id="{7180DF76-1DE0-454D-9659-F293AE6F4EF1}"/>
              </a:ext>
            </a:extLst>
          </p:cNvPr>
          <p:cNvSpPr/>
          <p:nvPr/>
        </p:nvSpPr>
        <p:spPr>
          <a:xfrm>
            <a:off x="360000" y="540418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RISING_EDGE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duty10/50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間切換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401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0CE9BF2-ADE9-44F3-A155-B5D7C9E01223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7180DF76-1DE0-454D-9659-F293AE6F4EF1}"/>
              </a:ext>
            </a:extLst>
          </p:cNvPr>
          <p:cNvSpPr/>
          <p:nvPr/>
        </p:nvSpPr>
        <p:spPr>
          <a:xfrm>
            <a:off x="360000" y="540418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RISING_EDGE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duty10/50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間切換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有接震盪子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143307F-11DE-40EA-A07D-867E6C873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67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3323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19" y="0"/>
            <a:ext cx="8342547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Timer Capture</a:t>
            </a:r>
            <a:endParaRPr kumimoji="1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282F8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/>
              <a:ea typeface="標楷體"/>
              <a:cs typeface="+mj-cs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0CE9BF2-ADE9-44F3-A155-B5D7C9E01223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CustomShape 2">
            <a:extLst>
              <a:ext uri="{FF2B5EF4-FFF2-40B4-BE49-F238E27FC236}">
                <a16:creationId xmlns:a16="http://schemas.microsoft.com/office/drawing/2014/main" id="{7180DF76-1DE0-454D-9659-F293AE6F4EF1}"/>
              </a:ext>
            </a:extLst>
          </p:cNvPr>
          <p:cNvSpPr/>
          <p:nvPr/>
        </p:nvSpPr>
        <p:spPr>
          <a:xfrm>
            <a:off x="360000" y="540418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打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方波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RISING_EDGE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duty10/50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間切換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沒有接震盪子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8D173AF-0C9F-4822-B56E-980F41362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0880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326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寫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Capture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洗兩塊</a:t>
            </a: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210508</TotalTime>
  <Words>200</Words>
  <Application>Microsoft Office PowerPoint</Application>
  <PresentationFormat>如螢幕大小 (4:3)</PresentationFormat>
  <Paragraphs>77</Paragraphs>
  <Slides>11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11</vt:i4>
      </vt:variant>
    </vt:vector>
  </HeadingPairs>
  <TitlesOfParts>
    <vt:vector size="21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2467</cp:revision>
  <dcterms:created xsi:type="dcterms:W3CDTF">2001-07-18T23:57:34Z</dcterms:created>
  <dcterms:modified xsi:type="dcterms:W3CDTF">2025-10-27T15:43:16Z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