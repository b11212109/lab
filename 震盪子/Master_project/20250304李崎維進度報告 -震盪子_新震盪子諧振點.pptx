
<file path=[Content_Types].xml><?xml version="1.0" encoding="utf-8"?>
<Types xmlns="http://schemas.openxmlformats.org/package/2006/content-types">
  <Default Extension="bmp" ContentType="image/bmp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2"/>
  </p:notesMasterIdLst>
  <p:sldIdLst>
    <p:sldId id="256" r:id="rId3"/>
    <p:sldId id="492" r:id="rId4"/>
    <p:sldId id="1331" r:id="rId5"/>
    <p:sldId id="1334" r:id="rId6"/>
    <p:sldId id="1335" r:id="rId7"/>
    <p:sldId id="1336" r:id="rId8"/>
    <p:sldId id="1337" r:id="rId9"/>
    <p:sldId id="1339" r:id="rId10"/>
    <p:sldId id="493" r:id="rId11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492"/>
            <p14:sldId id="1331"/>
            <p14:sldId id="1334"/>
            <p14:sldId id="1335"/>
            <p14:sldId id="1336"/>
            <p14:sldId id="1337"/>
            <p14:sldId id="1339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077"/>
    <a:srgbClr val="C00000"/>
    <a:srgbClr val="FFFFFF"/>
    <a:srgbClr val="262699"/>
    <a:srgbClr val="262626"/>
    <a:srgbClr val="03FA10"/>
    <a:srgbClr val="0001FA"/>
    <a:srgbClr val="F70278"/>
    <a:srgbClr val="A9B00E"/>
    <a:srgbClr val="0094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6C9EAD-B1E8-4205-B24A-9335B78A5193}" v="54" dt="2025-03-04T04:21:43.1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54" autoAdjust="0"/>
    <p:restoredTop sz="96242" autoAdjust="0"/>
  </p:normalViewPr>
  <p:slideViewPr>
    <p:cSldViewPr snapToGrid="0">
      <p:cViewPr varScale="1">
        <p:scale>
          <a:sx n="110" d="100"/>
          <a:sy n="110" d="100"/>
        </p:scale>
        <p:origin x="19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崎維 李" userId="d4390ee11c1fc6cf" providerId="LiveId" clId="{7B6C9EAD-B1E8-4205-B24A-9335B78A5193}"/>
    <pc:docChg chg="undo custSel addSld delSld modSld delMainMaster modSection">
      <pc:chgData name="崎維 李" userId="d4390ee11c1fc6cf" providerId="LiveId" clId="{7B6C9EAD-B1E8-4205-B24A-9335B78A5193}" dt="2025-03-04T04:23:52.134" v="577" actId="20577"/>
      <pc:docMkLst>
        <pc:docMk/>
      </pc:docMkLst>
      <pc:sldChg chg="modSp mod">
        <pc:chgData name="崎維 李" userId="d4390ee11c1fc6cf" providerId="LiveId" clId="{7B6C9EAD-B1E8-4205-B24A-9335B78A5193}" dt="2025-03-04T04:23:52.134" v="577" actId="20577"/>
        <pc:sldMkLst>
          <pc:docMk/>
          <pc:sldMk cId="0" sldId="256"/>
        </pc:sldMkLst>
        <pc:spChg chg="mod">
          <ac:chgData name="崎維 李" userId="d4390ee11c1fc6cf" providerId="LiveId" clId="{7B6C9EAD-B1E8-4205-B24A-9335B78A5193}" dt="2025-03-04T04:23:52.134" v="577" actId="20577"/>
          <ac:spMkLst>
            <pc:docMk/>
            <pc:sldMk cId="0" sldId="256"/>
            <ac:spMk id="176" creationId="{00000000-0000-0000-0000-000000000000}"/>
          </ac:spMkLst>
        </pc:spChg>
      </pc:sldChg>
      <pc:sldChg chg="modSp mod">
        <pc:chgData name="崎維 李" userId="d4390ee11c1fc6cf" providerId="LiveId" clId="{7B6C9EAD-B1E8-4205-B24A-9335B78A5193}" dt="2025-03-04T04:21:43.126" v="567"/>
        <pc:sldMkLst>
          <pc:docMk/>
          <pc:sldMk cId="1759611898" sldId="492"/>
        </pc:sldMkLst>
        <pc:spChg chg="mod">
          <ac:chgData name="崎維 李" userId="d4390ee11c1fc6cf" providerId="LiveId" clId="{7B6C9EAD-B1E8-4205-B24A-9335B78A5193}" dt="2025-03-04T04:21:43.126" v="567"/>
          <ac:spMkLst>
            <pc:docMk/>
            <pc:sldMk cId="1759611898" sldId="492"/>
            <ac:spMk id="2" creationId="{FFDA5E2A-651A-2221-C4E1-4B3C8ABE1EF6}"/>
          </ac:spMkLst>
        </pc:spChg>
      </pc:sldChg>
      <pc:sldChg chg="modSp mod">
        <pc:chgData name="崎維 李" userId="d4390ee11c1fc6cf" providerId="LiveId" clId="{7B6C9EAD-B1E8-4205-B24A-9335B78A5193}" dt="2025-03-04T04:09:22.709" v="383"/>
        <pc:sldMkLst>
          <pc:docMk/>
          <pc:sldMk cId="1870929783" sldId="493"/>
        </pc:sldMkLst>
        <pc:spChg chg="mod">
          <ac:chgData name="崎維 李" userId="d4390ee11c1fc6cf" providerId="LiveId" clId="{7B6C9EAD-B1E8-4205-B24A-9335B78A5193}" dt="2025-03-04T04:09:22.709" v="383"/>
          <ac:spMkLst>
            <pc:docMk/>
            <pc:sldMk cId="1870929783" sldId="493"/>
            <ac:spMk id="6" creationId="{254CC07A-9104-BFF8-CC32-E6A910233C69}"/>
          </ac:spMkLst>
        </pc:spChg>
      </pc:sldChg>
      <pc:sldChg chg="del">
        <pc:chgData name="崎維 李" userId="d4390ee11c1fc6cf" providerId="LiveId" clId="{7B6C9EAD-B1E8-4205-B24A-9335B78A5193}" dt="2025-03-03T15:11:10.490" v="355" actId="47"/>
        <pc:sldMkLst>
          <pc:docMk/>
          <pc:sldMk cId="1262116730" sldId="1330"/>
        </pc:sldMkLst>
      </pc:sldChg>
      <pc:sldChg chg="addSp delSp modSp mod">
        <pc:chgData name="崎維 李" userId="d4390ee11c1fc6cf" providerId="LiveId" clId="{7B6C9EAD-B1E8-4205-B24A-9335B78A5193}" dt="2025-03-03T14:59:34.629" v="191" actId="1076"/>
        <pc:sldMkLst>
          <pc:docMk/>
          <pc:sldMk cId="3606609377" sldId="1331"/>
        </pc:sldMkLst>
        <pc:spChg chg="mod">
          <ac:chgData name="崎維 李" userId="d4390ee11c1fc6cf" providerId="LiveId" clId="{7B6C9EAD-B1E8-4205-B24A-9335B78A5193}" dt="2025-03-03T14:57:26.090" v="173" actId="20577"/>
          <ac:spMkLst>
            <pc:docMk/>
            <pc:sldMk cId="3606609377" sldId="1331"/>
            <ac:spMk id="7" creationId="{6EBDBD1D-EFF9-F19C-57B3-46ADB4C1B0B9}"/>
          </ac:spMkLst>
        </pc:spChg>
        <pc:picChg chg="del">
          <ac:chgData name="崎維 李" userId="d4390ee11c1fc6cf" providerId="LiveId" clId="{7B6C9EAD-B1E8-4205-B24A-9335B78A5193}" dt="2025-03-03T14:55:48.908" v="90" actId="478"/>
          <ac:picMkLst>
            <pc:docMk/>
            <pc:sldMk cId="3606609377" sldId="1331"/>
            <ac:picMk id="3" creationId="{BB35007E-0DF1-461B-A7FD-E1D005EC54D9}"/>
          </ac:picMkLst>
        </pc:picChg>
        <pc:picChg chg="add mod">
          <ac:chgData name="崎維 李" userId="d4390ee11c1fc6cf" providerId="LiveId" clId="{7B6C9EAD-B1E8-4205-B24A-9335B78A5193}" dt="2025-03-03T14:59:34.629" v="191" actId="1076"/>
          <ac:picMkLst>
            <pc:docMk/>
            <pc:sldMk cId="3606609377" sldId="1331"/>
            <ac:picMk id="4" creationId="{6FF6B5F3-9714-75D8-BDDC-2590AE6AE4CB}"/>
          </ac:picMkLst>
        </pc:picChg>
        <pc:picChg chg="add mod">
          <ac:chgData name="崎維 李" userId="d4390ee11c1fc6cf" providerId="LiveId" clId="{7B6C9EAD-B1E8-4205-B24A-9335B78A5193}" dt="2025-03-03T14:57:11.254" v="168" actId="1076"/>
          <ac:picMkLst>
            <pc:docMk/>
            <pc:sldMk cId="3606609377" sldId="1331"/>
            <ac:picMk id="6" creationId="{8CD55766-8FA4-17D2-D9A1-0FF87F515664}"/>
          </ac:picMkLst>
        </pc:picChg>
      </pc:sldChg>
      <pc:sldChg chg="del">
        <pc:chgData name="崎維 李" userId="d4390ee11c1fc6cf" providerId="LiveId" clId="{7B6C9EAD-B1E8-4205-B24A-9335B78A5193}" dt="2025-03-03T14:59:52.360" v="193" actId="47"/>
        <pc:sldMkLst>
          <pc:docMk/>
          <pc:sldMk cId="3009819144" sldId="1332"/>
        </pc:sldMkLst>
      </pc:sldChg>
      <pc:sldChg chg="del">
        <pc:chgData name="崎維 李" userId="d4390ee11c1fc6cf" providerId="LiveId" clId="{7B6C9EAD-B1E8-4205-B24A-9335B78A5193}" dt="2025-03-03T15:11:09.664" v="354" actId="47"/>
        <pc:sldMkLst>
          <pc:docMk/>
          <pc:sldMk cId="3860805492" sldId="1333"/>
        </pc:sldMkLst>
      </pc:sldChg>
      <pc:sldChg chg="addSp delSp modSp add mod">
        <pc:chgData name="崎維 李" userId="d4390ee11c1fc6cf" providerId="LiveId" clId="{7B6C9EAD-B1E8-4205-B24A-9335B78A5193}" dt="2025-03-03T14:59:19.976" v="189" actId="14100"/>
        <pc:sldMkLst>
          <pc:docMk/>
          <pc:sldMk cId="3878843723" sldId="1334"/>
        </pc:sldMkLst>
        <pc:spChg chg="mod">
          <ac:chgData name="崎維 李" userId="d4390ee11c1fc6cf" providerId="LiveId" clId="{7B6C9EAD-B1E8-4205-B24A-9335B78A5193}" dt="2025-03-03T14:57:32.081" v="175" actId="20577"/>
          <ac:spMkLst>
            <pc:docMk/>
            <pc:sldMk cId="3878843723" sldId="1334"/>
            <ac:spMk id="7" creationId="{C9BD42BE-334B-A7A3-B5ED-A1259466C4B1}"/>
          </ac:spMkLst>
        </pc:spChg>
        <pc:picChg chg="add mod">
          <ac:chgData name="崎維 李" userId="d4390ee11c1fc6cf" providerId="LiveId" clId="{7B6C9EAD-B1E8-4205-B24A-9335B78A5193}" dt="2025-03-03T14:59:19.976" v="189" actId="14100"/>
          <ac:picMkLst>
            <pc:docMk/>
            <pc:sldMk cId="3878843723" sldId="1334"/>
            <ac:picMk id="3" creationId="{91365120-9712-60CD-F70A-B776DBB5FF27}"/>
          </ac:picMkLst>
        </pc:picChg>
        <pc:picChg chg="del mod">
          <ac:chgData name="崎維 李" userId="d4390ee11c1fc6cf" providerId="LiveId" clId="{7B6C9EAD-B1E8-4205-B24A-9335B78A5193}" dt="2025-03-03T14:58:19.433" v="180" actId="478"/>
          <ac:picMkLst>
            <pc:docMk/>
            <pc:sldMk cId="3878843723" sldId="1334"/>
            <ac:picMk id="4" creationId="{CB75B177-BB58-A1AB-1E81-4B51F612AC4D}"/>
          </ac:picMkLst>
        </pc:picChg>
        <pc:picChg chg="del">
          <ac:chgData name="崎維 李" userId="d4390ee11c1fc6cf" providerId="LiveId" clId="{7B6C9EAD-B1E8-4205-B24A-9335B78A5193}" dt="2025-03-03T14:59:03.040" v="183" actId="478"/>
          <ac:picMkLst>
            <pc:docMk/>
            <pc:sldMk cId="3878843723" sldId="1334"/>
            <ac:picMk id="6" creationId="{031FEC88-F023-FDDF-C26A-60E976FA7DFE}"/>
          </ac:picMkLst>
        </pc:picChg>
        <pc:picChg chg="add mod">
          <ac:chgData name="崎維 李" userId="d4390ee11c1fc6cf" providerId="LiveId" clId="{7B6C9EAD-B1E8-4205-B24A-9335B78A5193}" dt="2025-03-03T14:59:13.707" v="186" actId="1076"/>
          <ac:picMkLst>
            <pc:docMk/>
            <pc:sldMk cId="3878843723" sldId="1334"/>
            <ac:picMk id="8" creationId="{3B4A68A9-5F55-636B-C527-E3E3240779B7}"/>
          </ac:picMkLst>
        </pc:picChg>
      </pc:sldChg>
      <pc:sldChg chg="addSp delSp modSp add mod">
        <pc:chgData name="崎維 李" userId="d4390ee11c1fc6cf" providerId="LiveId" clId="{7B6C9EAD-B1E8-4205-B24A-9335B78A5193}" dt="2025-03-03T15:02:28.961" v="226" actId="1076"/>
        <pc:sldMkLst>
          <pc:docMk/>
          <pc:sldMk cId="966507798" sldId="1335"/>
        </pc:sldMkLst>
        <pc:spChg chg="mod">
          <ac:chgData name="崎維 李" userId="d4390ee11c1fc6cf" providerId="LiveId" clId="{7B6C9EAD-B1E8-4205-B24A-9335B78A5193}" dt="2025-03-03T15:00:12.580" v="215"/>
          <ac:spMkLst>
            <pc:docMk/>
            <pc:sldMk cId="966507798" sldId="1335"/>
            <ac:spMk id="7" creationId="{E3EABAB1-8DEA-265B-D171-391C8C35A3A2}"/>
          </ac:spMkLst>
        </pc:spChg>
        <pc:picChg chg="del">
          <ac:chgData name="崎維 李" userId="d4390ee11c1fc6cf" providerId="LiveId" clId="{7B6C9EAD-B1E8-4205-B24A-9335B78A5193}" dt="2025-03-03T15:00:45.359" v="219" actId="478"/>
          <ac:picMkLst>
            <pc:docMk/>
            <pc:sldMk cId="966507798" sldId="1335"/>
            <ac:picMk id="3" creationId="{A961EAA7-DDC5-C190-7922-AF4F18D490E0}"/>
          </ac:picMkLst>
        </pc:picChg>
        <pc:picChg chg="add mod">
          <ac:chgData name="崎維 李" userId="d4390ee11c1fc6cf" providerId="LiveId" clId="{7B6C9EAD-B1E8-4205-B24A-9335B78A5193}" dt="2025-03-03T15:00:53.004" v="223" actId="1076"/>
          <ac:picMkLst>
            <pc:docMk/>
            <pc:sldMk cId="966507798" sldId="1335"/>
            <ac:picMk id="4" creationId="{D4664EED-2F82-28BC-79FD-037359C293A4}"/>
          </ac:picMkLst>
        </pc:picChg>
        <pc:picChg chg="add mod">
          <ac:chgData name="崎維 李" userId="d4390ee11c1fc6cf" providerId="LiveId" clId="{7B6C9EAD-B1E8-4205-B24A-9335B78A5193}" dt="2025-03-03T15:02:28.961" v="226" actId="1076"/>
          <ac:picMkLst>
            <pc:docMk/>
            <pc:sldMk cId="966507798" sldId="1335"/>
            <ac:picMk id="6" creationId="{FDC7C456-0590-D7E3-6F68-71AF71DCEB4E}"/>
          </ac:picMkLst>
        </pc:picChg>
        <pc:picChg chg="del">
          <ac:chgData name="崎維 李" userId="d4390ee11c1fc6cf" providerId="LiveId" clId="{7B6C9EAD-B1E8-4205-B24A-9335B78A5193}" dt="2025-03-03T15:02:23.763" v="225" actId="478"/>
          <ac:picMkLst>
            <pc:docMk/>
            <pc:sldMk cId="966507798" sldId="1335"/>
            <ac:picMk id="8" creationId="{498E1384-0292-0964-9353-F13623B7977F}"/>
          </ac:picMkLst>
        </pc:picChg>
      </pc:sldChg>
      <pc:sldChg chg="addSp delSp modSp add mod">
        <pc:chgData name="崎維 李" userId="d4390ee11c1fc6cf" providerId="LiveId" clId="{7B6C9EAD-B1E8-4205-B24A-9335B78A5193}" dt="2025-03-03T15:06:36.992" v="353" actId="1076"/>
        <pc:sldMkLst>
          <pc:docMk/>
          <pc:sldMk cId="1794258018" sldId="1336"/>
        </pc:sldMkLst>
        <pc:spChg chg="mod">
          <ac:chgData name="崎維 李" userId="d4390ee11c1fc6cf" providerId="LiveId" clId="{7B6C9EAD-B1E8-4205-B24A-9335B78A5193}" dt="2025-03-03T15:03:38.431" v="271" actId="20577"/>
          <ac:spMkLst>
            <pc:docMk/>
            <pc:sldMk cId="1794258018" sldId="1336"/>
            <ac:spMk id="7" creationId="{B1711DD6-D88C-C455-A6DE-092943F708F3}"/>
          </ac:spMkLst>
        </pc:spChg>
        <pc:spChg chg="add del mod">
          <ac:chgData name="崎維 李" userId="d4390ee11c1fc6cf" providerId="LiveId" clId="{7B6C9EAD-B1E8-4205-B24A-9335B78A5193}" dt="2025-03-03T15:04:57.350" v="299" actId="478"/>
          <ac:spMkLst>
            <pc:docMk/>
            <pc:sldMk cId="1794258018" sldId="1336"/>
            <ac:spMk id="10" creationId="{91944FC2-D44D-9F7A-3079-C5E0BA794243}"/>
          </ac:spMkLst>
        </pc:spChg>
        <pc:spChg chg="add mod">
          <ac:chgData name="崎維 李" userId="d4390ee11c1fc6cf" providerId="LiveId" clId="{7B6C9EAD-B1E8-4205-B24A-9335B78A5193}" dt="2025-03-03T15:06:36.992" v="353" actId="1076"/>
          <ac:spMkLst>
            <pc:docMk/>
            <pc:sldMk cId="1794258018" sldId="1336"/>
            <ac:spMk id="12" creationId="{4BDD0266-08DA-6C65-DE55-ED16649130A2}"/>
          </ac:spMkLst>
        </pc:spChg>
        <pc:spChg chg="add mod">
          <ac:chgData name="崎維 李" userId="d4390ee11c1fc6cf" providerId="LiveId" clId="{7B6C9EAD-B1E8-4205-B24A-9335B78A5193}" dt="2025-03-03T15:06:18.450" v="351" actId="1076"/>
          <ac:spMkLst>
            <pc:docMk/>
            <pc:sldMk cId="1794258018" sldId="1336"/>
            <ac:spMk id="14" creationId="{4384684B-4E9C-2DB0-A22B-5B21114AA6DA}"/>
          </ac:spMkLst>
        </pc:spChg>
        <pc:picChg chg="add mod">
          <ac:chgData name="崎維 李" userId="d4390ee11c1fc6cf" providerId="LiveId" clId="{7B6C9EAD-B1E8-4205-B24A-9335B78A5193}" dt="2025-03-03T15:04:40.027" v="296" actId="14100"/>
          <ac:picMkLst>
            <pc:docMk/>
            <pc:sldMk cId="1794258018" sldId="1336"/>
            <ac:picMk id="3" creationId="{E74FAC6F-3253-AD9B-CFC3-9BB16CBE5D0C}"/>
          </ac:picMkLst>
        </pc:picChg>
        <pc:picChg chg="del">
          <ac:chgData name="崎維 李" userId="d4390ee11c1fc6cf" providerId="LiveId" clId="{7B6C9EAD-B1E8-4205-B24A-9335B78A5193}" dt="2025-03-03T15:03:42.613" v="272" actId="478"/>
          <ac:picMkLst>
            <pc:docMk/>
            <pc:sldMk cId="1794258018" sldId="1336"/>
            <ac:picMk id="4" creationId="{C530A6D5-9B1F-7CEC-C9C6-41C6A420D004}"/>
          </ac:picMkLst>
        </pc:picChg>
        <pc:picChg chg="del">
          <ac:chgData name="崎維 李" userId="d4390ee11c1fc6cf" providerId="LiveId" clId="{7B6C9EAD-B1E8-4205-B24A-9335B78A5193}" dt="2025-03-03T15:03:43.501" v="273" actId="478"/>
          <ac:picMkLst>
            <pc:docMk/>
            <pc:sldMk cId="1794258018" sldId="1336"/>
            <ac:picMk id="6" creationId="{D7A284C8-5500-C2AE-9CB0-7D1712E4B715}"/>
          </ac:picMkLst>
        </pc:picChg>
        <pc:picChg chg="add mod">
          <ac:chgData name="崎維 李" userId="d4390ee11c1fc6cf" providerId="LiveId" clId="{7B6C9EAD-B1E8-4205-B24A-9335B78A5193}" dt="2025-03-03T15:04:36.362" v="295" actId="14100"/>
          <ac:picMkLst>
            <pc:docMk/>
            <pc:sldMk cId="1794258018" sldId="1336"/>
            <ac:picMk id="8" creationId="{F8B70182-3378-099B-D955-EB0119F89408}"/>
          </ac:picMkLst>
        </pc:picChg>
      </pc:sldChg>
      <pc:sldChg chg="new del">
        <pc:chgData name="崎維 李" userId="d4390ee11c1fc6cf" providerId="LiveId" clId="{7B6C9EAD-B1E8-4205-B24A-9335B78A5193}" dt="2025-03-04T04:10:46.010" v="385" actId="47"/>
        <pc:sldMkLst>
          <pc:docMk/>
          <pc:sldMk cId="446058005" sldId="1337"/>
        </pc:sldMkLst>
      </pc:sldChg>
      <pc:sldChg chg="addSp modSp add mod">
        <pc:chgData name="崎維 李" userId="d4390ee11c1fc6cf" providerId="LiveId" clId="{7B6C9EAD-B1E8-4205-B24A-9335B78A5193}" dt="2025-03-04T04:12:19.441" v="425" actId="1076"/>
        <pc:sldMkLst>
          <pc:docMk/>
          <pc:sldMk cId="1850006806" sldId="1337"/>
        </pc:sldMkLst>
        <pc:spChg chg="mod">
          <ac:chgData name="崎維 李" userId="d4390ee11c1fc6cf" providerId="LiveId" clId="{7B6C9EAD-B1E8-4205-B24A-9335B78A5193}" dt="2025-03-04T04:12:12.015" v="420" actId="5793"/>
          <ac:spMkLst>
            <pc:docMk/>
            <pc:sldMk cId="1850006806" sldId="1337"/>
            <ac:spMk id="2" creationId="{20846ABF-0422-17A8-3260-B07D76A6E384}"/>
          </ac:spMkLst>
        </pc:spChg>
        <pc:spChg chg="mod">
          <ac:chgData name="崎維 李" userId="d4390ee11c1fc6cf" providerId="LiveId" clId="{7B6C9EAD-B1E8-4205-B24A-9335B78A5193}" dt="2025-03-04T04:11:34.230" v="409"/>
          <ac:spMkLst>
            <pc:docMk/>
            <pc:sldMk cId="1850006806" sldId="1337"/>
            <ac:spMk id="5" creationId="{1CA7E910-8887-8A3D-68E1-0F73531A9D88}"/>
          </ac:spMkLst>
        </pc:spChg>
        <pc:picChg chg="add mod modCrop">
          <ac:chgData name="崎維 李" userId="d4390ee11c1fc6cf" providerId="LiveId" clId="{7B6C9EAD-B1E8-4205-B24A-9335B78A5193}" dt="2025-03-04T04:12:19.441" v="425" actId="1076"/>
          <ac:picMkLst>
            <pc:docMk/>
            <pc:sldMk cId="1850006806" sldId="1337"/>
            <ac:picMk id="4" creationId="{C9F1A867-A567-49A4-4F22-4E589097E27F}"/>
          </ac:picMkLst>
        </pc:picChg>
      </pc:sldChg>
      <pc:sldChg chg="modSp new del mod">
        <pc:chgData name="崎維 李" userId="d4390ee11c1fc6cf" providerId="LiveId" clId="{7B6C9EAD-B1E8-4205-B24A-9335B78A5193}" dt="2025-03-04T04:08:50.358" v="359" actId="680"/>
        <pc:sldMkLst>
          <pc:docMk/>
          <pc:sldMk cId="2665594226" sldId="1337"/>
        </pc:sldMkLst>
        <pc:spChg chg="mod">
          <ac:chgData name="崎維 李" userId="d4390ee11c1fc6cf" providerId="LiveId" clId="{7B6C9EAD-B1E8-4205-B24A-9335B78A5193}" dt="2025-03-04T04:08:48.279" v="358" actId="14100"/>
          <ac:spMkLst>
            <pc:docMk/>
            <pc:sldMk cId="2665594226" sldId="1337"/>
            <ac:spMk id="2" creationId="{F8FCDA0C-9A82-100E-D55E-A2236AB4B9B6}"/>
          </ac:spMkLst>
        </pc:spChg>
      </pc:sldChg>
      <pc:sldChg chg="new del">
        <pc:chgData name="崎維 李" userId="d4390ee11c1fc6cf" providerId="LiveId" clId="{7B6C9EAD-B1E8-4205-B24A-9335B78A5193}" dt="2025-03-04T04:12:29.090" v="428" actId="47"/>
        <pc:sldMkLst>
          <pc:docMk/>
          <pc:sldMk cId="1765807560" sldId="1338"/>
        </pc:sldMkLst>
      </pc:sldChg>
      <pc:sldChg chg="addSp delSp modSp add mod modAnim">
        <pc:chgData name="崎維 李" userId="d4390ee11c1fc6cf" providerId="LiveId" clId="{7B6C9EAD-B1E8-4205-B24A-9335B78A5193}" dt="2025-03-04T04:22:13.579" v="573" actId="1076"/>
        <pc:sldMkLst>
          <pc:docMk/>
          <pc:sldMk cId="2998474373" sldId="1339"/>
        </pc:sldMkLst>
        <pc:picChg chg="add mod">
          <ac:chgData name="崎維 李" userId="d4390ee11c1fc6cf" providerId="LiveId" clId="{7B6C9EAD-B1E8-4205-B24A-9335B78A5193}" dt="2025-03-04T04:22:07.935" v="570" actId="14100"/>
          <ac:picMkLst>
            <pc:docMk/>
            <pc:sldMk cId="2998474373" sldId="1339"/>
            <ac:picMk id="3" creationId="{85A45497-C8AE-ED36-A19E-472734CF811A}"/>
          </ac:picMkLst>
        </pc:picChg>
        <pc:picChg chg="del">
          <ac:chgData name="崎維 李" userId="d4390ee11c1fc6cf" providerId="LiveId" clId="{7B6C9EAD-B1E8-4205-B24A-9335B78A5193}" dt="2025-03-04T04:12:36.872" v="430" actId="478"/>
          <ac:picMkLst>
            <pc:docMk/>
            <pc:sldMk cId="2998474373" sldId="1339"/>
            <ac:picMk id="4" creationId="{917EDB80-14B9-91D0-6CC1-9A932B1FA147}"/>
          </ac:picMkLst>
        </pc:picChg>
        <pc:picChg chg="add mod">
          <ac:chgData name="崎維 李" userId="d4390ee11c1fc6cf" providerId="LiveId" clId="{7B6C9EAD-B1E8-4205-B24A-9335B78A5193}" dt="2025-03-04T04:22:13.579" v="573" actId="1076"/>
          <ac:picMkLst>
            <pc:docMk/>
            <pc:sldMk cId="2998474373" sldId="1339"/>
            <ac:picMk id="6" creationId="{835E3D9A-6870-AC87-3D65-CE5A77BE6EE8}"/>
          </ac:picMkLst>
        </pc:picChg>
      </pc:sldChg>
      <pc:sldChg chg="delSp add del mod">
        <pc:chgData name="崎維 李" userId="d4390ee11c1fc6cf" providerId="LiveId" clId="{7B6C9EAD-B1E8-4205-B24A-9335B78A5193}" dt="2025-03-04T04:17:16.867" v="450" actId="47"/>
        <pc:sldMkLst>
          <pc:docMk/>
          <pc:sldMk cId="2229144976" sldId="1340"/>
        </pc:sldMkLst>
        <pc:picChg chg="del">
          <ac:chgData name="崎維 李" userId="d4390ee11c1fc6cf" providerId="LiveId" clId="{7B6C9EAD-B1E8-4205-B24A-9335B78A5193}" dt="2025-03-04T04:15:19.236" v="449" actId="478"/>
          <ac:picMkLst>
            <pc:docMk/>
            <pc:sldMk cId="2229144976" sldId="1340"/>
            <ac:picMk id="4" creationId="{7A400E5F-86E2-F150-75DA-02E9349DD055}"/>
          </ac:picMkLst>
        </pc:picChg>
      </pc:sldChg>
      <pc:sldMasterChg chg="del delSldLayout">
        <pc:chgData name="崎維 李" userId="d4390ee11c1fc6cf" providerId="LiveId" clId="{7B6C9EAD-B1E8-4205-B24A-9335B78A5193}" dt="2025-03-03T15:11:10.490" v="355" actId="47"/>
        <pc:sldMasterMkLst>
          <pc:docMk/>
          <pc:sldMasterMk cId="3436824165" sldId="2147483674"/>
        </pc:sldMasterMkLst>
        <pc:sldLayoutChg chg="del">
          <pc:chgData name="崎維 李" userId="d4390ee11c1fc6cf" providerId="LiveId" clId="{7B6C9EAD-B1E8-4205-B24A-9335B78A5193}" dt="2025-03-03T15:11:10.490" v="355" actId="47"/>
          <pc:sldLayoutMkLst>
            <pc:docMk/>
            <pc:sldMasterMk cId="3436824165" sldId="2147483674"/>
            <pc:sldLayoutMk cId="3419594419" sldId="2147483675"/>
          </pc:sldLayoutMkLst>
        </pc:sldLayoutChg>
        <pc:sldLayoutChg chg="del">
          <pc:chgData name="崎維 李" userId="d4390ee11c1fc6cf" providerId="LiveId" clId="{7B6C9EAD-B1E8-4205-B24A-9335B78A5193}" dt="2025-03-03T15:11:10.490" v="355" actId="47"/>
          <pc:sldLayoutMkLst>
            <pc:docMk/>
            <pc:sldMasterMk cId="3436824165" sldId="2147483674"/>
            <pc:sldLayoutMk cId="446952958" sldId="2147483676"/>
          </pc:sldLayoutMkLst>
        </pc:sldLayoutChg>
        <pc:sldLayoutChg chg="del">
          <pc:chgData name="崎維 李" userId="d4390ee11c1fc6cf" providerId="LiveId" clId="{7B6C9EAD-B1E8-4205-B24A-9335B78A5193}" dt="2025-03-03T15:11:10.490" v="355" actId="47"/>
          <pc:sldLayoutMkLst>
            <pc:docMk/>
            <pc:sldMasterMk cId="3436824165" sldId="2147483674"/>
            <pc:sldLayoutMk cId="1829960479" sldId="2147483677"/>
          </pc:sldLayoutMkLst>
        </pc:sldLayoutChg>
        <pc:sldLayoutChg chg="del">
          <pc:chgData name="崎維 李" userId="d4390ee11c1fc6cf" providerId="LiveId" clId="{7B6C9EAD-B1E8-4205-B24A-9335B78A5193}" dt="2025-03-03T15:11:10.490" v="355" actId="47"/>
          <pc:sldLayoutMkLst>
            <pc:docMk/>
            <pc:sldMasterMk cId="3436824165" sldId="2147483674"/>
            <pc:sldLayoutMk cId="2443167680" sldId="2147483678"/>
          </pc:sldLayoutMkLst>
        </pc:sldLayoutChg>
        <pc:sldLayoutChg chg="del">
          <pc:chgData name="崎維 李" userId="d4390ee11c1fc6cf" providerId="LiveId" clId="{7B6C9EAD-B1E8-4205-B24A-9335B78A5193}" dt="2025-03-03T15:11:10.490" v="355" actId="47"/>
          <pc:sldLayoutMkLst>
            <pc:docMk/>
            <pc:sldMasterMk cId="3436824165" sldId="2147483674"/>
            <pc:sldLayoutMk cId="3369104464" sldId="2147483679"/>
          </pc:sldLayoutMkLst>
        </pc:sldLayoutChg>
        <pc:sldLayoutChg chg="del">
          <pc:chgData name="崎維 李" userId="d4390ee11c1fc6cf" providerId="LiveId" clId="{7B6C9EAD-B1E8-4205-B24A-9335B78A5193}" dt="2025-03-03T15:11:10.490" v="355" actId="47"/>
          <pc:sldLayoutMkLst>
            <pc:docMk/>
            <pc:sldMasterMk cId="3436824165" sldId="2147483674"/>
            <pc:sldLayoutMk cId="3168302053" sldId="2147483680"/>
          </pc:sldLayoutMkLst>
        </pc:sldLayoutChg>
        <pc:sldLayoutChg chg="del">
          <pc:chgData name="崎維 李" userId="d4390ee11c1fc6cf" providerId="LiveId" clId="{7B6C9EAD-B1E8-4205-B24A-9335B78A5193}" dt="2025-03-03T15:11:10.490" v="355" actId="47"/>
          <pc:sldLayoutMkLst>
            <pc:docMk/>
            <pc:sldMasterMk cId="3436824165" sldId="2147483674"/>
            <pc:sldLayoutMk cId="4135978733" sldId="2147483681"/>
          </pc:sldLayoutMkLst>
        </pc:sldLayoutChg>
        <pc:sldLayoutChg chg="del">
          <pc:chgData name="崎維 李" userId="d4390ee11c1fc6cf" providerId="LiveId" clId="{7B6C9EAD-B1E8-4205-B24A-9335B78A5193}" dt="2025-03-03T15:11:10.490" v="355" actId="47"/>
          <pc:sldLayoutMkLst>
            <pc:docMk/>
            <pc:sldMasterMk cId="3436824165" sldId="2147483674"/>
            <pc:sldLayoutMk cId="7116663" sldId="2147483682"/>
          </pc:sldLayoutMkLst>
        </pc:sldLayoutChg>
        <pc:sldLayoutChg chg="del">
          <pc:chgData name="崎維 李" userId="d4390ee11c1fc6cf" providerId="LiveId" clId="{7B6C9EAD-B1E8-4205-B24A-9335B78A5193}" dt="2025-03-03T15:11:10.490" v="355" actId="47"/>
          <pc:sldLayoutMkLst>
            <pc:docMk/>
            <pc:sldMasterMk cId="3436824165" sldId="2147483674"/>
            <pc:sldLayoutMk cId="3241630531" sldId="2147483683"/>
          </pc:sldLayoutMkLst>
        </pc:sldLayoutChg>
        <pc:sldLayoutChg chg="del">
          <pc:chgData name="崎維 李" userId="d4390ee11c1fc6cf" providerId="LiveId" clId="{7B6C9EAD-B1E8-4205-B24A-9335B78A5193}" dt="2025-03-03T15:11:10.490" v="355" actId="47"/>
          <pc:sldLayoutMkLst>
            <pc:docMk/>
            <pc:sldMasterMk cId="3436824165" sldId="2147483674"/>
            <pc:sldLayoutMk cId="2778799111" sldId="2147483684"/>
          </pc:sldLayoutMkLst>
        </pc:sldLayoutChg>
        <pc:sldLayoutChg chg="del">
          <pc:chgData name="崎維 李" userId="d4390ee11c1fc6cf" providerId="LiveId" clId="{7B6C9EAD-B1E8-4205-B24A-9335B78A5193}" dt="2025-03-03T15:11:10.490" v="355" actId="47"/>
          <pc:sldLayoutMkLst>
            <pc:docMk/>
            <pc:sldMasterMk cId="3436824165" sldId="2147483674"/>
            <pc:sldLayoutMk cId="3456338024" sldId="214748368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bmp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bmp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bmp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video" Target="../media/media1.mp4"/><Relationship Id="rId7" Type="http://schemas.openxmlformats.org/officeDocument/2006/relationships/image" Target="../media/image4.png"/><Relationship Id="rId2" Type="http://schemas.microsoft.com/office/2007/relationships/media" Target="../media/media1.mp4"/><Relationship Id="rId1" Type="http://schemas.openxmlformats.org/officeDocument/2006/relationships/tags" Target="../tags/tag3.xml"/><Relationship Id="rId6" Type="http://schemas.openxmlformats.org/officeDocument/2006/relationships/slideLayout" Target="../slideLayouts/slideLayout14.xml"/><Relationship Id="rId5" Type="http://schemas.openxmlformats.org/officeDocument/2006/relationships/video" Target="../media/media2.mp4"/><Relationship Id="rId4" Type="http://schemas.microsoft.com/office/2007/relationships/media" Target="../media/media2.mp4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</a:t>
            </a:r>
            <a:r>
              <a:rPr lang="en-US" sz="3200" b="0" strike="noStrike" spc="-1">
                <a:solidFill>
                  <a:srgbClr val="282F86"/>
                </a:solidFill>
                <a:latin typeface="Times New Roman"/>
                <a:ea typeface="標楷體"/>
              </a:rPr>
              <a:t>: </a:t>
            </a:r>
            <a:r>
              <a:rPr lang="en-US" sz="3200" spc="-1">
                <a:solidFill>
                  <a:srgbClr val="282F86"/>
                </a:solidFill>
                <a:latin typeface="Times New Roman"/>
                <a:ea typeface="標楷體"/>
              </a:rPr>
              <a:t>03</a:t>
            </a:r>
            <a:r>
              <a:rPr lang="en-US" sz="3200" b="0" strike="noStrike" spc="-1">
                <a:solidFill>
                  <a:srgbClr val="282F86"/>
                </a:solidFill>
                <a:latin typeface="Times New Roman"/>
                <a:ea typeface="標楷體"/>
              </a:rPr>
              <a:t>/04/2025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量測新震盪子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處理開關發熱問題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電路測試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611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6EBDBD1D-EFF9-F19C-57B3-46ADB4C1B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340376"/>
            <a:ext cx="7491412" cy="443198"/>
          </a:xfrm>
        </p:spPr>
        <p:txBody>
          <a:bodyPr/>
          <a:lstStyle/>
          <a:p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全新震盪子最佳諧振點</a:t>
            </a:r>
            <a:r>
              <a:rPr kumimoji="1" lang="en-US" altLang="zh-TW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_A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圖片 3" descr="一張含有 螢幕擷取畫面, 行, 繪圖 的圖片&#10;&#10;AI 產生的內容可能不正確。">
            <a:extLst>
              <a:ext uri="{FF2B5EF4-FFF2-40B4-BE49-F238E27FC236}">
                <a16:creationId xmlns:a16="http://schemas.microsoft.com/office/drawing/2014/main" id="{6FF6B5F3-9714-75D8-BDDC-2590AE6AE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066" y="899160"/>
            <a:ext cx="7481867" cy="4286589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CD55766-8FA4-17D2-D9A1-0FF87F515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85749"/>
            <a:ext cx="9144000" cy="1206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609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11D8C-6F9A-192B-83B4-22BC82664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C9BD42BE-334B-A7A3-B5ED-A1259466C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340376"/>
            <a:ext cx="7491412" cy="443198"/>
          </a:xfrm>
        </p:spPr>
        <p:txBody>
          <a:bodyPr/>
          <a:lstStyle/>
          <a:p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全新震盪子最佳諧振點</a:t>
            </a:r>
            <a:r>
              <a:rPr kumimoji="1" lang="en-US" altLang="zh-TW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_B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3" name="圖片 2" descr="一張含有 螢幕擷取畫面, 行, 繪圖 的圖片&#10;&#10;AI 產生的內容可能不正確。">
            <a:extLst>
              <a:ext uri="{FF2B5EF4-FFF2-40B4-BE49-F238E27FC236}">
                <a16:creationId xmlns:a16="http://schemas.microsoft.com/office/drawing/2014/main" id="{91365120-9712-60CD-F70A-B776DBB5FF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945" y="908211"/>
            <a:ext cx="7803893" cy="4471087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3B4A68A9-5F55-636B-C527-E3E324077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79298"/>
            <a:ext cx="9190240" cy="105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843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215A1-0830-EE0F-1BCC-9FBDC1F67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E3EABAB1-8DEA-265B-D171-391C8C35A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340376"/>
            <a:ext cx="7491412" cy="443198"/>
          </a:xfrm>
        </p:spPr>
        <p:txBody>
          <a:bodyPr/>
          <a:lstStyle/>
          <a:p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全新震盪子最佳諧振點</a:t>
            </a:r>
            <a:r>
              <a:rPr kumimoji="1" lang="en-US" altLang="zh-TW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_A</a:t>
            </a:r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和</a:t>
            </a:r>
            <a:r>
              <a:rPr kumimoji="1" lang="en-US" altLang="zh-TW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B</a:t>
            </a:r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並聯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圖片 3" descr="一張含有 螢幕擷取畫面, 文字, 行 的圖片&#10;&#10;AI 產生的內容可能不正確。">
            <a:extLst>
              <a:ext uri="{FF2B5EF4-FFF2-40B4-BE49-F238E27FC236}">
                <a16:creationId xmlns:a16="http://schemas.microsoft.com/office/drawing/2014/main" id="{D4664EED-2F82-28BC-79FD-037359C293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455" y="914400"/>
            <a:ext cx="7793090" cy="446489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FDC7C456-0590-D7E3-6F68-71AF71DCE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84536"/>
            <a:ext cx="9144000" cy="111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507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DD28E-9969-9930-E50A-CD33C670D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B1711DD6-D88C-C455-A6DE-092943F70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340376"/>
            <a:ext cx="7491412" cy="443198"/>
          </a:xfrm>
        </p:spPr>
        <p:txBody>
          <a:bodyPr/>
          <a:lstStyle/>
          <a:p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震盪子連同電路掃頻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3" name="圖片 2" descr="一張含有 螢幕擷取畫面, 行, 繪圖 的圖片&#10;&#10;AI 產生的內容可能不正確。">
            <a:extLst>
              <a:ext uri="{FF2B5EF4-FFF2-40B4-BE49-F238E27FC236}">
                <a16:creationId xmlns:a16="http://schemas.microsoft.com/office/drawing/2014/main" id="{E74FAC6F-3253-AD9B-CFC3-9BB16CBE5D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3028"/>
            <a:ext cx="4571998" cy="2619437"/>
          </a:xfrm>
          <a:prstGeom prst="rect">
            <a:avLst/>
          </a:prstGeom>
        </p:spPr>
      </p:pic>
      <p:pic>
        <p:nvPicPr>
          <p:cNvPr id="8" name="圖片 7" descr="一張含有 螢幕擷取畫面, 行, 繪圖 的圖片&#10;&#10;AI 產生的內容可能不正確。">
            <a:extLst>
              <a:ext uri="{FF2B5EF4-FFF2-40B4-BE49-F238E27FC236}">
                <a16:creationId xmlns:a16="http://schemas.microsoft.com/office/drawing/2014/main" id="{F8B70182-3378-099B-D955-EB0119F894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203029"/>
            <a:ext cx="4572000" cy="2619437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4BDD0266-08DA-6C65-DE55-ED16649130A2}"/>
              </a:ext>
            </a:extLst>
          </p:cNvPr>
          <p:cNvSpPr txBox="1"/>
          <p:nvPr/>
        </p:nvSpPr>
        <p:spPr>
          <a:xfrm>
            <a:off x="6514012" y="4822465"/>
            <a:ext cx="11234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一般電感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384684B-4E9C-2DB0-A22B-5B21114AA6DA}"/>
              </a:ext>
            </a:extLst>
          </p:cNvPr>
          <p:cNvSpPr txBox="1"/>
          <p:nvPr/>
        </p:nvSpPr>
        <p:spPr>
          <a:xfrm>
            <a:off x="1724295" y="4822465"/>
            <a:ext cx="11234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共扼電感</a:t>
            </a:r>
          </a:p>
        </p:txBody>
      </p:sp>
    </p:spTree>
    <p:extLst>
      <p:ext uri="{BB962C8B-B14F-4D97-AF65-F5344CB8AC3E}">
        <p14:creationId xmlns:p14="http://schemas.microsoft.com/office/powerpoint/2010/main" val="1794258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D1ABA-312D-0144-9AAB-40D058CE1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1CA7E910-8887-8A3D-68E1-0F73531A9D88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電路測試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4CFD0409-B71F-38AA-8358-C3DCFE60ED2D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20846ABF-0422-17A8-3260-B07D76A6E384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 descr="一張含有 螢幕擷取畫面, 電路, 藝術 的圖片&#10;&#10;AI 產生的內容可能不正確。">
            <a:extLst>
              <a:ext uri="{FF2B5EF4-FFF2-40B4-BE49-F238E27FC236}">
                <a16:creationId xmlns:a16="http://schemas.microsoft.com/office/drawing/2014/main" id="{C9F1A867-A567-49A4-4F22-4E589097E2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206" b="36889"/>
          <a:stretch/>
        </p:blipFill>
        <p:spPr>
          <a:xfrm>
            <a:off x="405707" y="1334535"/>
            <a:ext cx="8332585" cy="46693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50006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C10C6-F8B2-5EF8-DF94-C471008B9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6A101752-D338-652A-21DA-ADB5E739AD34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電路測試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3ACF28C-6AA7-EC8E-D295-2B88407E0FB8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7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4E815B0A-803B-4467-5132-1839EA336A93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7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762754222.669932">
            <a:hlinkClick r:id="" action="ppaction://media"/>
            <a:extLst>
              <a:ext uri="{FF2B5EF4-FFF2-40B4-BE49-F238E27FC236}">
                <a16:creationId xmlns:a16="http://schemas.microsoft.com/office/drawing/2014/main" id="{85A45497-C8AE-ED36-A19E-472734CF811A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961446" y="913320"/>
            <a:ext cx="3096951" cy="5505689"/>
          </a:xfrm>
          <a:prstGeom prst="rect">
            <a:avLst/>
          </a:prstGeom>
        </p:spPr>
      </p:pic>
      <p:pic>
        <p:nvPicPr>
          <p:cNvPr id="6" name="762754477.083402">
            <a:hlinkClick r:id="" action="ppaction://media"/>
            <a:extLst>
              <a:ext uri="{FF2B5EF4-FFF2-40B4-BE49-F238E27FC236}">
                <a16:creationId xmlns:a16="http://schemas.microsoft.com/office/drawing/2014/main" id="{835E3D9A-6870-AC87-3D65-CE5A77BE6EE8}"/>
              </a:ext>
            </a:extLst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222586" y="913320"/>
            <a:ext cx="3096951" cy="550569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98474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60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800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1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447756" y="121099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180000" y="755191"/>
            <a:ext cx="8784000" cy="1702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共模電感測試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震盪子並聯測試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2000" dirty="0"/>
          </a:p>
          <a:p>
            <a:pPr marL="1080">
              <a:spcBef>
                <a:spcPts val="479"/>
              </a:spcBef>
              <a:buSzPct val="100000"/>
            </a:pPr>
            <a:endParaRPr kumimoji="1" lang="en-US" altLang="zh-TW" sz="2000" kern="0" dirty="0"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190294</TotalTime>
  <Words>107</Words>
  <Application>Microsoft Office PowerPoint</Application>
  <PresentationFormat>如螢幕大小 (4:3)</PresentationFormat>
  <Paragraphs>31</Paragraphs>
  <Slides>9</Slides>
  <Notes>1</Notes>
  <HiddenSlides>0</HiddenSlides>
  <MMClips>2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9</vt:i4>
      </vt:variant>
    </vt:vector>
  </HeadingPairs>
  <TitlesOfParts>
    <vt:vector size="18" baseType="lpstr">
      <vt:lpstr>굴림</vt:lpstr>
      <vt:lpstr>標楷體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全新震盪子最佳諧振點_A</vt:lpstr>
      <vt:lpstr>全新震盪子最佳諧振點_B</vt:lpstr>
      <vt:lpstr>全新震盪子最佳諧振點_A和B並聯</vt:lpstr>
      <vt:lpstr>震盪子連同電路掃頻</vt:lpstr>
      <vt:lpstr>PowerPoint 簡報</vt:lpstr>
      <vt:lpstr>PowerPoint 簡報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崎維 李</cp:lastModifiedBy>
  <cp:revision>2263</cp:revision>
  <dcterms:created xsi:type="dcterms:W3CDTF">2001-07-18T23:57:34Z</dcterms:created>
  <dcterms:modified xsi:type="dcterms:W3CDTF">2025-03-04T04:23:54Z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