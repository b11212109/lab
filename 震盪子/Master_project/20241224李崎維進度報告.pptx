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5"/>
  </p:notesMasterIdLst>
  <p:sldIdLst>
    <p:sldId id="256" r:id="rId3"/>
    <p:sldId id="492" r:id="rId4"/>
    <p:sldId id="479" r:id="rId5"/>
    <p:sldId id="514" r:id="rId6"/>
    <p:sldId id="515" r:id="rId7"/>
    <p:sldId id="509" r:id="rId8"/>
    <p:sldId id="516" r:id="rId9"/>
    <p:sldId id="518" r:id="rId10"/>
    <p:sldId id="517" r:id="rId11"/>
    <p:sldId id="519" r:id="rId12"/>
    <p:sldId id="520" r:id="rId13"/>
    <p:sldId id="493" r:id="rId14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479"/>
            <p14:sldId id="514"/>
            <p14:sldId id="515"/>
            <p14:sldId id="509"/>
            <p14:sldId id="516"/>
            <p14:sldId id="518"/>
            <p14:sldId id="517"/>
            <p14:sldId id="519"/>
            <p14:sldId id="520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495"/>
    <a:srgbClr val="656813"/>
    <a:srgbClr val="8B078C"/>
    <a:srgbClr val="E75E07"/>
    <a:srgbClr val="04B605"/>
    <a:srgbClr val="D8E4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DC35DD-B416-46FE-9B8C-AA87CD64E730}" v="52" dt="2024-12-24T03:30:56.7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6242" autoAdjust="0"/>
  </p:normalViewPr>
  <p:slideViewPr>
    <p:cSldViewPr snapToGrid="0">
      <p:cViewPr varScale="1">
        <p:scale>
          <a:sx n="63" d="100"/>
          <a:sy n="63" d="100"/>
        </p:scale>
        <p:origin x="13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崎維 李" userId="d4390ee11c1fc6cf" providerId="LiveId" clId="{14DC35DD-B416-46FE-9B8C-AA87CD64E730}"/>
    <pc:docChg chg="undo custSel addSld delSld modSld sldOrd modSection">
      <pc:chgData name="崎維 李" userId="d4390ee11c1fc6cf" providerId="LiveId" clId="{14DC35DD-B416-46FE-9B8C-AA87CD64E730}" dt="2024-12-24T03:32:09.990" v="589" actId="14100"/>
      <pc:docMkLst>
        <pc:docMk/>
      </pc:docMkLst>
      <pc:sldChg chg="modSp mod">
        <pc:chgData name="崎維 李" userId="d4390ee11c1fc6cf" providerId="LiveId" clId="{14DC35DD-B416-46FE-9B8C-AA87CD64E730}" dt="2024-12-24T02:39:56.856" v="6" actId="20577"/>
        <pc:sldMkLst>
          <pc:docMk/>
          <pc:sldMk cId="0" sldId="256"/>
        </pc:sldMkLst>
        <pc:spChg chg="mod">
          <ac:chgData name="崎維 李" userId="d4390ee11c1fc6cf" providerId="LiveId" clId="{14DC35DD-B416-46FE-9B8C-AA87CD64E730}" dt="2024-12-24T02:39:56.856" v="6" actId="20577"/>
          <ac:spMkLst>
            <pc:docMk/>
            <pc:sldMk cId="0" sldId="256"/>
            <ac:spMk id="176" creationId="{00000000-0000-0000-0000-000000000000}"/>
          </ac:spMkLst>
        </pc:spChg>
      </pc:sldChg>
      <pc:sldChg chg="modSp mod">
        <pc:chgData name="崎維 李" userId="d4390ee11c1fc6cf" providerId="LiveId" clId="{14DC35DD-B416-46FE-9B8C-AA87CD64E730}" dt="2024-12-24T02:40:36.666" v="62"/>
        <pc:sldMkLst>
          <pc:docMk/>
          <pc:sldMk cId="1759611898" sldId="492"/>
        </pc:sldMkLst>
        <pc:spChg chg="mod">
          <ac:chgData name="崎維 李" userId="d4390ee11c1fc6cf" providerId="LiveId" clId="{14DC35DD-B416-46FE-9B8C-AA87CD64E730}" dt="2024-12-24T02:40:36.666" v="62"/>
          <ac:spMkLst>
            <pc:docMk/>
            <pc:sldMk cId="1759611898" sldId="492"/>
            <ac:spMk id="2" creationId="{FFDA5E2A-651A-2221-C4E1-4B3C8ABE1EF6}"/>
          </ac:spMkLst>
        </pc:spChg>
      </pc:sldChg>
      <pc:sldChg chg="modSp mod">
        <pc:chgData name="崎維 李" userId="d4390ee11c1fc6cf" providerId="LiveId" clId="{14DC35DD-B416-46FE-9B8C-AA87CD64E730}" dt="2024-12-24T03:30:58.881" v="569" actId="20577"/>
        <pc:sldMkLst>
          <pc:docMk/>
          <pc:sldMk cId="1870929783" sldId="493"/>
        </pc:sldMkLst>
        <pc:spChg chg="mod">
          <ac:chgData name="崎維 李" userId="d4390ee11c1fc6cf" providerId="LiveId" clId="{14DC35DD-B416-46FE-9B8C-AA87CD64E730}" dt="2024-12-24T03:30:58.881" v="569" actId="20577"/>
          <ac:spMkLst>
            <pc:docMk/>
            <pc:sldMk cId="1870929783" sldId="493"/>
            <ac:spMk id="3" creationId="{E1AA806A-5F35-3E68-504B-CBB909CDBD48}"/>
          </ac:spMkLst>
        </pc:spChg>
      </pc:sldChg>
      <pc:sldChg chg="del ord">
        <pc:chgData name="崎維 李" userId="d4390ee11c1fc6cf" providerId="LiveId" clId="{14DC35DD-B416-46FE-9B8C-AA87CD64E730}" dt="2024-12-24T03:17:32.017" v="501" actId="47"/>
        <pc:sldMkLst>
          <pc:docMk/>
          <pc:sldMk cId="3988279698" sldId="506"/>
        </pc:sldMkLst>
      </pc:sldChg>
      <pc:sldChg chg="del">
        <pc:chgData name="崎維 李" userId="d4390ee11c1fc6cf" providerId="LiveId" clId="{14DC35DD-B416-46FE-9B8C-AA87CD64E730}" dt="2024-12-24T03:17:34.003" v="503" actId="47"/>
        <pc:sldMkLst>
          <pc:docMk/>
          <pc:sldMk cId="616027892" sldId="508"/>
        </pc:sldMkLst>
      </pc:sldChg>
      <pc:sldChg chg="modSp mod">
        <pc:chgData name="崎維 李" userId="d4390ee11c1fc6cf" providerId="LiveId" clId="{14DC35DD-B416-46FE-9B8C-AA87CD64E730}" dt="2024-12-24T03:06:41.589" v="405"/>
        <pc:sldMkLst>
          <pc:docMk/>
          <pc:sldMk cId="3123675259" sldId="509"/>
        </pc:sldMkLst>
        <pc:spChg chg="mod">
          <ac:chgData name="崎維 李" userId="d4390ee11c1fc6cf" providerId="LiveId" clId="{14DC35DD-B416-46FE-9B8C-AA87CD64E730}" dt="2024-12-24T03:06:41.589" v="405"/>
          <ac:spMkLst>
            <pc:docMk/>
            <pc:sldMk cId="3123675259" sldId="509"/>
            <ac:spMk id="6" creationId="{8C2A720D-1D1E-DE92-9163-FA6C3908E0C2}"/>
          </ac:spMkLst>
        </pc:spChg>
      </pc:sldChg>
      <pc:sldChg chg="del">
        <pc:chgData name="崎維 李" userId="d4390ee11c1fc6cf" providerId="LiveId" clId="{14DC35DD-B416-46FE-9B8C-AA87CD64E730}" dt="2024-12-24T03:17:34.755" v="504" actId="47"/>
        <pc:sldMkLst>
          <pc:docMk/>
          <pc:sldMk cId="2822123400" sldId="510"/>
        </pc:sldMkLst>
      </pc:sldChg>
      <pc:sldChg chg="del">
        <pc:chgData name="崎維 李" userId="d4390ee11c1fc6cf" providerId="LiveId" clId="{14DC35DD-B416-46FE-9B8C-AA87CD64E730}" dt="2024-12-24T03:05:38.160" v="362" actId="47"/>
        <pc:sldMkLst>
          <pc:docMk/>
          <pc:sldMk cId="2486774968" sldId="511"/>
        </pc:sldMkLst>
      </pc:sldChg>
      <pc:sldChg chg="del">
        <pc:chgData name="崎維 李" userId="d4390ee11c1fc6cf" providerId="LiveId" clId="{14DC35DD-B416-46FE-9B8C-AA87CD64E730}" dt="2024-12-24T03:05:34.819" v="361" actId="47"/>
        <pc:sldMkLst>
          <pc:docMk/>
          <pc:sldMk cId="2334052613" sldId="512"/>
        </pc:sldMkLst>
      </pc:sldChg>
      <pc:sldChg chg="del">
        <pc:chgData name="崎維 李" userId="d4390ee11c1fc6cf" providerId="LiveId" clId="{14DC35DD-B416-46FE-9B8C-AA87CD64E730}" dt="2024-12-24T03:17:32.865" v="502" actId="47"/>
        <pc:sldMkLst>
          <pc:docMk/>
          <pc:sldMk cId="2116066791" sldId="513"/>
        </pc:sldMkLst>
      </pc:sldChg>
      <pc:sldChg chg="modSp new del mod">
        <pc:chgData name="崎維 李" userId="d4390ee11c1fc6cf" providerId="LiveId" clId="{14DC35DD-B416-46FE-9B8C-AA87CD64E730}" dt="2024-12-24T02:41:47.332" v="65" actId="47"/>
        <pc:sldMkLst>
          <pc:docMk/>
          <pc:sldMk cId="3750227171" sldId="514"/>
        </pc:sldMkLst>
        <pc:spChg chg="mod">
          <ac:chgData name="崎維 李" userId="d4390ee11c1fc6cf" providerId="LiveId" clId="{14DC35DD-B416-46FE-9B8C-AA87CD64E730}" dt="2024-12-24T02:41:45.109" v="64" actId="1076"/>
          <ac:spMkLst>
            <pc:docMk/>
            <pc:sldMk cId="3750227171" sldId="514"/>
            <ac:spMk id="2" creationId="{830AB971-8143-5C33-965E-12F26406C724}"/>
          </ac:spMkLst>
        </pc:spChg>
      </pc:sldChg>
      <pc:sldChg chg="addSp delSp modSp add mod">
        <pc:chgData name="崎維 李" userId="d4390ee11c1fc6cf" providerId="LiveId" clId="{14DC35DD-B416-46FE-9B8C-AA87CD64E730}" dt="2024-12-24T02:55:29.917" v="180" actId="20577"/>
        <pc:sldMkLst>
          <pc:docMk/>
          <pc:sldMk cId="4057348279" sldId="514"/>
        </pc:sldMkLst>
        <pc:spChg chg="del">
          <ac:chgData name="崎維 李" userId="d4390ee11c1fc6cf" providerId="LiveId" clId="{14DC35DD-B416-46FE-9B8C-AA87CD64E730}" dt="2024-12-24T02:45:28.096" v="135" actId="478"/>
          <ac:spMkLst>
            <pc:docMk/>
            <pc:sldMk cId="4057348279" sldId="514"/>
            <ac:spMk id="2" creationId="{9C9D992D-16FD-0B95-171C-2E3DC29743D9}"/>
          </ac:spMkLst>
        </pc:spChg>
        <pc:spChg chg="mod">
          <ac:chgData name="崎維 李" userId="d4390ee11c1fc6cf" providerId="LiveId" clId="{14DC35DD-B416-46FE-9B8C-AA87CD64E730}" dt="2024-12-24T02:55:29.917" v="180" actId="20577"/>
          <ac:spMkLst>
            <pc:docMk/>
            <pc:sldMk cId="4057348279" sldId="514"/>
            <ac:spMk id="5" creationId="{B66E0E0F-595D-1BD6-A129-B80D90C41D95}"/>
          </ac:spMkLst>
        </pc:spChg>
        <pc:picChg chg="add mod">
          <ac:chgData name="崎維 李" userId="d4390ee11c1fc6cf" providerId="LiveId" clId="{14DC35DD-B416-46FE-9B8C-AA87CD64E730}" dt="2024-12-24T02:52:57.417" v="137" actId="27614"/>
          <ac:picMkLst>
            <pc:docMk/>
            <pc:sldMk cId="4057348279" sldId="514"/>
            <ac:picMk id="4" creationId="{C9AA80DD-E062-20DC-DA5B-882ECB3935CB}"/>
          </ac:picMkLst>
        </pc:picChg>
      </pc:sldChg>
      <pc:sldChg chg="addSp modSp add mod">
        <pc:chgData name="崎維 李" userId="d4390ee11c1fc6cf" providerId="LiveId" clId="{14DC35DD-B416-46FE-9B8C-AA87CD64E730}" dt="2024-12-24T02:59:58.048" v="213" actId="20577"/>
        <pc:sldMkLst>
          <pc:docMk/>
          <pc:sldMk cId="442287316" sldId="515"/>
        </pc:sldMkLst>
        <pc:spChg chg="mod">
          <ac:chgData name="崎維 李" userId="d4390ee11c1fc6cf" providerId="LiveId" clId="{14DC35DD-B416-46FE-9B8C-AA87CD64E730}" dt="2024-12-24T02:59:58.048" v="213" actId="20577"/>
          <ac:spMkLst>
            <pc:docMk/>
            <pc:sldMk cId="442287316" sldId="515"/>
            <ac:spMk id="5" creationId="{35C71692-281E-3DD6-B090-8F2F430DF199}"/>
          </ac:spMkLst>
        </pc:spChg>
        <pc:picChg chg="add mod">
          <ac:chgData name="崎維 李" userId="d4390ee11c1fc6cf" providerId="LiveId" clId="{14DC35DD-B416-46FE-9B8C-AA87CD64E730}" dt="2024-12-24T02:59:19.283" v="205" actId="962"/>
          <ac:picMkLst>
            <pc:docMk/>
            <pc:sldMk cId="442287316" sldId="515"/>
            <ac:picMk id="3" creationId="{072F5B60-DC11-14C3-1714-733D6BFC455E}"/>
          </ac:picMkLst>
        </pc:picChg>
      </pc:sldChg>
      <pc:sldChg chg="modSp new del mod">
        <pc:chgData name="崎維 李" userId="d4390ee11c1fc6cf" providerId="LiveId" clId="{14DC35DD-B416-46FE-9B8C-AA87CD64E730}" dt="2024-12-24T02:54:43.911" v="143" actId="680"/>
        <pc:sldMkLst>
          <pc:docMk/>
          <pc:sldMk cId="1736725092" sldId="515"/>
        </pc:sldMkLst>
        <pc:spChg chg="mod">
          <ac:chgData name="崎維 李" userId="d4390ee11c1fc6cf" providerId="LiveId" clId="{14DC35DD-B416-46FE-9B8C-AA87CD64E730}" dt="2024-12-24T02:54:43.493" v="142" actId="1076"/>
          <ac:spMkLst>
            <pc:docMk/>
            <pc:sldMk cId="1736725092" sldId="515"/>
            <ac:spMk id="2" creationId="{1F524F07-9766-E3F4-6C07-15176711A23B}"/>
          </ac:spMkLst>
        </pc:spChg>
      </pc:sldChg>
      <pc:sldChg chg="addSp modSp add mod ord">
        <pc:chgData name="崎維 李" userId="d4390ee11c1fc6cf" providerId="LiveId" clId="{14DC35DD-B416-46FE-9B8C-AA87CD64E730}" dt="2024-12-24T03:05:03.890" v="359"/>
        <pc:sldMkLst>
          <pc:docMk/>
          <pc:sldMk cId="365668444" sldId="516"/>
        </pc:sldMkLst>
        <pc:spChg chg="mod">
          <ac:chgData name="崎維 李" userId="d4390ee11c1fc6cf" providerId="LiveId" clId="{14DC35DD-B416-46FE-9B8C-AA87CD64E730}" dt="2024-12-24T03:00:15.791" v="223" actId="20577"/>
          <ac:spMkLst>
            <pc:docMk/>
            <pc:sldMk cId="365668444" sldId="516"/>
            <ac:spMk id="5" creationId="{006B9738-E4BD-7A09-5E9C-D743FF262F91}"/>
          </ac:spMkLst>
        </pc:spChg>
        <pc:picChg chg="add mod">
          <ac:chgData name="崎維 李" userId="d4390ee11c1fc6cf" providerId="LiveId" clId="{14DC35DD-B416-46FE-9B8C-AA87CD64E730}" dt="2024-12-24T03:00:40.112" v="226" actId="962"/>
          <ac:picMkLst>
            <pc:docMk/>
            <pc:sldMk cId="365668444" sldId="516"/>
            <ac:picMk id="6" creationId="{271FDDBD-A918-DA67-FFF2-51C30D408EA2}"/>
          </ac:picMkLst>
        </pc:picChg>
      </pc:sldChg>
      <pc:sldChg chg="new del">
        <pc:chgData name="崎維 李" userId="d4390ee11c1fc6cf" providerId="LiveId" clId="{14DC35DD-B416-46FE-9B8C-AA87CD64E730}" dt="2024-12-24T03:00:04.418" v="215" actId="47"/>
        <pc:sldMkLst>
          <pc:docMk/>
          <pc:sldMk cId="2981781811" sldId="516"/>
        </pc:sldMkLst>
      </pc:sldChg>
      <pc:sldChg chg="addSp modSp add mod">
        <pc:chgData name="崎維 李" userId="d4390ee11c1fc6cf" providerId="LiveId" clId="{14DC35DD-B416-46FE-9B8C-AA87CD64E730}" dt="2024-12-24T03:32:09.990" v="589" actId="14100"/>
        <pc:sldMkLst>
          <pc:docMk/>
          <pc:sldMk cId="1490197539" sldId="517"/>
        </pc:sldMkLst>
        <pc:spChg chg="mod">
          <ac:chgData name="崎維 李" userId="d4390ee11c1fc6cf" providerId="LiveId" clId="{14DC35DD-B416-46FE-9B8C-AA87CD64E730}" dt="2024-12-24T03:32:09.990" v="589" actId="14100"/>
          <ac:spMkLst>
            <pc:docMk/>
            <pc:sldMk cId="1490197539" sldId="517"/>
            <ac:spMk id="5" creationId="{7636E91F-78CF-875F-7886-C968C0541FA3}"/>
          </ac:spMkLst>
        </pc:spChg>
        <pc:picChg chg="add mod">
          <ac:chgData name="崎維 李" userId="d4390ee11c1fc6cf" providerId="LiveId" clId="{14DC35DD-B416-46FE-9B8C-AA87CD64E730}" dt="2024-12-24T03:04:09.807" v="344" actId="962"/>
          <ac:picMkLst>
            <pc:docMk/>
            <pc:sldMk cId="1490197539" sldId="517"/>
            <ac:picMk id="8" creationId="{DAB710DD-7E7C-BC86-E6D6-A07FD0C70DEF}"/>
          </ac:picMkLst>
        </pc:picChg>
      </pc:sldChg>
      <pc:sldChg chg="addSp modSp add mod ord">
        <pc:chgData name="崎維 李" userId="d4390ee11c1fc6cf" providerId="LiveId" clId="{14DC35DD-B416-46FE-9B8C-AA87CD64E730}" dt="2024-12-24T03:32:01.859" v="585" actId="20577"/>
        <pc:sldMkLst>
          <pc:docMk/>
          <pc:sldMk cId="1502777945" sldId="518"/>
        </pc:sldMkLst>
        <pc:spChg chg="mod">
          <ac:chgData name="崎維 李" userId="d4390ee11c1fc6cf" providerId="LiveId" clId="{14DC35DD-B416-46FE-9B8C-AA87CD64E730}" dt="2024-12-24T03:32:01.859" v="585" actId="20577"/>
          <ac:spMkLst>
            <pc:docMk/>
            <pc:sldMk cId="1502777945" sldId="518"/>
            <ac:spMk id="5" creationId="{D2E2B531-33E1-6A41-71B3-86C68BBFB724}"/>
          </ac:spMkLst>
        </pc:spChg>
        <pc:picChg chg="add mod">
          <ac:chgData name="崎維 李" userId="d4390ee11c1fc6cf" providerId="LiveId" clId="{14DC35DD-B416-46FE-9B8C-AA87CD64E730}" dt="2024-12-24T03:04:21.633" v="347" actId="962"/>
          <ac:picMkLst>
            <pc:docMk/>
            <pc:sldMk cId="1502777945" sldId="518"/>
            <ac:picMk id="8" creationId="{042FF0A3-DCAC-4D60-AF80-0E5BBE237A84}"/>
          </ac:picMkLst>
        </pc:picChg>
      </pc:sldChg>
      <pc:sldChg chg="modSp add mod ord">
        <pc:chgData name="崎維 李" userId="d4390ee11c1fc6cf" providerId="LiveId" clId="{14DC35DD-B416-46FE-9B8C-AA87CD64E730}" dt="2024-12-24T03:17:29.457" v="500" actId="20577"/>
        <pc:sldMkLst>
          <pc:docMk/>
          <pc:sldMk cId="1891911923" sldId="519"/>
        </pc:sldMkLst>
        <pc:spChg chg="mod">
          <ac:chgData name="崎維 李" userId="d4390ee11c1fc6cf" providerId="LiveId" clId="{14DC35DD-B416-46FE-9B8C-AA87CD64E730}" dt="2024-12-24T03:17:29.457" v="500" actId="20577"/>
          <ac:spMkLst>
            <pc:docMk/>
            <pc:sldMk cId="1891911923" sldId="519"/>
            <ac:spMk id="6" creationId="{1F4FDA1A-8B73-F9E7-5F3A-FD8F695F19A3}"/>
          </ac:spMkLst>
        </pc:spChg>
      </pc:sldChg>
      <pc:sldChg chg="addSp delSp modSp add mod">
        <pc:chgData name="崎維 李" userId="d4390ee11c1fc6cf" providerId="LiveId" clId="{14DC35DD-B416-46FE-9B8C-AA87CD64E730}" dt="2024-12-24T03:31:10.619" v="576" actId="20577"/>
        <pc:sldMkLst>
          <pc:docMk/>
          <pc:sldMk cId="3091917077" sldId="520"/>
        </pc:sldMkLst>
        <pc:spChg chg="mod">
          <ac:chgData name="崎維 李" userId="d4390ee11c1fc6cf" providerId="LiveId" clId="{14DC35DD-B416-46FE-9B8C-AA87CD64E730}" dt="2024-12-24T03:31:10.619" v="576" actId="20577"/>
          <ac:spMkLst>
            <pc:docMk/>
            <pc:sldMk cId="3091917077" sldId="520"/>
            <ac:spMk id="5" creationId="{6B46496A-161D-D0C7-8AC5-D0C7E7E206B6}"/>
          </ac:spMkLst>
        </pc:spChg>
        <pc:picChg chg="del">
          <ac:chgData name="崎維 李" userId="d4390ee11c1fc6cf" providerId="LiveId" clId="{14DC35DD-B416-46FE-9B8C-AA87CD64E730}" dt="2024-12-24T03:19:15.980" v="507" actId="478"/>
          <ac:picMkLst>
            <pc:docMk/>
            <pc:sldMk cId="3091917077" sldId="520"/>
            <ac:picMk id="6" creationId="{CA7D4B3A-5ADB-912F-1A43-88CE7BE56F24}"/>
          </ac:picMkLst>
        </pc:picChg>
        <pc:picChg chg="del">
          <ac:chgData name="崎維 李" userId="d4390ee11c1fc6cf" providerId="LiveId" clId="{14DC35DD-B416-46FE-9B8C-AA87CD64E730}" dt="2024-12-24T03:19:13.794" v="506" actId="478"/>
          <ac:picMkLst>
            <pc:docMk/>
            <pc:sldMk cId="3091917077" sldId="520"/>
            <ac:picMk id="8" creationId="{9D48EED6-531F-2184-0F9F-5C44D46916F6}"/>
          </ac:picMkLst>
        </pc:picChg>
        <pc:picChg chg="add mod">
          <ac:chgData name="崎維 李" userId="d4390ee11c1fc6cf" providerId="LiveId" clId="{14DC35DD-B416-46FE-9B8C-AA87CD64E730}" dt="2024-12-24T03:19:48.514" v="510" actId="962"/>
          <ac:picMkLst>
            <pc:docMk/>
            <pc:sldMk cId="3091917077" sldId="520"/>
            <ac:picMk id="9" creationId="{70E9DDAF-2B86-8FB7-12C6-7E8AE8E7E81B}"/>
          </ac:picMkLst>
        </pc:picChg>
      </pc:sldChg>
    </pc:docChg>
  </pc:docChgLst>
  <pc:docChgLst>
    <pc:chgData name="崎維 李" userId="d4390ee11c1fc6cf" providerId="LiveId" clId="{3BB4D40C-F28A-4CF8-929D-C2EC565226E4}"/>
    <pc:docChg chg="undo custSel addSld delSld modSld sldOrd modSection">
      <pc:chgData name="崎維 李" userId="d4390ee11c1fc6cf" providerId="LiveId" clId="{3BB4D40C-F28A-4CF8-929D-C2EC565226E4}" dt="2024-12-17T04:22:26.742" v="512" actId="20577"/>
      <pc:docMkLst>
        <pc:docMk/>
      </pc:docMkLst>
      <pc:sldChg chg="modSp mod">
        <pc:chgData name="崎維 李" userId="d4390ee11c1fc6cf" providerId="LiveId" clId="{3BB4D40C-F28A-4CF8-929D-C2EC565226E4}" dt="2024-12-17T02:07:11.825" v="17" actId="20577"/>
        <pc:sldMkLst>
          <pc:docMk/>
          <pc:sldMk cId="1759611898" sldId="492"/>
        </pc:sldMkLst>
        <pc:spChg chg="mod">
          <ac:chgData name="崎維 李" userId="d4390ee11c1fc6cf" providerId="LiveId" clId="{3BB4D40C-F28A-4CF8-929D-C2EC565226E4}" dt="2024-12-17T02:07:11.825" v="17" actId="20577"/>
          <ac:spMkLst>
            <pc:docMk/>
            <pc:sldMk cId="1759611898" sldId="492"/>
            <ac:spMk id="2" creationId="{FFDA5E2A-651A-2221-C4E1-4B3C8ABE1EF6}"/>
          </ac:spMkLst>
        </pc:spChg>
      </pc:sldChg>
      <pc:sldChg chg="modSp mod">
        <pc:chgData name="崎維 李" userId="d4390ee11c1fc6cf" providerId="LiveId" clId="{3BB4D40C-F28A-4CF8-929D-C2EC565226E4}" dt="2024-12-17T04:22:26.742" v="512" actId="20577"/>
        <pc:sldMkLst>
          <pc:docMk/>
          <pc:sldMk cId="1870929783" sldId="493"/>
        </pc:sldMkLst>
        <pc:spChg chg="mod">
          <ac:chgData name="崎維 李" userId="d4390ee11c1fc6cf" providerId="LiveId" clId="{3BB4D40C-F28A-4CF8-929D-C2EC565226E4}" dt="2024-12-17T04:22:26.742" v="512" actId="20577"/>
          <ac:spMkLst>
            <pc:docMk/>
            <pc:sldMk cId="1870929783" sldId="493"/>
            <ac:spMk id="3" creationId="{E1AA806A-5F35-3E68-504B-CBB909CDBD48}"/>
          </ac:spMkLst>
        </pc:spChg>
      </pc:sldChg>
      <pc:sldChg chg="del">
        <pc:chgData name="崎維 李" userId="d4390ee11c1fc6cf" providerId="LiveId" clId="{3BB4D40C-F28A-4CF8-929D-C2EC565226E4}" dt="2024-12-17T02:08:03.958" v="18" actId="47"/>
        <pc:sldMkLst>
          <pc:docMk/>
          <pc:sldMk cId="92344677" sldId="507"/>
        </pc:sldMkLst>
      </pc:sldChg>
      <pc:sldChg chg="addSp delSp modSp mod">
        <pc:chgData name="崎維 李" userId="d4390ee11c1fc6cf" providerId="LiveId" clId="{3BB4D40C-F28A-4CF8-929D-C2EC565226E4}" dt="2024-12-17T02:08:32.280" v="27" actId="962"/>
        <pc:sldMkLst>
          <pc:docMk/>
          <pc:sldMk cId="616027892" sldId="508"/>
        </pc:sldMkLst>
      </pc:sldChg>
      <pc:sldChg chg="modSp mod ord">
        <pc:chgData name="崎維 李" userId="d4390ee11c1fc6cf" providerId="LiveId" clId="{3BB4D40C-F28A-4CF8-929D-C2EC565226E4}" dt="2024-12-17T03:30:44.669" v="482" actId="20577"/>
        <pc:sldMkLst>
          <pc:docMk/>
          <pc:sldMk cId="3123675259" sldId="509"/>
        </pc:sldMkLst>
        <pc:spChg chg="mod">
          <ac:chgData name="崎維 李" userId="d4390ee11c1fc6cf" providerId="LiveId" clId="{3BB4D40C-F28A-4CF8-929D-C2EC565226E4}" dt="2024-12-17T03:30:44.669" v="482" actId="20577"/>
          <ac:spMkLst>
            <pc:docMk/>
            <pc:sldMk cId="3123675259" sldId="509"/>
            <ac:spMk id="6" creationId="{8C2A720D-1D1E-DE92-9163-FA6C3908E0C2}"/>
          </ac:spMkLst>
        </pc:spChg>
      </pc:sldChg>
      <pc:sldChg chg="del">
        <pc:chgData name="崎維 李" userId="d4390ee11c1fc6cf" providerId="LiveId" clId="{3BB4D40C-F28A-4CF8-929D-C2EC565226E4}" dt="2024-12-17T02:10:34.128" v="30" actId="47"/>
        <pc:sldMkLst>
          <pc:docMk/>
          <pc:sldMk cId="1831591386" sldId="510"/>
        </pc:sldMkLst>
      </pc:sldChg>
      <pc:sldChg chg="addSp delSp modSp new mod">
        <pc:chgData name="崎維 李" userId="d4390ee11c1fc6cf" providerId="LiveId" clId="{3BB4D40C-F28A-4CF8-929D-C2EC565226E4}" dt="2024-12-17T02:48:25.344" v="42"/>
        <pc:sldMkLst>
          <pc:docMk/>
          <pc:sldMk cId="2822123400" sldId="510"/>
        </pc:sldMkLst>
      </pc:sldChg>
      <pc:sldChg chg="addSp delSp modSp new mod ord">
        <pc:chgData name="崎維 李" userId="d4390ee11c1fc6cf" providerId="LiveId" clId="{3BB4D40C-F28A-4CF8-929D-C2EC565226E4}" dt="2024-12-17T02:55:54.150" v="256"/>
        <pc:sldMkLst>
          <pc:docMk/>
          <pc:sldMk cId="2486774968" sldId="511"/>
        </pc:sldMkLst>
      </pc:sldChg>
      <pc:sldChg chg="del">
        <pc:chgData name="崎維 李" userId="d4390ee11c1fc6cf" providerId="LiveId" clId="{3BB4D40C-F28A-4CF8-929D-C2EC565226E4}" dt="2024-12-17T02:10:35.091" v="31" actId="47"/>
        <pc:sldMkLst>
          <pc:docMk/>
          <pc:sldMk cId="3158733814" sldId="511"/>
        </pc:sldMkLst>
      </pc:sldChg>
      <pc:sldChg chg="addSp delSp modSp new mod">
        <pc:chgData name="崎維 李" userId="d4390ee11c1fc6cf" providerId="LiveId" clId="{3BB4D40C-F28A-4CF8-929D-C2EC565226E4}" dt="2024-12-17T02:57:50.090" v="324" actId="20577"/>
        <pc:sldMkLst>
          <pc:docMk/>
          <pc:sldMk cId="2334052613" sldId="512"/>
        </pc:sldMkLst>
      </pc:sldChg>
      <pc:sldChg chg="addSp delSp modSp new mod ord">
        <pc:chgData name="崎維 李" userId="d4390ee11c1fc6cf" providerId="LiveId" clId="{3BB4D40C-F28A-4CF8-929D-C2EC565226E4}" dt="2024-12-17T03:27:59.556" v="373" actId="20577"/>
        <pc:sldMkLst>
          <pc:docMk/>
          <pc:sldMk cId="2116066791" sldId="513"/>
        </pc:sldMkLst>
      </pc:sldChg>
      <pc:sldChg chg="del">
        <pc:chgData name="崎維 李" userId="d4390ee11c1fc6cf" providerId="LiveId" clId="{3BB4D40C-F28A-4CF8-929D-C2EC565226E4}" dt="2024-12-17T02:10:32.387" v="29" actId="47"/>
        <pc:sldMkLst>
          <pc:docMk/>
          <pc:sldMk cId="3360905914" sldId="513"/>
        </pc:sldMkLst>
      </pc:sldChg>
      <pc:sldChg chg="del">
        <pc:chgData name="崎維 李" userId="d4390ee11c1fc6cf" providerId="LiveId" clId="{3BB4D40C-F28A-4CF8-929D-C2EC565226E4}" dt="2024-12-17T02:09:22.463" v="28" actId="47"/>
        <pc:sldMkLst>
          <pc:docMk/>
          <pc:sldMk cId="1510216438" sldId="51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EDB9D-9A59-9601-3A22-9647208C3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539F52F-AC31-3390-0DCA-6853238CE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DD9E3A1-49AA-4579-B43D-5A8B56771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D9E8F7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float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adc_value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3300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4096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0.45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flag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==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float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adc_value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3300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4096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setting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誤差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積分項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derivative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pre_error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微分項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pre_error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output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Kp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Ki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Kd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derivative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1290C3"/>
                </a:solidFill>
                <a:effectLst/>
                <a:latin typeface="Courier New" panose="02070309020205020404" pitchFamily="49" charset="0"/>
              </a:rPr>
              <a:t>uint32_t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output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1000.0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1000.0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100.0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100.0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FBF26"/>
                </a:solidFill>
                <a:effectLst/>
                <a:latin typeface="Courier New" panose="02070309020205020404" pitchFamily="49" charset="0"/>
              </a:rPr>
              <a:t>err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b="1" dirty="0" err="1">
                <a:solidFill>
                  <a:srgbClr val="A7EC21"/>
                </a:solidFill>
                <a:effectLst/>
                <a:latin typeface="Courier New" panose="02070309020205020404" pitchFamily="49" charset="0"/>
              </a:rPr>
              <a:t>R_GPT_DutyCycleSet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&amp;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PWM_duty_ctrl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800" i="1" dirty="0" err="1">
                <a:solidFill>
                  <a:srgbClr val="8DDAF8"/>
                </a:solidFill>
                <a:effectLst/>
                <a:latin typeface="Courier New" panose="02070309020205020404" pitchFamily="49" charset="0"/>
              </a:rPr>
              <a:t>GPT_IO_PIN_GTIOCA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394D3E-D6B5-AEEA-B73E-E031CB779C16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CD3B9F3-201B-4B69-901F-02896E856940}" type="slidenum">
              <a:rPr lang="en-US" sz="1400" b="0" strike="noStrike" spc="-1" smtClean="0">
                <a:latin typeface="Times New Roman"/>
              </a:rPr>
              <a:t>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4744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454BE-7F60-9269-0563-51C23FE83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EB87030-4A37-2492-357E-44F87FD8F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AC323AB-8A54-6E52-2495-3E3E8A6E6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D9E8F7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float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adc_value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3300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4096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0.45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flag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==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float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adc_value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3300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4096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setting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誤差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積分項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derivative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pre_error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微分項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pre_error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output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Kp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Ki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Kd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derivative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1290C3"/>
                </a:solidFill>
                <a:effectLst/>
                <a:latin typeface="Courier New" panose="02070309020205020404" pitchFamily="49" charset="0"/>
              </a:rPr>
              <a:t>uint32_t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output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1000.0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1000.0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100.0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100.0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FBF26"/>
                </a:solidFill>
                <a:effectLst/>
                <a:latin typeface="Courier New" panose="02070309020205020404" pitchFamily="49" charset="0"/>
              </a:rPr>
              <a:t>err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b="1" dirty="0" err="1">
                <a:solidFill>
                  <a:srgbClr val="A7EC21"/>
                </a:solidFill>
                <a:effectLst/>
                <a:latin typeface="Courier New" panose="02070309020205020404" pitchFamily="49" charset="0"/>
              </a:rPr>
              <a:t>R_GPT_DutyCycleSet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&amp;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PWM_duty_ctrl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800" i="1" dirty="0" err="1">
                <a:solidFill>
                  <a:srgbClr val="8DDAF8"/>
                </a:solidFill>
                <a:effectLst/>
                <a:latin typeface="Courier New" panose="02070309020205020404" pitchFamily="49" charset="0"/>
              </a:rPr>
              <a:t>GPT_IO_PIN_GTIOCA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E8A20C-F8AD-7FA1-D7BB-B2C48BC861B2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CD3B9F3-201B-4B69-901F-02896E856940}" type="slidenum">
              <a:rPr lang="en-US" sz="1400" b="0" strike="noStrike" spc="-1" smtClean="0">
                <a:latin typeface="Times New Roman"/>
              </a:rPr>
              <a:t>10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27985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jp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6" Type="http://schemas.openxmlformats.org/officeDocument/2006/relationships/image" Target="../media/image10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B10812006@yuntech.edu.tw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12/24/202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4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zh-TW" altLang="en-US" sz="32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目前</a:t>
            </a:r>
            <a:r>
              <a:rPr lang="en-US" sz="3200" spc="-1" dirty="0" err="1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進度</a:t>
            </a:r>
            <a:endParaRPr lang="en-US" sz="32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1040870"/>
            <a:ext cx="878400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solidFill>
                  <a:srgbClr val="282F8E"/>
                </a:solidFill>
                <a:latin typeface="+mj-ea"/>
              </a:rPr>
              <a:t> </a:t>
            </a:r>
            <a:endParaRPr lang="en-US" altLang="zh-TW" sz="2000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solidFill>
                  <a:srgbClr val="282F8E"/>
                </a:solidFill>
                <a:latin typeface="+mj-ea"/>
              </a:rPr>
              <a:t>PID</a:t>
            </a:r>
            <a:r>
              <a:rPr lang="zh-TW" altLang="en-US" sz="2000" spc="-1" dirty="0">
                <a:solidFill>
                  <a:srgbClr val="282F8E"/>
                </a:solidFill>
                <a:latin typeface="+mj-ea"/>
              </a:rPr>
              <a:t>參數調整 測試</a:t>
            </a: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1198F9-6A6D-4417-8061-58F022323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023" y="270533"/>
            <a:ext cx="8229240" cy="443198"/>
          </a:xfrm>
        </p:spPr>
        <p:txBody>
          <a:bodyPr/>
          <a:lstStyle/>
          <a:p>
            <a:r>
              <a:rPr lang="en-US" altLang="zh-TW" sz="3200" spc="-1" dirty="0">
                <a:solidFill>
                  <a:srgbClr val="282F8E"/>
                </a:solidFill>
                <a:latin typeface="+mj-ea"/>
                <a:cs typeface="+mn-cs"/>
              </a:rPr>
              <a:t>Boost Converter</a:t>
            </a:r>
            <a:r>
              <a:rPr lang="zh-TW" altLang="en-US" sz="32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規格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>
                <a:extLst>
                  <a:ext uri="{FF2B5EF4-FFF2-40B4-BE49-F238E27FC236}">
                    <a16:creationId xmlns:a16="http://schemas.microsoft.com/office/drawing/2014/main" id="{AEC42443-06C2-4F5C-9BCD-6FFF4FFA66B6}"/>
                  </a:ext>
                </a:extLst>
              </p:cNvPr>
              <p:cNvSpPr>
                <a:spLocks noGrp="1"/>
              </p:cNvSpPr>
              <p:nvPr>
                <p:ph type="subTitle"/>
              </p:nvPr>
            </p:nvSpPr>
            <p:spPr>
              <a:xfrm>
                <a:off x="680139" y="1527474"/>
                <a:ext cx="6814457" cy="1300356"/>
              </a:xfrm>
            </p:spPr>
            <p:txBody>
              <a:bodyPr/>
              <a:lstStyle/>
              <a:p>
                <a:pPr marL="343980" indent="-342900">
                  <a:spcBef>
                    <a:spcPts val="479"/>
                  </a:spcBef>
                  <a:buSzPct val="10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 kern="0" dirty="0"/>
                          <m:t>V</m:t>
                        </m:r>
                      </m:e>
                      <m:sub>
                        <m:r>
                          <a:rPr lang="en-US" altLang="zh-TW" sz="2000" ker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altLang="zh-TW" sz="2000" kern="0" dirty="0"/>
                  <a:t> = 12V</a:t>
                </a:r>
              </a:p>
              <a:p>
                <a:pPr marL="343980" indent="-342900">
                  <a:spcBef>
                    <a:spcPts val="479"/>
                  </a:spcBef>
                  <a:buSzPct val="10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 kern="0" dirty="0"/>
                          <m:t>V</m:t>
                        </m:r>
                      </m:e>
                      <m:sub>
                        <m:r>
                          <a:rPr lang="en-US" altLang="zh-TW" sz="2000" kern="0" dirty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altLang="zh-TW" sz="2000" kern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kern="0" dirty="0"/>
                  <a:t>= 48V</a:t>
                </a:r>
              </a:p>
              <a:p>
                <a:pPr marL="343980" indent="-342900">
                  <a:spcBef>
                    <a:spcPts val="479"/>
                  </a:spcBef>
                  <a:buSzPct val="100000"/>
                  <a:buFont typeface="Arial" panose="020B0604020202020204" pitchFamily="34" charset="0"/>
                  <a:buChar char="•"/>
                </a:pPr>
                <a:r>
                  <a:rPr lang="en-US" altLang="zh-TW" sz="2000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kern="0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sz="2000" kern="0" dirty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altLang="zh-TW" sz="2000" kern="0" dirty="0"/>
                  <a:t>= 1A</a:t>
                </a:r>
              </a:p>
              <a:p>
                <a:pPr marL="343980" indent="-342900">
                  <a:spcBef>
                    <a:spcPts val="479"/>
                  </a:spcBef>
                  <a:buSzPct val="100000"/>
                  <a:buFont typeface="Arial" panose="020B0604020202020204" pitchFamily="34" charset="0"/>
                  <a:buChar char="•"/>
                </a:pPr>
                <a:r>
                  <a:rPr lang="en-US" altLang="zh-TW" sz="2000" kern="0" dirty="0"/>
                  <a:t> f = 100kHz</a:t>
                </a:r>
              </a:p>
            </p:txBody>
          </p:sp>
        </mc:Choice>
        <mc:Fallback xmlns="">
          <p:sp>
            <p:nvSpPr>
              <p:cNvPr id="3" name="副標題 2">
                <a:extLst>
                  <a:ext uri="{FF2B5EF4-FFF2-40B4-BE49-F238E27FC236}">
                    <a16:creationId xmlns:a16="http://schemas.microsoft.com/office/drawing/2014/main" id="{AEC42443-06C2-4F5C-9BCD-6FFF4FFA66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/>
              </p:nvPr>
            </p:nvSpPr>
            <p:spPr>
              <a:xfrm>
                <a:off x="680139" y="1527474"/>
                <a:ext cx="6814457" cy="1300356"/>
              </a:xfrm>
              <a:blipFill>
                <a:blip r:embed="rId2"/>
                <a:stretch>
                  <a:fillRect l="-2149" t="-7512" b="-117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stomShape 2">
            <a:extLst>
              <a:ext uri="{FF2B5EF4-FFF2-40B4-BE49-F238E27FC236}">
                <a16:creationId xmlns:a16="http://schemas.microsoft.com/office/drawing/2014/main" id="{12431C0F-D147-5B68-5B6D-1DA3EDE604D5}"/>
              </a:ext>
            </a:extLst>
          </p:cNvPr>
          <p:cNvSpPr/>
          <p:nvPr/>
        </p:nvSpPr>
        <p:spPr>
          <a:xfrm>
            <a:off x="-304632" y="931142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019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7DEF-D566-E2E2-784A-3CBB8F082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B66E0E0F-595D-1BD6-A129-B80D90C41D95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定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DUTY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 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75%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 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12V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到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48V  240ms</a:t>
            </a:r>
            <a:endParaRPr lang="en-US" sz="32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446B0921-B942-F72E-1BB1-17B435235B2F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螢幕擷取畫面, 多媒體軟體, 繪圖 的圖片&#10;&#10;自動產生的描述">
            <a:extLst>
              <a:ext uri="{FF2B5EF4-FFF2-40B4-BE49-F238E27FC236}">
                <a16:creationId xmlns:a16="http://schemas.microsoft.com/office/drawing/2014/main" id="{C9AA80DD-E062-20DC-DA5B-882ECB3935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57348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6600C-DDBB-045C-EB54-29CD2B17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35C71692-281E-3DD6-B090-8F2F430DF199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加入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PID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 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12V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到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48V (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未調整參數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)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 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1s</a:t>
            </a:r>
            <a:endParaRPr lang="en-US" sz="32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B639B29-6DE9-65F4-F19D-1B792B5C50EC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螢幕擷取畫面, 多媒體軟體, 繪圖 的圖片&#10;&#10;自動產生的描述">
            <a:extLst>
              <a:ext uri="{FF2B5EF4-FFF2-40B4-BE49-F238E27FC236}">
                <a16:creationId xmlns:a16="http://schemas.microsoft.com/office/drawing/2014/main" id="{4ED86A61-6B24-2663-31D2-EF7E29F8E1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  <p:pic>
        <p:nvPicPr>
          <p:cNvPr id="3" name="圖片 2" descr="一張含有 螢幕擷取畫面, 文字, 多媒體軟體, 繪圖 的圖片&#10;&#10;自動產生的描述">
            <a:extLst>
              <a:ext uri="{FF2B5EF4-FFF2-40B4-BE49-F238E27FC236}">
                <a16:creationId xmlns:a16="http://schemas.microsoft.com/office/drawing/2014/main" id="{072F5B60-DC11-14C3-1714-733D6BFC45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2287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FEC86-2FFD-AEE1-EF7E-A7E7C304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712980-97AE-95D5-9197-E96782FE3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760" y="286773"/>
            <a:ext cx="8229240" cy="387798"/>
          </a:xfrm>
        </p:spPr>
        <p:txBody>
          <a:bodyPr/>
          <a:lstStyle/>
          <a:p>
            <a:r>
              <a:rPr lang="zh-TW" altLang="en-US" sz="28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遭遇問題</a:t>
            </a:r>
            <a:endParaRPr lang="zh-TW" altLang="en-US" sz="2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C2A720D-1D1E-DE92-9163-FA6C3908E0C2}"/>
              </a:ext>
            </a:extLst>
          </p:cNvPr>
          <p:cNvSpPr txBox="1"/>
          <p:nvPr/>
        </p:nvSpPr>
        <p:spPr>
          <a:xfrm>
            <a:off x="447756" y="1249498"/>
            <a:ext cx="7175452" cy="2757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相同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PID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數值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, 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多次量測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, 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上升時間不同</a:t>
            </a: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上升曲線分成兩段 </a:t>
            </a: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123675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B3ACD-09F3-0F27-6414-2F562CC50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006B9738-E4BD-7A09-5E9C-D743FF262F91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加入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PID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 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12V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到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48V (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調整參數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)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 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60ms</a:t>
            </a:r>
            <a:endParaRPr lang="en-US" sz="32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BD4B2358-05C8-100B-281A-B60AB9DDC81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螢幕擷取畫面, 多媒體軟體, 繪圖 的圖片&#10;&#10;自動產生的描述">
            <a:extLst>
              <a:ext uri="{FF2B5EF4-FFF2-40B4-BE49-F238E27FC236}">
                <a16:creationId xmlns:a16="http://schemas.microsoft.com/office/drawing/2014/main" id="{76E2E777-17CA-3E9C-FE71-FEC6163EB6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  <p:pic>
        <p:nvPicPr>
          <p:cNvPr id="3" name="圖片 2" descr="一張含有 螢幕擷取畫面, 文字, 多媒體軟體, 繪圖 的圖片&#10;&#10;自動產生的描述">
            <a:extLst>
              <a:ext uri="{FF2B5EF4-FFF2-40B4-BE49-F238E27FC236}">
                <a16:creationId xmlns:a16="http://schemas.microsoft.com/office/drawing/2014/main" id="{66E1A845-541B-C149-92AB-AF0BC1A7B3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  <p:pic>
        <p:nvPicPr>
          <p:cNvPr id="6" name="圖片 5" descr="一張含有 文字, 螢幕擷取畫面, 繪圖, 圖表 的圖片&#10;&#10;自動產生的描述">
            <a:extLst>
              <a:ext uri="{FF2B5EF4-FFF2-40B4-BE49-F238E27FC236}">
                <a16:creationId xmlns:a16="http://schemas.microsoft.com/office/drawing/2014/main" id="{271FDDBD-A918-DA67-FFF2-51C30D408E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5668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5ED9E-19EF-7171-7456-95C0DDD78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D2E2B531-33E1-6A41-71B3-86C68BBFB724}"/>
              </a:ext>
            </a:extLst>
          </p:cNvPr>
          <p:cNvSpPr/>
          <p:nvPr/>
        </p:nvSpPr>
        <p:spPr>
          <a:xfrm>
            <a:off x="682920" y="0"/>
            <a:ext cx="836964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加入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PID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 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12V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到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48V (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調整參數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)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 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80ms</a:t>
            </a:r>
            <a:endParaRPr lang="en-US" sz="32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B360BBA8-B58B-7BC2-024F-37FB02651403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螢幕擷取畫面, 多媒體軟體, 繪圖 的圖片&#10;&#10;自動產生的描述">
            <a:extLst>
              <a:ext uri="{FF2B5EF4-FFF2-40B4-BE49-F238E27FC236}">
                <a16:creationId xmlns:a16="http://schemas.microsoft.com/office/drawing/2014/main" id="{92572996-05FB-4490-F475-6F03AD33CA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  <p:pic>
        <p:nvPicPr>
          <p:cNvPr id="3" name="圖片 2" descr="一張含有 螢幕擷取畫面, 文字, 多媒體軟體, 繪圖 的圖片&#10;&#10;自動產生的描述">
            <a:extLst>
              <a:ext uri="{FF2B5EF4-FFF2-40B4-BE49-F238E27FC236}">
                <a16:creationId xmlns:a16="http://schemas.microsoft.com/office/drawing/2014/main" id="{19F9D41E-0966-91D2-33C9-31417ADBFB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  <p:pic>
        <p:nvPicPr>
          <p:cNvPr id="6" name="圖片 5" descr="一張含有 文字, 螢幕擷取畫面, 繪圖, 圖表 的圖片&#10;&#10;自動產生的描述">
            <a:extLst>
              <a:ext uri="{FF2B5EF4-FFF2-40B4-BE49-F238E27FC236}">
                <a16:creationId xmlns:a16="http://schemas.microsoft.com/office/drawing/2014/main" id="{5A6DF71C-C07C-F31A-2F20-B840F73C2D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  <p:pic>
        <p:nvPicPr>
          <p:cNvPr id="8" name="圖片 7" descr="一張含有 文字, 螢幕擷取畫面, 多媒體軟體, 繪圖 的圖片&#10;&#10;自動產生的描述">
            <a:extLst>
              <a:ext uri="{FF2B5EF4-FFF2-40B4-BE49-F238E27FC236}">
                <a16:creationId xmlns:a16="http://schemas.microsoft.com/office/drawing/2014/main" id="{042FF0A3-DCAC-4D60-AF80-0E5BBE237A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777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5724B-63FD-59A6-9E5B-5B555DED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636E91F-78CF-875F-7886-C968C0541FA3}"/>
              </a:ext>
            </a:extLst>
          </p:cNvPr>
          <p:cNvSpPr/>
          <p:nvPr/>
        </p:nvSpPr>
        <p:spPr>
          <a:xfrm>
            <a:off x="682920" y="0"/>
            <a:ext cx="846108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加入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PID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 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12V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到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48V (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調整參數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)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 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100ms</a:t>
            </a:r>
            <a:endParaRPr lang="en-US" sz="32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D1FF66DF-514A-1D71-B051-A11E9917CBE0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螢幕擷取畫面, 多媒體軟體, 繪圖 的圖片&#10;&#10;自動產生的描述">
            <a:extLst>
              <a:ext uri="{FF2B5EF4-FFF2-40B4-BE49-F238E27FC236}">
                <a16:creationId xmlns:a16="http://schemas.microsoft.com/office/drawing/2014/main" id="{6A0D6487-7E55-C17C-2EE6-2E1B4164F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  <p:pic>
        <p:nvPicPr>
          <p:cNvPr id="3" name="圖片 2" descr="一張含有 螢幕擷取畫面, 文字, 多媒體軟體, 繪圖 的圖片&#10;&#10;自動產生的描述">
            <a:extLst>
              <a:ext uri="{FF2B5EF4-FFF2-40B4-BE49-F238E27FC236}">
                <a16:creationId xmlns:a16="http://schemas.microsoft.com/office/drawing/2014/main" id="{3D77CAC4-1279-E029-8AE9-4F1BE010AB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  <p:pic>
        <p:nvPicPr>
          <p:cNvPr id="6" name="圖片 5" descr="一張含有 文字, 螢幕擷取畫面, 繪圖, 圖表 的圖片&#10;&#10;自動產生的描述">
            <a:extLst>
              <a:ext uri="{FF2B5EF4-FFF2-40B4-BE49-F238E27FC236}">
                <a16:creationId xmlns:a16="http://schemas.microsoft.com/office/drawing/2014/main" id="{37B82B42-E522-FFBD-BE84-CB78290605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  <p:pic>
        <p:nvPicPr>
          <p:cNvPr id="8" name="圖片 7" descr="一張含有 文字, 螢幕擷取畫面, 多媒體軟體, 繪圖軟體 的圖片&#10;&#10;自動產生的描述">
            <a:extLst>
              <a:ext uri="{FF2B5EF4-FFF2-40B4-BE49-F238E27FC236}">
                <a16:creationId xmlns:a16="http://schemas.microsoft.com/office/drawing/2014/main" id="{DAB710DD-7E7C-BC86-E6D6-A07FD0C70D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90197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0F469-36FF-E00D-603E-9827AC618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EF92B5-87B3-CDE6-FC52-587831F52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760" y="286773"/>
            <a:ext cx="8229240" cy="387798"/>
          </a:xfrm>
        </p:spPr>
        <p:txBody>
          <a:bodyPr/>
          <a:lstStyle/>
          <a:p>
            <a:r>
              <a:rPr lang="zh-TW" altLang="en-US" sz="28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遭遇問題</a:t>
            </a:r>
            <a:endParaRPr lang="zh-TW" altLang="en-US" sz="2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F4FDA1A-8B73-F9E7-5F3A-FD8F695F19A3}"/>
              </a:ext>
            </a:extLst>
          </p:cNvPr>
          <p:cNvSpPr txBox="1"/>
          <p:nvPr/>
        </p:nvSpPr>
        <p:spPr>
          <a:xfrm>
            <a:off x="447756" y="1249498"/>
            <a:ext cx="7175452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更改輸入電壓無法回到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48V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 </a:t>
            </a: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891911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0F92E-6F5A-E46E-AC59-343AFBE53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6B46496A-161D-D0C7-8AC5-D0C7E7E206B6}"/>
              </a:ext>
            </a:extLst>
          </p:cNvPr>
          <p:cNvSpPr/>
          <p:nvPr/>
        </p:nvSpPr>
        <p:spPr>
          <a:xfrm>
            <a:off x="682920" y="0"/>
            <a:ext cx="836964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加入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PID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     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12V,15V,20V,24V,12V</a:t>
            </a:r>
            <a:r>
              <a:rPr lang="zh-TW" altLang="en-US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到</a:t>
            </a:r>
            <a:r>
              <a:rPr lang="en-US" altLang="zh-TW" sz="3200" spc="-1" dirty="0">
                <a:solidFill>
                  <a:srgbClr val="282F8E"/>
                </a:solidFill>
                <a:latin typeface="+mj-ea"/>
                <a:ea typeface="標楷體" panose="03000509000000000000" pitchFamily="65" charset="-120"/>
              </a:rPr>
              <a:t>48V</a:t>
            </a:r>
            <a:endParaRPr lang="en-US" sz="32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7262134-BBB6-1C54-B6B4-251236315EE2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螢幕擷取畫面, 多媒體軟體, 繪圖 的圖片&#10;&#10;自動產生的描述">
            <a:extLst>
              <a:ext uri="{FF2B5EF4-FFF2-40B4-BE49-F238E27FC236}">
                <a16:creationId xmlns:a16="http://schemas.microsoft.com/office/drawing/2014/main" id="{AF055A1F-6C6C-B94B-7133-73D20A0478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  <p:pic>
        <p:nvPicPr>
          <p:cNvPr id="3" name="圖片 2" descr="一張含有 螢幕擷取畫面, 文字, 多媒體軟體, 繪圖 的圖片&#10;&#10;自動產生的描述">
            <a:extLst>
              <a:ext uri="{FF2B5EF4-FFF2-40B4-BE49-F238E27FC236}">
                <a16:creationId xmlns:a16="http://schemas.microsoft.com/office/drawing/2014/main" id="{94E31535-C3B7-8FD0-7362-46486EF33B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  <p:pic>
        <p:nvPicPr>
          <p:cNvPr id="9" name="圖片 8" descr="一張含有 文字, 螢幕擷取畫面, 多媒體軟體, 繪圖軟體 的圖片&#10;&#10;自動產生的描述">
            <a:extLst>
              <a:ext uri="{FF2B5EF4-FFF2-40B4-BE49-F238E27FC236}">
                <a16:creationId xmlns:a16="http://schemas.microsoft.com/office/drawing/2014/main" id="{70E9DDAF-2B86-8FB7-12C6-7E8AE8E7E8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91917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11062"/>
            <a:ext cx="8229240" cy="498598"/>
          </a:xfrm>
        </p:spPr>
        <p:txBody>
          <a:bodyPr/>
          <a:lstStyle/>
          <a:p>
            <a:r>
              <a:rPr lang="zh-TW" altLang="en-US" sz="36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預計進度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447756" y="121099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重新調整數值</a:t>
            </a: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187944</TotalTime>
  <Words>491</Words>
  <Application>Microsoft Office PowerPoint</Application>
  <PresentationFormat>如螢幕大小 (4:3)</PresentationFormat>
  <Paragraphs>76</Paragraphs>
  <Slides>12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12</vt:i4>
      </vt:variant>
    </vt:vector>
  </HeadingPairs>
  <TitlesOfParts>
    <vt:vector size="23" baseType="lpstr">
      <vt:lpstr>굴림</vt:lpstr>
      <vt:lpstr>標楷體</vt:lpstr>
      <vt:lpstr>Arial</vt:lpstr>
      <vt:lpstr>Cambria Math</vt:lpstr>
      <vt:lpstr>Courier New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Boost Converter規格</vt:lpstr>
      <vt:lpstr>PowerPoint 簡報</vt:lpstr>
      <vt:lpstr>PowerPoint 簡報</vt:lpstr>
      <vt:lpstr>遭遇問題</vt:lpstr>
      <vt:lpstr>PowerPoint 簡報</vt:lpstr>
      <vt:lpstr>PowerPoint 簡報</vt:lpstr>
      <vt:lpstr>PowerPoint 簡報</vt:lpstr>
      <vt:lpstr>遭遇問題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崎維 李</cp:lastModifiedBy>
  <cp:revision>2257</cp:revision>
  <dcterms:created xsi:type="dcterms:W3CDTF">2001-07-18T23:57:34Z</dcterms:created>
  <dcterms:modified xsi:type="dcterms:W3CDTF">2024-12-24T03:32:12Z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