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ags/tag4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8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9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0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sldIdLst>
    <p:sldId id="256" r:id="rId3"/>
    <p:sldId id="492" r:id="rId4"/>
    <p:sldId id="1343" r:id="rId5"/>
    <p:sldId id="1331" r:id="rId6"/>
    <p:sldId id="1334" r:id="rId7"/>
    <p:sldId id="1340" r:id="rId8"/>
    <p:sldId id="1341" r:id="rId9"/>
    <p:sldId id="1339" r:id="rId10"/>
    <p:sldId id="1342" r:id="rId11"/>
    <p:sldId id="1347" r:id="rId12"/>
    <p:sldId id="1348" r:id="rId13"/>
    <p:sldId id="1349" r:id="rId14"/>
    <p:sldId id="1350" r:id="rId15"/>
    <p:sldId id="1346" r:id="rId16"/>
    <p:sldId id="1337" r:id="rId17"/>
    <p:sldId id="1345" r:id="rId18"/>
    <p:sldId id="1335" r:id="rId19"/>
    <p:sldId id="493" r:id="rId20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31"/>
            <p14:sldId id="1334"/>
            <p14:sldId id="1340"/>
            <p14:sldId id="1341"/>
            <p14:sldId id="1339"/>
            <p14:sldId id="1342"/>
            <p14:sldId id="1347"/>
            <p14:sldId id="1348"/>
            <p14:sldId id="1349"/>
            <p14:sldId id="1350"/>
            <p14:sldId id="1346"/>
            <p14:sldId id="1337"/>
            <p14:sldId id="1345"/>
            <p14:sldId id="1335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61FFAA-5B0A-4B9D-9DCB-871E8A0798D7}" v="135" dt="2025-03-18T04:17:20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DE61FFAA-5B0A-4B9D-9DCB-871E8A0798D7}"/>
    <pc:docChg chg="undo custSel addSld delSld modSld sldOrd modSection">
      <pc:chgData name="崎維 李" userId="d4390ee11c1fc6cf" providerId="LiveId" clId="{DE61FFAA-5B0A-4B9D-9DCB-871E8A0798D7}" dt="2025-03-18T04:17:20.120" v="715"/>
      <pc:docMkLst>
        <pc:docMk/>
      </pc:docMkLst>
      <pc:sldChg chg="modSp mod">
        <pc:chgData name="崎維 李" userId="d4390ee11c1fc6cf" providerId="LiveId" clId="{DE61FFAA-5B0A-4B9D-9DCB-871E8A0798D7}" dt="2025-03-17T14:45:03.043" v="1" actId="20577"/>
        <pc:sldMkLst>
          <pc:docMk/>
          <pc:sldMk cId="0" sldId="256"/>
        </pc:sldMkLst>
        <pc:spChg chg="mod">
          <ac:chgData name="崎維 李" userId="d4390ee11c1fc6cf" providerId="LiveId" clId="{DE61FFAA-5B0A-4B9D-9DCB-871E8A0798D7}" dt="2025-03-17T14:45:03.043" v="1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DE61FFAA-5B0A-4B9D-9DCB-871E8A0798D7}" dt="2025-03-17T14:49:03.597" v="115"/>
        <pc:sldMkLst>
          <pc:docMk/>
          <pc:sldMk cId="1759611898" sldId="492"/>
        </pc:sldMkLst>
        <pc:spChg chg="mod">
          <ac:chgData name="崎維 李" userId="d4390ee11c1fc6cf" providerId="LiveId" clId="{DE61FFAA-5B0A-4B9D-9DCB-871E8A0798D7}" dt="2025-03-17T14:49:03.597" v="115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DE61FFAA-5B0A-4B9D-9DCB-871E8A0798D7}" dt="2025-03-18T04:17:20.120" v="715"/>
        <pc:sldMkLst>
          <pc:docMk/>
          <pc:sldMk cId="1870929783" sldId="493"/>
        </pc:sldMkLst>
        <pc:spChg chg="mod">
          <ac:chgData name="崎維 李" userId="d4390ee11c1fc6cf" providerId="LiveId" clId="{DE61FFAA-5B0A-4B9D-9DCB-871E8A0798D7}" dt="2025-03-18T04:17:20.120" v="715"/>
          <ac:spMkLst>
            <pc:docMk/>
            <pc:sldMk cId="1870929783" sldId="493"/>
            <ac:spMk id="6" creationId="{254CC07A-9104-BFF8-CC32-E6A910233C69}"/>
          </ac:spMkLst>
        </pc:spChg>
      </pc:sldChg>
      <pc:sldChg chg="ord">
        <pc:chgData name="崎維 李" userId="d4390ee11c1fc6cf" providerId="LiveId" clId="{DE61FFAA-5B0A-4B9D-9DCB-871E8A0798D7}" dt="2025-03-17T14:46:57.097" v="90"/>
        <pc:sldMkLst>
          <pc:docMk/>
          <pc:sldMk cId="3606609377" sldId="1331"/>
        </pc:sldMkLst>
      </pc:sldChg>
      <pc:sldChg chg="ord">
        <pc:chgData name="崎維 李" userId="d4390ee11c1fc6cf" providerId="LiveId" clId="{DE61FFAA-5B0A-4B9D-9DCB-871E8A0798D7}" dt="2025-03-17T14:46:59.725" v="92"/>
        <pc:sldMkLst>
          <pc:docMk/>
          <pc:sldMk cId="3878843723" sldId="1334"/>
        </pc:sldMkLst>
      </pc:sldChg>
      <pc:sldChg chg="addSp delSp modSp mod">
        <pc:chgData name="崎維 李" userId="d4390ee11c1fc6cf" providerId="LiveId" clId="{DE61FFAA-5B0A-4B9D-9DCB-871E8A0798D7}" dt="2025-03-18T04:17:02.501" v="700"/>
        <pc:sldMkLst>
          <pc:docMk/>
          <pc:sldMk cId="966507798" sldId="1335"/>
        </pc:sldMkLst>
        <pc:spChg chg="mod">
          <ac:chgData name="崎維 李" userId="d4390ee11c1fc6cf" providerId="LiveId" clId="{DE61FFAA-5B0A-4B9D-9DCB-871E8A0798D7}" dt="2025-03-18T04:17:02.501" v="700"/>
          <ac:spMkLst>
            <pc:docMk/>
            <pc:sldMk cId="966507798" sldId="1335"/>
            <ac:spMk id="7" creationId="{E3EABAB1-8DEA-265B-D171-391C8C35A3A2}"/>
          </ac:spMkLst>
        </pc:spChg>
        <pc:picChg chg="del">
          <ac:chgData name="崎維 李" userId="d4390ee11c1fc6cf" providerId="LiveId" clId="{DE61FFAA-5B0A-4B9D-9DCB-871E8A0798D7}" dt="2025-03-17T14:50:11.679" v="121" actId="478"/>
          <ac:picMkLst>
            <pc:docMk/>
            <pc:sldMk cId="966507798" sldId="1335"/>
            <ac:picMk id="3" creationId="{18BD4EE8-8415-B4AA-973D-C5A53E2B3FF5}"/>
          </ac:picMkLst>
        </pc:picChg>
        <pc:picChg chg="add mod">
          <ac:chgData name="崎維 李" userId="d4390ee11c1fc6cf" providerId="LiveId" clId="{DE61FFAA-5B0A-4B9D-9DCB-871E8A0798D7}" dt="2025-03-17T14:57:48.687" v="189" actId="1076"/>
          <ac:picMkLst>
            <pc:docMk/>
            <pc:sldMk cId="966507798" sldId="1335"/>
            <ac:picMk id="4" creationId="{0AD0D349-33D1-889B-8581-6975092E92AA}"/>
          </ac:picMkLst>
        </pc:picChg>
        <pc:picChg chg="del">
          <ac:chgData name="崎維 李" userId="d4390ee11c1fc6cf" providerId="LiveId" clId="{DE61FFAA-5B0A-4B9D-9DCB-871E8A0798D7}" dt="2025-03-17T14:50:12.120" v="122" actId="478"/>
          <ac:picMkLst>
            <pc:docMk/>
            <pc:sldMk cId="966507798" sldId="1335"/>
            <ac:picMk id="8" creationId="{E495F0F5-F6FA-8E84-6C9B-F5C62302DAB8}"/>
          </ac:picMkLst>
        </pc:picChg>
        <pc:picChg chg="del">
          <ac:chgData name="崎維 李" userId="d4390ee11c1fc6cf" providerId="LiveId" clId="{DE61FFAA-5B0A-4B9D-9DCB-871E8A0798D7}" dt="2025-03-17T14:50:12.701" v="123" actId="478"/>
          <ac:picMkLst>
            <pc:docMk/>
            <pc:sldMk cId="966507798" sldId="1335"/>
            <ac:picMk id="10" creationId="{CE4CBAC8-EDBD-C34F-4DB8-D5384845876B}"/>
          </ac:picMkLst>
        </pc:picChg>
      </pc:sldChg>
      <pc:sldChg chg="addSp delSp modSp mod">
        <pc:chgData name="崎維 李" userId="d4390ee11c1fc6cf" providerId="LiveId" clId="{DE61FFAA-5B0A-4B9D-9DCB-871E8A0798D7}" dt="2025-03-18T04:16:34.041" v="674"/>
        <pc:sldMkLst>
          <pc:docMk/>
          <pc:sldMk cId="1850006806" sldId="1337"/>
        </pc:sldMkLst>
        <pc:spChg chg="mod">
          <ac:chgData name="崎維 李" userId="d4390ee11c1fc6cf" providerId="LiveId" clId="{DE61FFAA-5B0A-4B9D-9DCB-871E8A0798D7}" dt="2025-03-18T04:16:34.041" v="674"/>
          <ac:spMkLst>
            <pc:docMk/>
            <pc:sldMk cId="1850006806" sldId="1337"/>
            <ac:spMk id="5" creationId="{1CA7E910-8887-8A3D-68E1-0F73531A9D88}"/>
          </ac:spMkLst>
        </pc:spChg>
        <pc:spChg chg="del">
          <ac:chgData name="崎維 李" userId="d4390ee11c1fc6cf" providerId="LiveId" clId="{DE61FFAA-5B0A-4B9D-9DCB-871E8A0798D7}" dt="2025-03-17T14:49:44.381" v="117" actId="478"/>
          <ac:spMkLst>
            <pc:docMk/>
            <pc:sldMk cId="1850006806" sldId="1337"/>
            <ac:spMk id="8" creationId="{CE53691D-ABC5-FDC9-F5B5-C9BBE124FA16}"/>
          </ac:spMkLst>
        </pc:spChg>
        <pc:picChg chg="add mod modCrop">
          <ac:chgData name="崎維 李" userId="d4390ee11c1fc6cf" providerId="LiveId" clId="{DE61FFAA-5B0A-4B9D-9DCB-871E8A0798D7}" dt="2025-03-17T14:55:12.114" v="149" actId="1076"/>
          <ac:picMkLst>
            <pc:docMk/>
            <pc:sldMk cId="1850006806" sldId="1337"/>
            <ac:picMk id="4" creationId="{B692DEE3-7002-C96B-D7FF-23A68FB6863E}"/>
          </ac:picMkLst>
        </pc:picChg>
        <pc:picChg chg="del">
          <ac:chgData name="崎維 李" userId="d4390ee11c1fc6cf" providerId="LiveId" clId="{DE61FFAA-5B0A-4B9D-9DCB-871E8A0798D7}" dt="2025-03-17T14:49:14.631" v="116" actId="478"/>
          <ac:picMkLst>
            <pc:docMk/>
            <pc:sldMk cId="1850006806" sldId="1337"/>
            <ac:picMk id="6" creationId="{B34C67CE-A725-FC6D-2837-2EC16114D7F9}"/>
          </ac:picMkLst>
        </pc:picChg>
        <pc:picChg chg="add mod">
          <ac:chgData name="崎維 李" userId="d4390ee11c1fc6cf" providerId="LiveId" clId="{DE61FFAA-5B0A-4B9D-9DCB-871E8A0798D7}" dt="2025-03-17T14:55:13.703" v="150" actId="1076"/>
          <ac:picMkLst>
            <pc:docMk/>
            <pc:sldMk cId="1850006806" sldId="1337"/>
            <ac:picMk id="10" creationId="{0CA97C0F-E4C3-AF34-9416-0BBB9D4419B7}"/>
          </ac:picMkLst>
        </pc:picChg>
      </pc:sldChg>
      <pc:sldChg chg="del">
        <pc:chgData name="崎維 李" userId="d4390ee11c1fc6cf" providerId="LiveId" clId="{DE61FFAA-5B0A-4B9D-9DCB-871E8A0798D7}" dt="2025-03-17T14:47:12.830" v="93" actId="47"/>
        <pc:sldMkLst>
          <pc:docMk/>
          <pc:sldMk cId="4204037248" sldId="1338"/>
        </pc:sldMkLst>
      </pc:sldChg>
      <pc:sldChg chg="addSp delSp modSp mod">
        <pc:chgData name="崎維 李" userId="d4390ee11c1fc6cf" providerId="LiveId" clId="{DE61FFAA-5B0A-4B9D-9DCB-871E8A0798D7}" dt="2025-03-17T15:09:58.144" v="354" actId="1076"/>
        <pc:sldMkLst>
          <pc:docMk/>
          <pc:sldMk cId="4112129540" sldId="1339"/>
        </pc:sldMkLst>
        <pc:spChg chg="mod">
          <ac:chgData name="崎維 李" userId="d4390ee11c1fc6cf" providerId="LiveId" clId="{DE61FFAA-5B0A-4B9D-9DCB-871E8A0798D7}" dt="2025-03-17T15:06:52.942" v="337"/>
          <ac:spMkLst>
            <pc:docMk/>
            <pc:sldMk cId="4112129540" sldId="1339"/>
            <ac:spMk id="5" creationId="{9281C506-67D5-B440-F9E6-1079B83F152A}"/>
          </ac:spMkLst>
        </pc:spChg>
        <pc:spChg chg="add mod">
          <ac:chgData name="崎維 李" userId="d4390ee11c1fc6cf" providerId="LiveId" clId="{DE61FFAA-5B0A-4B9D-9DCB-871E8A0798D7}" dt="2025-03-17T15:09:50.487" v="351" actId="1076"/>
          <ac:spMkLst>
            <pc:docMk/>
            <pc:sldMk cId="4112129540" sldId="1339"/>
            <ac:spMk id="6" creationId="{A641CAEA-4817-019C-E054-3EF7F40ED390}"/>
          </ac:spMkLst>
        </pc:spChg>
        <pc:spChg chg="mod">
          <ac:chgData name="崎維 李" userId="d4390ee11c1fc6cf" providerId="LiveId" clId="{DE61FFAA-5B0A-4B9D-9DCB-871E8A0798D7}" dt="2025-03-17T15:09:54.983" v="353" actId="1076"/>
          <ac:spMkLst>
            <pc:docMk/>
            <pc:sldMk cId="4112129540" sldId="1339"/>
            <ac:spMk id="8" creationId="{86468E61-F839-4D89-BC34-16E047026C01}"/>
          </ac:spMkLst>
        </pc:spChg>
        <pc:spChg chg="add mod">
          <ac:chgData name="崎維 李" userId="d4390ee11c1fc6cf" providerId="LiveId" clId="{DE61FFAA-5B0A-4B9D-9DCB-871E8A0798D7}" dt="2025-03-17T15:09:58.144" v="354" actId="1076"/>
          <ac:spMkLst>
            <pc:docMk/>
            <pc:sldMk cId="4112129540" sldId="1339"/>
            <ac:spMk id="9" creationId="{4C18E60E-E321-A5BF-8608-4E3576DF50F4}"/>
          </ac:spMkLst>
        </pc:spChg>
        <pc:graphicFrameChg chg="del">
          <ac:chgData name="崎維 李" userId="d4390ee11c1fc6cf" providerId="LiveId" clId="{DE61FFAA-5B0A-4B9D-9DCB-871E8A0798D7}" dt="2025-03-17T15:03:24.053" v="289" actId="478"/>
          <ac:graphicFrameMkLst>
            <pc:docMk/>
            <pc:sldMk cId="4112129540" sldId="1339"/>
            <ac:graphicFrameMk id="3" creationId="{CF7BD443-A1B2-5025-96CB-C55E96AB88A5}"/>
          </ac:graphicFrameMkLst>
        </pc:graphicFrameChg>
        <pc:graphicFrameChg chg="add mod">
          <ac:chgData name="崎維 李" userId="d4390ee11c1fc6cf" providerId="LiveId" clId="{DE61FFAA-5B0A-4B9D-9DCB-871E8A0798D7}" dt="2025-03-17T15:03:42.614" v="294" actId="208"/>
          <ac:graphicFrameMkLst>
            <pc:docMk/>
            <pc:sldMk cId="4112129540" sldId="1339"/>
            <ac:graphicFrameMk id="4" creationId="{CF7BD443-A1B2-5025-96CB-C55E96AB88A5}"/>
          </ac:graphicFrameMkLst>
        </pc:graphicFrameChg>
      </pc:sldChg>
      <pc:sldChg chg="addSp delSp modSp mod">
        <pc:chgData name="崎維 李" userId="d4390ee11c1fc6cf" providerId="LiveId" clId="{DE61FFAA-5B0A-4B9D-9DCB-871E8A0798D7}" dt="2025-03-17T15:08:16.659" v="343"/>
        <pc:sldMkLst>
          <pc:docMk/>
          <pc:sldMk cId="1118240615" sldId="1340"/>
        </pc:sldMkLst>
        <pc:spChg chg="mod">
          <ac:chgData name="崎維 李" userId="d4390ee11c1fc6cf" providerId="LiveId" clId="{DE61FFAA-5B0A-4B9D-9DCB-871E8A0798D7}" dt="2025-03-17T15:06:17.691" v="329" actId="20577"/>
          <ac:spMkLst>
            <pc:docMk/>
            <pc:sldMk cId="1118240615" sldId="1340"/>
            <ac:spMk id="5" creationId="{698D5D00-D774-17B5-8549-6E7605486717}"/>
          </ac:spMkLst>
        </pc:spChg>
        <pc:graphicFrameChg chg="add del mod">
          <ac:chgData name="崎維 李" userId="d4390ee11c1fc6cf" providerId="LiveId" clId="{DE61FFAA-5B0A-4B9D-9DCB-871E8A0798D7}" dt="2025-03-17T15:08:16.659" v="343"/>
          <ac:graphicFrameMkLst>
            <pc:docMk/>
            <pc:sldMk cId="1118240615" sldId="1340"/>
            <ac:graphicFrameMk id="3" creationId="{35487C96-3CA2-B372-BDD1-385E12D15866}"/>
          </ac:graphicFrameMkLst>
        </pc:graphicFrameChg>
        <pc:graphicFrameChg chg="del">
          <ac:chgData name="崎維 李" userId="d4390ee11c1fc6cf" providerId="LiveId" clId="{DE61FFAA-5B0A-4B9D-9DCB-871E8A0798D7}" dt="2025-03-17T15:02:31.040" v="265" actId="478"/>
          <ac:graphicFrameMkLst>
            <pc:docMk/>
            <pc:sldMk cId="1118240615" sldId="1340"/>
            <ac:graphicFrameMk id="4" creationId="{35487C96-3CA2-B372-BDD1-385E12D15866}"/>
          </ac:graphicFrameMkLst>
        </pc:graphicFrameChg>
      </pc:sldChg>
      <pc:sldChg chg="addSp delSp modSp mod">
        <pc:chgData name="崎維 李" userId="d4390ee11c1fc6cf" providerId="LiveId" clId="{DE61FFAA-5B0A-4B9D-9DCB-871E8A0798D7}" dt="2025-03-17T15:09:26.090" v="345" actId="1076"/>
        <pc:sldMkLst>
          <pc:docMk/>
          <pc:sldMk cId="2074003783" sldId="1341"/>
        </pc:sldMkLst>
        <pc:spChg chg="add mod">
          <ac:chgData name="崎維 李" userId="d4390ee11c1fc6cf" providerId="LiveId" clId="{DE61FFAA-5B0A-4B9D-9DCB-871E8A0798D7}" dt="2025-03-17T15:09:26.090" v="345" actId="1076"/>
          <ac:spMkLst>
            <pc:docMk/>
            <pc:sldMk cId="2074003783" sldId="1341"/>
            <ac:spMk id="4" creationId="{A641CAEA-4817-019C-E054-3EF7F40ED390}"/>
          </ac:spMkLst>
        </pc:spChg>
        <pc:spChg chg="mod">
          <ac:chgData name="崎維 李" userId="d4390ee11c1fc6cf" providerId="LiveId" clId="{DE61FFAA-5B0A-4B9D-9DCB-871E8A0798D7}" dt="2025-03-17T15:06:50.425" v="336"/>
          <ac:spMkLst>
            <pc:docMk/>
            <pc:sldMk cId="2074003783" sldId="1341"/>
            <ac:spMk id="5" creationId="{B6745070-F85B-8A13-1E9A-E16D1E915D22}"/>
          </ac:spMkLst>
        </pc:spChg>
        <pc:spChg chg="add mod">
          <ac:chgData name="崎維 李" userId="d4390ee11c1fc6cf" providerId="LiveId" clId="{DE61FFAA-5B0A-4B9D-9DCB-871E8A0798D7}" dt="2025-03-17T15:09:26.090" v="345" actId="1076"/>
          <ac:spMkLst>
            <pc:docMk/>
            <pc:sldMk cId="2074003783" sldId="1341"/>
            <ac:spMk id="9" creationId="{4C18E60E-E321-A5BF-8608-4E3576DF50F4}"/>
          </ac:spMkLst>
        </pc:spChg>
        <pc:graphicFrameChg chg="add mod">
          <ac:chgData name="崎維 李" userId="d4390ee11c1fc6cf" providerId="LiveId" clId="{DE61FFAA-5B0A-4B9D-9DCB-871E8A0798D7}" dt="2025-03-17T15:03:19.719" v="288" actId="208"/>
          <ac:graphicFrameMkLst>
            <pc:docMk/>
            <pc:sldMk cId="2074003783" sldId="1341"/>
            <ac:graphicFrameMk id="3" creationId="{41D18339-76AF-9D5A-0FC7-61082369E760}"/>
          </ac:graphicFrameMkLst>
        </pc:graphicFrameChg>
        <pc:graphicFrameChg chg="del">
          <ac:chgData name="崎維 李" userId="d4390ee11c1fc6cf" providerId="LiveId" clId="{DE61FFAA-5B0A-4B9D-9DCB-871E8A0798D7}" dt="2025-03-17T15:03:07.080" v="281" actId="478"/>
          <ac:graphicFrameMkLst>
            <pc:docMk/>
            <pc:sldMk cId="2074003783" sldId="1341"/>
            <ac:graphicFrameMk id="6" creationId="{41D18339-76AF-9D5A-0FC7-61082369E760}"/>
          </ac:graphicFrameMkLst>
        </pc:graphicFrameChg>
      </pc:sldChg>
      <pc:sldChg chg="addSp delSp modSp mod">
        <pc:chgData name="崎維 李" userId="d4390ee11c1fc6cf" providerId="LiveId" clId="{DE61FFAA-5B0A-4B9D-9DCB-871E8A0798D7}" dt="2025-03-17T15:10:04.208" v="356" actId="1076"/>
        <pc:sldMkLst>
          <pc:docMk/>
          <pc:sldMk cId="3567950012" sldId="1342"/>
        </pc:sldMkLst>
        <pc:spChg chg="add mod">
          <ac:chgData name="崎維 李" userId="d4390ee11c1fc6cf" providerId="LiveId" clId="{DE61FFAA-5B0A-4B9D-9DCB-871E8A0798D7}" dt="2025-03-17T15:10:04.208" v="356" actId="1076"/>
          <ac:spMkLst>
            <pc:docMk/>
            <pc:sldMk cId="3567950012" sldId="1342"/>
            <ac:spMk id="4" creationId="{A641CAEA-4817-019C-E054-3EF7F40ED390}"/>
          </ac:spMkLst>
        </pc:spChg>
        <pc:spChg chg="mod">
          <ac:chgData name="崎維 李" userId="d4390ee11c1fc6cf" providerId="LiveId" clId="{DE61FFAA-5B0A-4B9D-9DCB-871E8A0798D7}" dt="2025-03-17T15:06:55.609" v="338"/>
          <ac:spMkLst>
            <pc:docMk/>
            <pc:sldMk cId="3567950012" sldId="1342"/>
            <ac:spMk id="5" creationId="{5547AB0E-C779-DDFF-C896-41A329628D9C}"/>
          </ac:spMkLst>
        </pc:spChg>
        <pc:spChg chg="add mod">
          <ac:chgData name="崎維 李" userId="d4390ee11c1fc6cf" providerId="LiveId" clId="{DE61FFAA-5B0A-4B9D-9DCB-871E8A0798D7}" dt="2025-03-17T15:10:04.208" v="356" actId="1076"/>
          <ac:spMkLst>
            <pc:docMk/>
            <pc:sldMk cId="3567950012" sldId="1342"/>
            <ac:spMk id="9" creationId="{4C18E60E-E321-A5BF-8608-4E3576DF50F4}"/>
          </ac:spMkLst>
        </pc:spChg>
        <pc:graphicFrameChg chg="add mod">
          <ac:chgData name="崎維 李" userId="d4390ee11c1fc6cf" providerId="LiveId" clId="{DE61FFAA-5B0A-4B9D-9DCB-871E8A0798D7}" dt="2025-03-17T15:04:15.725" v="302" actId="208"/>
          <ac:graphicFrameMkLst>
            <pc:docMk/>
            <pc:sldMk cId="3567950012" sldId="1342"/>
            <ac:graphicFrameMk id="3" creationId="{30BB99B3-16CF-4310-7349-C6E865DEA36B}"/>
          </ac:graphicFrameMkLst>
        </pc:graphicFrameChg>
        <pc:graphicFrameChg chg="del">
          <ac:chgData name="崎維 李" userId="d4390ee11c1fc6cf" providerId="LiveId" clId="{DE61FFAA-5B0A-4B9D-9DCB-871E8A0798D7}" dt="2025-03-17T15:03:48.635" v="295" actId="478"/>
          <ac:graphicFrameMkLst>
            <pc:docMk/>
            <pc:sldMk cId="3567950012" sldId="1342"/>
            <ac:graphicFrameMk id="6" creationId="{30BB99B3-16CF-4310-7349-C6E865DEA36B}"/>
          </ac:graphicFrameMkLst>
        </pc:graphicFrameChg>
      </pc:sldChg>
      <pc:sldChg chg="addSp delSp modSp add mod ord">
        <pc:chgData name="崎維 李" userId="d4390ee11c1fc6cf" providerId="LiveId" clId="{DE61FFAA-5B0A-4B9D-9DCB-871E8A0798D7}" dt="2025-03-17T15:19:31.353" v="641"/>
        <pc:sldMkLst>
          <pc:docMk/>
          <pc:sldMk cId="3456917613" sldId="1343"/>
        </pc:sldMkLst>
        <pc:spChg chg="add del mod">
          <ac:chgData name="崎維 李" userId="d4390ee11c1fc6cf" providerId="LiveId" clId="{DE61FFAA-5B0A-4B9D-9DCB-871E8A0798D7}" dt="2025-03-17T15:19:31.353" v="641"/>
          <ac:spMkLst>
            <pc:docMk/>
            <pc:sldMk cId="3456917613" sldId="1343"/>
            <ac:spMk id="2" creationId="{DA08E2BE-59F9-8468-A5AF-75E583A950C4}"/>
          </ac:spMkLst>
        </pc:spChg>
        <pc:spChg chg="add del mod">
          <ac:chgData name="崎維 李" userId="d4390ee11c1fc6cf" providerId="LiveId" clId="{DE61FFAA-5B0A-4B9D-9DCB-871E8A0798D7}" dt="2025-03-17T15:16:10.306" v="449" actId="20577"/>
          <ac:spMkLst>
            <pc:docMk/>
            <pc:sldMk cId="3456917613" sldId="1343"/>
            <ac:spMk id="5" creationId="{0039AD83-3A78-F2C5-7091-C7D4FD265AAB}"/>
          </ac:spMkLst>
        </pc:spChg>
      </pc:sldChg>
      <pc:sldChg chg="add del">
        <pc:chgData name="崎維 李" userId="d4390ee11c1fc6cf" providerId="LiveId" clId="{DE61FFAA-5B0A-4B9D-9DCB-871E8A0798D7}" dt="2025-03-17T14:59:47.753" v="251" actId="47"/>
        <pc:sldMkLst>
          <pc:docMk/>
          <pc:sldMk cId="4284212878" sldId="1344"/>
        </pc:sldMkLst>
      </pc:sldChg>
      <pc:sldChg chg="addSp delSp modSp add mod ord">
        <pc:chgData name="崎維 李" userId="d4390ee11c1fc6cf" providerId="LiveId" clId="{DE61FFAA-5B0A-4B9D-9DCB-871E8A0798D7}" dt="2025-03-18T04:16:48.327" v="688"/>
        <pc:sldMkLst>
          <pc:docMk/>
          <pc:sldMk cId="2941220450" sldId="1345"/>
        </pc:sldMkLst>
        <pc:spChg chg="mod">
          <ac:chgData name="崎維 李" userId="d4390ee11c1fc6cf" providerId="LiveId" clId="{DE61FFAA-5B0A-4B9D-9DCB-871E8A0798D7}" dt="2025-03-18T04:16:48.327" v="688"/>
          <ac:spMkLst>
            <pc:docMk/>
            <pc:sldMk cId="2941220450" sldId="1345"/>
            <ac:spMk id="7" creationId="{939C6F81-AC51-A748-060D-8259707F2A85}"/>
          </ac:spMkLst>
        </pc:spChg>
        <pc:picChg chg="add mod">
          <ac:chgData name="崎維 李" userId="d4390ee11c1fc6cf" providerId="LiveId" clId="{DE61FFAA-5B0A-4B9D-9DCB-871E8A0798D7}" dt="2025-03-17T14:58:53.940" v="195" actId="1076"/>
          <ac:picMkLst>
            <pc:docMk/>
            <pc:sldMk cId="2941220450" sldId="1345"/>
            <ac:picMk id="3" creationId="{5642A8AA-F4BE-3A51-7A4A-821A57249C48}"/>
          </ac:picMkLst>
        </pc:picChg>
        <pc:picChg chg="del">
          <ac:chgData name="崎維 李" userId="d4390ee11c1fc6cf" providerId="LiveId" clId="{DE61FFAA-5B0A-4B9D-9DCB-871E8A0798D7}" dt="2025-03-17T14:51:16.195" v="130" actId="478"/>
          <ac:picMkLst>
            <pc:docMk/>
            <pc:sldMk cId="2941220450" sldId="1345"/>
            <ac:picMk id="4" creationId="{2C7453BA-AC8D-0EAE-2CA2-2F46F130EABD}"/>
          </ac:picMkLst>
        </pc:picChg>
        <pc:picChg chg="add mod">
          <ac:chgData name="崎維 李" userId="d4390ee11c1fc6cf" providerId="LiveId" clId="{DE61FFAA-5B0A-4B9D-9DCB-871E8A0798D7}" dt="2025-03-17T14:58:52.603" v="194" actId="1076"/>
          <ac:picMkLst>
            <pc:docMk/>
            <pc:sldMk cId="2941220450" sldId="1345"/>
            <ac:picMk id="4" creationId="{3C9AB711-BC4B-1F93-1D95-BBAC941F79FB}"/>
          </ac:picMkLst>
        </pc:picChg>
      </pc:sldChg>
      <pc:sldChg chg="addSp delSp modSp add mod ord">
        <pc:chgData name="崎維 李" userId="d4390ee11c1fc6cf" providerId="LiveId" clId="{DE61FFAA-5B0A-4B9D-9DCB-871E8A0798D7}" dt="2025-03-18T04:16:23.803" v="658"/>
        <pc:sldMkLst>
          <pc:docMk/>
          <pc:sldMk cId="4077794704" sldId="1346"/>
        </pc:sldMkLst>
        <pc:spChg chg="mod">
          <ac:chgData name="崎維 李" userId="d4390ee11c1fc6cf" providerId="LiveId" clId="{DE61FFAA-5B0A-4B9D-9DCB-871E8A0798D7}" dt="2025-03-18T04:16:23.803" v="658"/>
          <ac:spMkLst>
            <pc:docMk/>
            <pc:sldMk cId="4077794704" sldId="1346"/>
            <ac:spMk id="7" creationId="{3FBFA01A-326E-E184-770B-88665F0BCC4D}"/>
          </ac:spMkLst>
        </pc:spChg>
        <pc:picChg chg="del">
          <ac:chgData name="崎維 李" userId="d4390ee11c1fc6cf" providerId="LiveId" clId="{DE61FFAA-5B0A-4B9D-9DCB-871E8A0798D7}" dt="2025-03-17T15:00:20.957" v="255" actId="478"/>
          <ac:picMkLst>
            <pc:docMk/>
            <pc:sldMk cId="4077794704" sldId="1346"/>
            <ac:picMk id="3" creationId="{1C4B8907-3E54-7BC6-B721-46320EA22FA8}"/>
          </ac:picMkLst>
        </pc:picChg>
        <pc:picChg chg="del">
          <ac:chgData name="崎維 李" userId="d4390ee11c1fc6cf" providerId="LiveId" clId="{DE61FFAA-5B0A-4B9D-9DCB-871E8A0798D7}" dt="2025-03-17T15:00:21.422" v="256" actId="478"/>
          <ac:picMkLst>
            <pc:docMk/>
            <pc:sldMk cId="4077794704" sldId="1346"/>
            <ac:picMk id="4" creationId="{053DE427-CB35-95CB-9115-01C63E600B6D}"/>
          </ac:picMkLst>
        </pc:picChg>
        <pc:picChg chg="add mod">
          <ac:chgData name="崎維 李" userId="d4390ee11c1fc6cf" providerId="LiveId" clId="{DE61FFAA-5B0A-4B9D-9DCB-871E8A0798D7}" dt="2025-03-17T15:00:42.981" v="264" actId="1076"/>
          <ac:picMkLst>
            <pc:docMk/>
            <pc:sldMk cId="4077794704" sldId="1346"/>
            <ac:picMk id="5" creationId="{EFD38D7B-614F-FF63-785D-6A18AF88278A}"/>
          </ac:picMkLst>
        </pc:picChg>
      </pc:sldChg>
      <pc:sldChg chg="addSp delSp modSp add del mod">
        <pc:chgData name="崎維 李" userId="d4390ee11c1fc6cf" providerId="LiveId" clId="{DE61FFAA-5B0A-4B9D-9DCB-871E8A0798D7}" dt="2025-03-17T15:13:17.446" v="407" actId="14100"/>
        <pc:sldMkLst>
          <pc:docMk/>
          <pc:sldMk cId="3386385831" sldId="1347"/>
        </pc:sldMkLst>
        <pc:spChg chg="mod">
          <ac:chgData name="崎維 李" userId="d4390ee11c1fc6cf" providerId="LiveId" clId="{DE61FFAA-5B0A-4B9D-9DCB-871E8A0798D7}" dt="2025-03-17T15:07:01.907" v="339"/>
          <ac:spMkLst>
            <pc:docMk/>
            <pc:sldMk cId="3386385831" sldId="1347"/>
            <ac:spMk id="5" creationId="{7EACD9A8-10E4-C914-497D-18637B5703A8}"/>
          </ac:spMkLst>
        </pc:spChg>
        <pc:graphicFrameChg chg="del">
          <ac:chgData name="崎維 李" userId="d4390ee11c1fc6cf" providerId="LiveId" clId="{DE61FFAA-5B0A-4B9D-9DCB-871E8A0798D7}" dt="2025-03-17T15:12:28.141" v="398" actId="478"/>
          <ac:graphicFrameMkLst>
            <pc:docMk/>
            <pc:sldMk cId="3386385831" sldId="1347"/>
            <ac:graphicFrameMk id="3" creationId="{41298A7A-1802-3967-F319-D9DB2E49075C}"/>
          </ac:graphicFrameMkLst>
        </pc:graphicFrameChg>
        <pc:graphicFrameChg chg="add mod">
          <ac:chgData name="崎維 李" userId="d4390ee11c1fc6cf" providerId="LiveId" clId="{DE61FFAA-5B0A-4B9D-9DCB-871E8A0798D7}" dt="2025-03-17T15:13:17.446" v="407" actId="14100"/>
          <ac:graphicFrameMkLst>
            <pc:docMk/>
            <pc:sldMk cId="3386385831" sldId="1347"/>
            <ac:graphicFrameMk id="4" creationId="{35487C96-3CA2-B372-BDD1-385E12D15866}"/>
          </ac:graphicFrameMkLst>
        </pc:graphicFrameChg>
      </pc:sldChg>
      <pc:sldChg chg="addSp delSp modSp add mod">
        <pc:chgData name="崎維 李" userId="d4390ee11c1fc6cf" providerId="LiveId" clId="{DE61FFAA-5B0A-4B9D-9DCB-871E8A0798D7}" dt="2025-03-17T15:13:26.585" v="411" actId="1076"/>
        <pc:sldMkLst>
          <pc:docMk/>
          <pc:sldMk cId="2948347717" sldId="1348"/>
        </pc:sldMkLst>
        <pc:spChg chg="mod">
          <ac:chgData name="崎維 李" userId="d4390ee11c1fc6cf" providerId="LiveId" clId="{DE61FFAA-5B0A-4B9D-9DCB-871E8A0798D7}" dt="2025-03-17T15:11:25.050" v="379" actId="5793"/>
          <ac:spMkLst>
            <pc:docMk/>
            <pc:sldMk cId="2948347717" sldId="1348"/>
            <ac:spMk id="2" creationId="{42E7AD9D-28BE-8A7E-18F2-207E95A4D273}"/>
          </ac:spMkLst>
        </pc:spChg>
        <pc:spChg chg="mod">
          <ac:chgData name="崎維 李" userId="d4390ee11c1fc6cf" providerId="LiveId" clId="{DE61FFAA-5B0A-4B9D-9DCB-871E8A0798D7}" dt="2025-03-17T15:07:04.143" v="340"/>
          <ac:spMkLst>
            <pc:docMk/>
            <pc:sldMk cId="2948347717" sldId="1348"/>
            <ac:spMk id="5" creationId="{585057C1-E0E1-AEA4-5772-21BA95959B64}"/>
          </ac:spMkLst>
        </pc:spChg>
        <pc:graphicFrameChg chg="del">
          <ac:chgData name="崎維 李" userId="d4390ee11c1fc6cf" providerId="LiveId" clId="{DE61FFAA-5B0A-4B9D-9DCB-871E8A0798D7}" dt="2025-03-17T15:10:35.576" v="357" actId="478"/>
          <ac:graphicFrameMkLst>
            <pc:docMk/>
            <pc:sldMk cId="2948347717" sldId="1348"/>
            <ac:graphicFrameMk id="3" creationId="{437E07CF-922B-52AD-9285-388CD2807CE1}"/>
          </ac:graphicFrameMkLst>
        </pc:graphicFrameChg>
        <pc:graphicFrameChg chg="add del mod">
          <ac:chgData name="崎維 李" userId="d4390ee11c1fc6cf" providerId="LiveId" clId="{DE61FFAA-5B0A-4B9D-9DCB-871E8A0798D7}" dt="2025-03-17T15:11:09.073" v="369" actId="478"/>
          <ac:graphicFrameMkLst>
            <pc:docMk/>
            <pc:sldMk cId="2948347717" sldId="1348"/>
            <ac:graphicFrameMk id="4" creationId="{41D18339-76AF-9D5A-0FC7-61082369E760}"/>
          </ac:graphicFrameMkLst>
        </pc:graphicFrameChg>
        <pc:graphicFrameChg chg="add del mod">
          <ac:chgData name="崎維 李" userId="d4390ee11c1fc6cf" providerId="LiveId" clId="{DE61FFAA-5B0A-4B9D-9DCB-871E8A0798D7}" dt="2025-03-17T15:12:22.254" v="395" actId="478"/>
          <ac:graphicFrameMkLst>
            <pc:docMk/>
            <pc:sldMk cId="2948347717" sldId="1348"/>
            <ac:graphicFrameMk id="6" creationId="{30BB99B3-16CF-4310-7349-C6E865DEA36B}"/>
          </ac:graphicFrameMkLst>
        </pc:graphicFrameChg>
        <pc:graphicFrameChg chg="add mod">
          <ac:chgData name="崎維 李" userId="d4390ee11c1fc6cf" providerId="LiveId" clId="{DE61FFAA-5B0A-4B9D-9DCB-871E8A0798D7}" dt="2025-03-17T15:13:26.585" v="411" actId="1076"/>
          <ac:graphicFrameMkLst>
            <pc:docMk/>
            <pc:sldMk cId="2948347717" sldId="1348"/>
            <ac:graphicFrameMk id="9" creationId="{41D18339-76AF-9D5A-0FC7-61082369E760}"/>
          </ac:graphicFrameMkLst>
        </pc:graphicFrameChg>
      </pc:sldChg>
      <pc:sldChg chg="addSp delSp modSp add mod">
        <pc:chgData name="崎維 李" userId="d4390ee11c1fc6cf" providerId="LiveId" clId="{DE61FFAA-5B0A-4B9D-9DCB-871E8A0798D7}" dt="2025-03-17T15:13:38.569" v="419" actId="1076"/>
        <pc:sldMkLst>
          <pc:docMk/>
          <pc:sldMk cId="1702178233" sldId="1349"/>
        </pc:sldMkLst>
        <pc:spChg chg="mod">
          <ac:chgData name="崎維 李" userId="d4390ee11c1fc6cf" providerId="LiveId" clId="{DE61FFAA-5B0A-4B9D-9DCB-871E8A0798D7}" dt="2025-03-17T15:07:06.777" v="341"/>
          <ac:spMkLst>
            <pc:docMk/>
            <pc:sldMk cId="1702178233" sldId="1349"/>
            <ac:spMk id="5" creationId="{302AB375-EE1C-0140-7376-B936624E1846}"/>
          </ac:spMkLst>
        </pc:spChg>
        <pc:graphicFrameChg chg="add del mod">
          <ac:chgData name="崎維 李" userId="d4390ee11c1fc6cf" providerId="LiveId" clId="{DE61FFAA-5B0A-4B9D-9DCB-871E8A0798D7}" dt="2025-03-17T15:11:37.683" v="381" actId="478"/>
          <ac:graphicFrameMkLst>
            <pc:docMk/>
            <pc:sldMk cId="1702178233" sldId="1349"/>
            <ac:graphicFrameMk id="3" creationId="{CF7BD443-A1B2-5025-96CB-C55E96AB88A5}"/>
          </ac:graphicFrameMkLst>
        </pc:graphicFrameChg>
        <pc:graphicFrameChg chg="del">
          <ac:chgData name="崎維 李" userId="d4390ee11c1fc6cf" providerId="LiveId" clId="{DE61FFAA-5B0A-4B9D-9DCB-871E8A0798D7}" dt="2025-03-17T15:10:56.037" v="363" actId="478"/>
          <ac:graphicFrameMkLst>
            <pc:docMk/>
            <pc:sldMk cId="1702178233" sldId="1349"/>
            <ac:graphicFrameMk id="4" creationId="{087507B8-48A8-54F5-79F2-9B934430EDC2}"/>
          </ac:graphicFrameMkLst>
        </pc:graphicFrameChg>
        <pc:graphicFrameChg chg="add del mod">
          <ac:chgData name="崎維 李" userId="d4390ee11c1fc6cf" providerId="LiveId" clId="{DE61FFAA-5B0A-4B9D-9DCB-871E8A0798D7}" dt="2025-03-17T15:11:50.911" v="384" actId="478"/>
          <ac:graphicFrameMkLst>
            <pc:docMk/>
            <pc:sldMk cId="1702178233" sldId="1349"/>
            <ac:graphicFrameMk id="6" creationId="{35487C96-3CA2-B372-BDD1-385E12D15866}"/>
          </ac:graphicFrameMkLst>
        </pc:graphicFrameChg>
        <pc:graphicFrameChg chg="add del mod">
          <ac:chgData name="崎維 李" userId="d4390ee11c1fc6cf" providerId="LiveId" clId="{DE61FFAA-5B0A-4B9D-9DCB-871E8A0798D7}" dt="2025-03-17T15:12:15.821" v="392" actId="478"/>
          <ac:graphicFrameMkLst>
            <pc:docMk/>
            <pc:sldMk cId="1702178233" sldId="1349"/>
            <ac:graphicFrameMk id="9" creationId="{41D18339-76AF-9D5A-0FC7-61082369E760}"/>
          </ac:graphicFrameMkLst>
        </pc:graphicFrameChg>
        <pc:graphicFrameChg chg="add mod">
          <ac:chgData name="崎維 李" userId="d4390ee11c1fc6cf" providerId="LiveId" clId="{DE61FFAA-5B0A-4B9D-9DCB-871E8A0798D7}" dt="2025-03-17T15:13:38.569" v="419" actId="1076"/>
          <ac:graphicFrameMkLst>
            <pc:docMk/>
            <pc:sldMk cId="1702178233" sldId="1349"/>
            <ac:graphicFrameMk id="10" creationId="{CF7BD443-A1B2-5025-96CB-C55E96AB88A5}"/>
          </ac:graphicFrameMkLst>
        </pc:graphicFrameChg>
      </pc:sldChg>
      <pc:sldChg chg="addSp delSp modSp add mod">
        <pc:chgData name="崎維 李" userId="d4390ee11c1fc6cf" providerId="LiveId" clId="{DE61FFAA-5B0A-4B9D-9DCB-871E8A0798D7}" dt="2025-03-17T15:14:02.971" v="425" actId="1076"/>
        <pc:sldMkLst>
          <pc:docMk/>
          <pc:sldMk cId="1303778785" sldId="1350"/>
        </pc:sldMkLst>
        <pc:spChg chg="mod">
          <ac:chgData name="崎維 李" userId="d4390ee11c1fc6cf" providerId="LiveId" clId="{DE61FFAA-5B0A-4B9D-9DCB-871E8A0798D7}" dt="2025-03-17T15:07:08.984" v="342"/>
          <ac:spMkLst>
            <pc:docMk/>
            <pc:sldMk cId="1303778785" sldId="1350"/>
            <ac:spMk id="5" creationId="{C0B7ACDF-5A80-C1FC-645E-FE0DF5A5F1A9}"/>
          </ac:spMkLst>
        </pc:spChg>
        <pc:graphicFrameChg chg="del">
          <ac:chgData name="崎維 李" userId="d4390ee11c1fc6cf" providerId="LiveId" clId="{DE61FFAA-5B0A-4B9D-9DCB-871E8A0798D7}" dt="2025-03-17T15:12:08.685" v="389" actId="478"/>
          <ac:graphicFrameMkLst>
            <pc:docMk/>
            <pc:sldMk cId="1303778785" sldId="1350"/>
            <ac:graphicFrameMk id="3" creationId="{016BF17A-652B-5B00-0683-BF851C0AE075}"/>
          </ac:graphicFrameMkLst>
        </pc:graphicFrameChg>
        <pc:graphicFrameChg chg="add mod">
          <ac:chgData name="崎維 李" userId="d4390ee11c1fc6cf" providerId="LiveId" clId="{DE61FFAA-5B0A-4B9D-9DCB-871E8A0798D7}" dt="2025-03-17T15:14:02.971" v="425" actId="1076"/>
          <ac:graphicFrameMkLst>
            <pc:docMk/>
            <pc:sldMk cId="1303778785" sldId="1350"/>
            <ac:graphicFrameMk id="4" creationId="{30BB99B3-16CF-4310-7349-C6E865DEA36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3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7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7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7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&#32000;&#37636;&#27169;&#26495;%20-%200317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工作表1!$B$2:$B$16</c:f>
              <c:numCache>
                <c:formatCode>General</c:formatCode>
                <c:ptCount val="15"/>
                <c:pt idx="0">
                  <c:v>341.43</c:v>
                </c:pt>
                <c:pt idx="1">
                  <c:v>343.57</c:v>
                </c:pt>
                <c:pt idx="2">
                  <c:v>305.57</c:v>
                </c:pt>
                <c:pt idx="3">
                  <c:v>320.75</c:v>
                </c:pt>
                <c:pt idx="4">
                  <c:v>388.57</c:v>
                </c:pt>
                <c:pt idx="5">
                  <c:v>389.04</c:v>
                </c:pt>
                <c:pt idx="6">
                  <c:v>390.4</c:v>
                </c:pt>
                <c:pt idx="7">
                  <c:v>387</c:v>
                </c:pt>
                <c:pt idx="8">
                  <c:v>387.47</c:v>
                </c:pt>
                <c:pt idx="9">
                  <c:v>387.07</c:v>
                </c:pt>
                <c:pt idx="10">
                  <c:v>385.5</c:v>
                </c:pt>
                <c:pt idx="11">
                  <c:v>382.35</c:v>
                </c:pt>
                <c:pt idx="12">
                  <c:v>382.15</c:v>
                </c:pt>
                <c:pt idx="13">
                  <c:v>377.4</c:v>
                </c:pt>
                <c:pt idx="14">
                  <c:v>372.1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2-43D7-8A55-2221E7C57FE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工作表1!$F$2:$F$16</c:f>
              <c:numCache>
                <c:formatCode>General</c:formatCode>
                <c:ptCount val="15"/>
                <c:pt idx="0">
                  <c:v>341.52</c:v>
                </c:pt>
                <c:pt idx="1">
                  <c:v>343.65</c:v>
                </c:pt>
                <c:pt idx="2">
                  <c:v>305.66000000000003</c:v>
                </c:pt>
                <c:pt idx="3">
                  <c:v>320.83999999999997</c:v>
                </c:pt>
                <c:pt idx="4">
                  <c:v>388.68</c:v>
                </c:pt>
                <c:pt idx="5">
                  <c:v>389.14</c:v>
                </c:pt>
                <c:pt idx="6">
                  <c:v>390.51</c:v>
                </c:pt>
                <c:pt idx="7">
                  <c:v>387.11</c:v>
                </c:pt>
                <c:pt idx="8">
                  <c:v>387.57</c:v>
                </c:pt>
                <c:pt idx="9">
                  <c:v>387.16</c:v>
                </c:pt>
                <c:pt idx="10">
                  <c:v>385.59</c:v>
                </c:pt>
                <c:pt idx="11">
                  <c:v>382.44</c:v>
                </c:pt>
                <c:pt idx="12">
                  <c:v>382.24</c:v>
                </c:pt>
                <c:pt idx="13">
                  <c:v>377.49</c:v>
                </c:pt>
                <c:pt idx="14">
                  <c:v>371.59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2-43D7-8A55-2221E7C57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2-43D7-8A55-2221E7C57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工作表1!$C$2:$C$16</c:f>
              <c:numCache>
                <c:formatCode>General</c:formatCode>
                <c:ptCount val="15"/>
                <c:pt idx="0">
                  <c:v>5.4699999999999999E-2</c:v>
                </c:pt>
                <c:pt idx="1">
                  <c:v>6.0299999999999999E-2</c:v>
                </c:pt>
                <c:pt idx="2">
                  <c:v>6.7000000000000004E-2</c:v>
                </c:pt>
                <c:pt idx="3">
                  <c:v>6.8599999999999994E-2</c:v>
                </c:pt>
                <c:pt idx="4">
                  <c:v>7.7399999999999997E-2</c:v>
                </c:pt>
                <c:pt idx="5">
                  <c:v>7.6700000000000004E-2</c:v>
                </c:pt>
                <c:pt idx="6">
                  <c:v>7.6399999999999996E-2</c:v>
                </c:pt>
                <c:pt idx="7">
                  <c:v>7.6600000000000001E-2</c:v>
                </c:pt>
                <c:pt idx="8">
                  <c:v>7.6300000000000007E-2</c:v>
                </c:pt>
                <c:pt idx="9">
                  <c:v>7.6200000000000004E-2</c:v>
                </c:pt>
                <c:pt idx="10">
                  <c:v>7.6300000000000007E-2</c:v>
                </c:pt>
                <c:pt idx="11">
                  <c:v>7.6999999999999999E-2</c:v>
                </c:pt>
                <c:pt idx="12">
                  <c:v>7.6999999999999999E-2</c:v>
                </c:pt>
                <c:pt idx="13">
                  <c:v>7.6399999999999996E-2</c:v>
                </c:pt>
                <c:pt idx="14">
                  <c:v>7.4999999999999997E-2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7B-4286-8FD0-04F84277A710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工作表1!$G$2:$G$16</c:f>
              <c:numCache>
                <c:formatCode>General</c:formatCode>
                <c:ptCount val="15"/>
                <c:pt idx="0">
                  <c:v>9.9500000000000005E-2</c:v>
                </c:pt>
                <c:pt idx="1">
                  <c:v>9.5899999999999999E-2</c:v>
                </c:pt>
                <c:pt idx="2">
                  <c:v>8.5000000000000006E-2</c:v>
                </c:pt>
                <c:pt idx="3">
                  <c:v>8.3799999999999999E-2</c:v>
                </c:pt>
                <c:pt idx="4">
                  <c:v>0.1106</c:v>
                </c:pt>
                <c:pt idx="5">
                  <c:v>0.11119999999999999</c:v>
                </c:pt>
                <c:pt idx="6">
                  <c:v>0.1103</c:v>
                </c:pt>
                <c:pt idx="7">
                  <c:v>0.10929999999999999</c:v>
                </c:pt>
                <c:pt idx="8">
                  <c:v>0.10920000000000001</c:v>
                </c:pt>
                <c:pt idx="9">
                  <c:v>0.1103</c:v>
                </c:pt>
                <c:pt idx="10">
                  <c:v>0.11</c:v>
                </c:pt>
                <c:pt idx="11">
                  <c:v>0.109</c:v>
                </c:pt>
                <c:pt idx="12">
                  <c:v>0.10829999999999999</c:v>
                </c:pt>
                <c:pt idx="13">
                  <c:v>0.1079</c:v>
                </c:pt>
                <c:pt idx="14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7B-4286-8FD0-04F84277A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7B-4286-8FD0-04F84277A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工作表1!$D$2:$D$16</c:f>
              <c:numCache>
                <c:formatCode>General</c:formatCode>
                <c:ptCount val="15"/>
                <c:pt idx="0">
                  <c:v>22.73</c:v>
                </c:pt>
                <c:pt idx="1">
                  <c:v>24.64</c:v>
                </c:pt>
                <c:pt idx="2">
                  <c:v>24.15</c:v>
                </c:pt>
                <c:pt idx="3">
                  <c:v>24.46</c:v>
                </c:pt>
                <c:pt idx="4">
                  <c:v>32.28</c:v>
                </c:pt>
                <c:pt idx="5">
                  <c:v>34.1</c:v>
                </c:pt>
                <c:pt idx="6">
                  <c:v>35.450000000000003</c:v>
                </c:pt>
                <c:pt idx="7">
                  <c:v>35.54</c:v>
                </c:pt>
                <c:pt idx="8">
                  <c:v>37.020000000000003</c:v>
                </c:pt>
                <c:pt idx="9">
                  <c:v>38.729999999999997</c:v>
                </c:pt>
                <c:pt idx="10">
                  <c:v>39.25</c:v>
                </c:pt>
                <c:pt idx="11">
                  <c:v>39.67</c:v>
                </c:pt>
                <c:pt idx="12">
                  <c:v>39.56</c:v>
                </c:pt>
                <c:pt idx="13">
                  <c:v>39.840000000000003</c:v>
                </c:pt>
                <c:pt idx="1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5D-4006-91A9-D2AA49F3280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工作表1!$H$2:$H$16</c:f>
              <c:numCache>
                <c:formatCode>General</c:formatCode>
                <c:ptCount val="15"/>
                <c:pt idx="0">
                  <c:v>45.7</c:v>
                </c:pt>
                <c:pt idx="1">
                  <c:v>48.62</c:v>
                </c:pt>
                <c:pt idx="2">
                  <c:v>45.5</c:v>
                </c:pt>
                <c:pt idx="3">
                  <c:v>47.36</c:v>
                </c:pt>
                <c:pt idx="4">
                  <c:v>62.93</c:v>
                </c:pt>
                <c:pt idx="5">
                  <c:v>63.78</c:v>
                </c:pt>
                <c:pt idx="6">
                  <c:v>63.71</c:v>
                </c:pt>
                <c:pt idx="7">
                  <c:v>63.84</c:v>
                </c:pt>
                <c:pt idx="8">
                  <c:v>64.930000000000007</c:v>
                </c:pt>
                <c:pt idx="9">
                  <c:v>59.77</c:v>
                </c:pt>
                <c:pt idx="10">
                  <c:v>59.8</c:v>
                </c:pt>
                <c:pt idx="11">
                  <c:v>59.62</c:v>
                </c:pt>
                <c:pt idx="12">
                  <c:v>58.95</c:v>
                </c:pt>
                <c:pt idx="13">
                  <c:v>58.23</c:v>
                </c:pt>
                <c:pt idx="14">
                  <c:v>59.8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5D-4006-91A9-D2AA49F32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工作表1!$J$2:$J$16</c:f>
              <c:numCache>
                <c:formatCode>General</c:formatCode>
                <c:ptCount val="15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5D-4006-91A9-D2AA49F32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  <c:max val="65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工作表1!$E$2:$E$16</c:f>
              <c:numCache>
                <c:formatCode>General</c:formatCode>
                <c:ptCount val="15"/>
                <c:pt idx="0">
                  <c:v>17.2</c:v>
                </c:pt>
                <c:pt idx="1">
                  <c:v>18.8</c:v>
                </c:pt>
                <c:pt idx="2">
                  <c:v>18.7</c:v>
                </c:pt>
                <c:pt idx="3">
                  <c:v>20</c:v>
                </c:pt>
                <c:pt idx="4">
                  <c:v>25.4</c:v>
                </c:pt>
                <c:pt idx="5">
                  <c:v>24.7</c:v>
                </c:pt>
                <c:pt idx="6">
                  <c:v>24.3</c:v>
                </c:pt>
                <c:pt idx="7">
                  <c:v>24.1</c:v>
                </c:pt>
                <c:pt idx="8">
                  <c:v>23.6</c:v>
                </c:pt>
                <c:pt idx="9">
                  <c:v>23</c:v>
                </c:pt>
                <c:pt idx="10">
                  <c:v>22.8</c:v>
                </c:pt>
                <c:pt idx="11">
                  <c:v>22.7</c:v>
                </c:pt>
                <c:pt idx="12">
                  <c:v>22.7</c:v>
                </c:pt>
                <c:pt idx="13">
                  <c:v>22.1</c:v>
                </c:pt>
                <c:pt idx="14">
                  <c:v>21.37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B6-46C0-A7D7-042FF932A7C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工作表1!$I$2:$I$16</c:f>
              <c:numCache>
                <c:formatCode>General</c:formatCode>
                <c:ptCount val="15"/>
                <c:pt idx="0">
                  <c:v>23.7</c:v>
                </c:pt>
                <c:pt idx="1">
                  <c:v>21.8</c:v>
                </c:pt>
                <c:pt idx="2">
                  <c:v>18.2</c:v>
                </c:pt>
                <c:pt idx="3">
                  <c:v>18.2</c:v>
                </c:pt>
                <c:pt idx="4">
                  <c:v>19.600000000000001</c:v>
                </c:pt>
                <c:pt idx="5">
                  <c:v>19.100000000000001</c:v>
                </c:pt>
                <c:pt idx="6">
                  <c:v>19.100000000000001</c:v>
                </c:pt>
                <c:pt idx="7">
                  <c:v>18.7</c:v>
                </c:pt>
                <c:pt idx="8">
                  <c:v>18.5</c:v>
                </c:pt>
                <c:pt idx="9">
                  <c:v>21.5</c:v>
                </c:pt>
                <c:pt idx="10">
                  <c:v>21.3</c:v>
                </c:pt>
                <c:pt idx="11">
                  <c:v>21.1</c:v>
                </c:pt>
                <c:pt idx="12">
                  <c:v>21.4</c:v>
                </c:pt>
                <c:pt idx="13">
                  <c:v>21.4</c:v>
                </c:pt>
                <c:pt idx="14">
                  <c:v>20.2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B6-46C0-A7D7-042FF932A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工作表1!$A$2:$A$16</c:f>
              <c:numCache>
                <c:formatCode>h:mm</c:formatCode>
                <c:ptCount val="15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</c:numCache>
            </c:numRef>
          </c:cat>
          <c:val>
            <c:numRef>
              <c:f>工作表1!$J$2:$J$16</c:f>
              <c:numCache>
                <c:formatCode>General</c:formatCode>
                <c:ptCount val="15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B6-46C0-A7D7-042FF932A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工作表1!$B$2:$B$18</c:f>
              <c:numCache>
                <c:formatCode>General</c:formatCode>
                <c:ptCount val="17"/>
                <c:pt idx="0">
                  <c:v>362.27</c:v>
                </c:pt>
                <c:pt idx="1">
                  <c:v>381.07</c:v>
                </c:pt>
                <c:pt idx="2">
                  <c:v>379.68</c:v>
                </c:pt>
                <c:pt idx="3">
                  <c:v>376.61</c:v>
                </c:pt>
                <c:pt idx="4">
                  <c:v>376.08</c:v>
                </c:pt>
                <c:pt idx="5">
                  <c:v>375.86</c:v>
                </c:pt>
                <c:pt idx="6">
                  <c:v>374.87</c:v>
                </c:pt>
                <c:pt idx="7">
                  <c:v>370.3</c:v>
                </c:pt>
                <c:pt idx="8">
                  <c:v>373.49</c:v>
                </c:pt>
                <c:pt idx="9">
                  <c:v>375.73</c:v>
                </c:pt>
                <c:pt idx="10">
                  <c:v>370.4</c:v>
                </c:pt>
                <c:pt idx="11">
                  <c:v>374.45</c:v>
                </c:pt>
                <c:pt idx="12">
                  <c:v>376.35</c:v>
                </c:pt>
                <c:pt idx="13">
                  <c:v>366.68</c:v>
                </c:pt>
                <c:pt idx="14">
                  <c:v>367.22</c:v>
                </c:pt>
                <c:pt idx="15">
                  <c:v>366.37</c:v>
                </c:pt>
                <c:pt idx="16">
                  <c:v>367.43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80-48FA-858E-80C9EDCE7BF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工作表1!$F$2:$F$18</c:f>
              <c:numCache>
                <c:formatCode>General</c:formatCode>
                <c:ptCount val="17"/>
                <c:pt idx="0">
                  <c:v>362.37</c:v>
                </c:pt>
                <c:pt idx="1">
                  <c:v>381.18</c:v>
                </c:pt>
                <c:pt idx="2">
                  <c:v>379.78</c:v>
                </c:pt>
                <c:pt idx="3">
                  <c:v>376.7</c:v>
                </c:pt>
                <c:pt idx="4">
                  <c:v>376.18</c:v>
                </c:pt>
                <c:pt idx="5">
                  <c:v>375.95</c:v>
                </c:pt>
                <c:pt idx="6">
                  <c:v>374.96</c:v>
                </c:pt>
                <c:pt idx="7">
                  <c:v>370.38</c:v>
                </c:pt>
                <c:pt idx="8">
                  <c:v>373.58</c:v>
                </c:pt>
                <c:pt idx="9">
                  <c:v>375.82</c:v>
                </c:pt>
                <c:pt idx="10">
                  <c:v>370.49</c:v>
                </c:pt>
                <c:pt idx="11">
                  <c:v>374.54</c:v>
                </c:pt>
                <c:pt idx="12">
                  <c:v>376.44</c:v>
                </c:pt>
                <c:pt idx="13">
                  <c:v>366.77</c:v>
                </c:pt>
                <c:pt idx="14">
                  <c:v>367.31</c:v>
                </c:pt>
                <c:pt idx="15">
                  <c:v>366.45</c:v>
                </c:pt>
                <c:pt idx="16">
                  <c:v>367.51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80-48FA-858E-80C9EDCE7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工作表1!$J$2:$J$18</c:f>
              <c:numCache>
                <c:formatCode>General</c:formatCode>
                <c:ptCount val="17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80-48FA-858E-80C9EDCE7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工作表1!$C$2:$C$18</c:f>
              <c:numCache>
                <c:formatCode>General</c:formatCode>
                <c:ptCount val="17"/>
                <c:pt idx="0">
                  <c:v>8.1600000000000006E-2</c:v>
                </c:pt>
                <c:pt idx="1">
                  <c:v>8.2400000000000001E-2</c:v>
                </c:pt>
                <c:pt idx="2">
                  <c:v>8.2000000000000003E-2</c:v>
                </c:pt>
                <c:pt idx="3">
                  <c:v>8.3299999999999999E-2</c:v>
                </c:pt>
                <c:pt idx="4">
                  <c:v>8.2290000000000002E-2</c:v>
                </c:pt>
                <c:pt idx="5">
                  <c:v>8.3199999999999996E-2</c:v>
                </c:pt>
                <c:pt idx="6">
                  <c:v>8.3400000000000002E-2</c:v>
                </c:pt>
                <c:pt idx="7">
                  <c:v>8.3900000000000002E-2</c:v>
                </c:pt>
                <c:pt idx="8">
                  <c:v>8.6199999999999999E-2</c:v>
                </c:pt>
                <c:pt idx="9">
                  <c:v>8.77E-2</c:v>
                </c:pt>
                <c:pt idx="10">
                  <c:v>8.8200000000000001E-2</c:v>
                </c:pt>
                <c:pt idx="11">
                  <c:v>8.7400000000000005E-2</c:v>
                </c:pt>
                <c:pt idx="12">
                  <c:v>8.6499999999999994E-2</c:v>
                </c:pt>
                <c:pt idx="13">
                  <c:v>8.6300000000000002E-2</c:v>
                </c:pt>
                <c:pt idx="14">
                  <c:v>8.6400000000000005E-2</c:v>
                </c:pt>
                <c:pt idx="15">
                  <c:v>8.6599999999999996E-2</c:v>
                </c:pt>
                <c:pt idx="16">
                  <c:v>8.6099999999999996E-2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B7-436E-8438-BD66D237F4E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工作表1!$G$2:$G$18</c:f>
              <c:numCache>
                <c:formatCode>General</c:formatCode>
                <c:ptCount val="17"/>
                <c:pt idx="0">
                  <c:v>9.0800000000000006E-2</c:v>
                </c:pt>
                <c:pt idx="1">
                  <c:v>9.7500000000000003E-2</c:v>
                </c:pt>
                <c:pt idx="2">
                  <c:v>9.8500000000000004E-2</c:v>
                </c:pt>
                <c:pt idx="3">
                  <c:v>9.6699999999999994E-2</c:v>
                </c:pt>
                <c:pt idx="4">
                  <c:v>9.7100000000000006E-2</c:v>
                </c:pt>
                <c:pt idx="5">
                  <c:v>9.6299999999999997E-2</c:v>
                </c:pt>
                <c:pt idx="6">
                  <c:v>9.6299999999999997E-2</c:v>
                </c:pt>
                <c:pt idx="7">
                  <c:v>9.5399999999999999E-2</c:v>
                </c:pt>
                <c:pt idx="8">
                  <c:v>9.3899999999999997E-2</c:v>
                </c:pt>
                <c:pt idx="9">
                  <c:v>9.2299999999999993E-2</c:v>
                </c:pt>
                <c:pt idx="10">
                  <c:v>9.2200000000000004E-2</c:v>
                </c:pt>
                <c:pt idx="11">
                  <c:v>9.1999999999999998E-2</c:v>
                </c:pt>
                <c:pt idx="12">
                  <c:v>9.2700000000000005E-2</c:v>
                </c:pt>
                <c:pt idx="13">
                  <c:v>9.2700000000000005E-2</c:v>
                </c:pt>
                <c:pt idx="14">
                  <c:v>9.2700000000000005E-2</c:v>
                </c:pt>
                <c:pt idx="15">
                  <c:v>9.2499999999999999E-2</c:v>
                </c:pt>
                <c:pt idx="16">
                  <c:v>9.2700000000000005E-2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B7-436E-8438-BD66D237F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工作表1!$J$2:$J$18</c:f>
              <c:numCache>
                <c:formatCode>General</c:formatCode>
                <c:ptCount val="17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B7-436E-8438-BD66D237F4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工作表1!$D$2:$D$18</c:f>
              <c:numCache>
                <c:formatCode>General</c:formatCode>
                <c:ptCount val="17"/>
                <c:pt idx="0">
                  <c:v>26.94</c:v>
                </c:pt>
                <c:pt idx="1">
                  <c:v>34.72</c:v>
                </c:pt>
                <c:pt idx="2">
                  <c:v>39.78</c:v>
                </c:pt>
                <c:pt idx="3">
                  <c:v>41.75</c:v>
                </c:pt>
                <c:pt idx="4">
                  <c:v>43.7</c:v>
                </c:pt>
                <c:pt idx="5">
                  <c:v>44.64</c:v>
                </c:pt>
                <c:pt idx="6">
                  <c:v>45.93</c:v>
                </c:pt>
                <c:pt idx="7">
                  <c:v>46.24</c:v>
                </c:pt>
                <c:pt idx="8">
                  <c:v>47.97</c:v>
                </c:pt>
                <c:pt idx="9">
                  <c:v>49.26</c:v>
                </c:pt>
                <c:pt idx="10">
                  <c:v>50.18</c:v>
                </c:pt>
                <c:pt idx="11">
                  <c:v>49.64</c:v>
                </c:pt>
                <c:pt idx="12">
                  <c:v>49.91</c:v>
                </c:pt>
                <c:pt idx="13">
                  <c:v>50.56</c:v>
                </c:pt>
                <c:pt idx="14">
                  <c:v>51.04</c:v>
                </c:pt>
                <c:pt idx="15">
                  <c:v>50.84</c:v>
                </c:pt>
                <c:pt idx="16">
                  <c:v>51.3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1-4988-981E-2FBD8BD3E9E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工作表1!$H$2:$H$18</c:f>
              <c:numCache>
                <c:formatCode>General</c:formatCode>
                <c:ptCount val="17"/>
                <c:pt idx="0">
                  <c:v>38.799999999999997</c:v>
                </c:pt>
                <c:pt idx="1">
                  <c:v>50.5</c:v>
                </c:pt>
                <c:pt idx="2">
                  <c:v>52.38</c:v>
                </c:pt>
                <c:pt idx="3">
                  <c:v>52.19</c:v>
                </c:pt>
                <c:pt idx="4">
                  <c:v>52.57</c:v>
                </c:pt>
                <c:pt idx="5">
                  <c:v>52.51</c:v>
                </c:pt>
                <c:pt idx="6">
                  <c:v>53.13</c:v>
                </c:pt>
                <c:pt idx="7">
                  <c:v>53.73</c:v>
                </c:pt>
                <c:pt idx="8">
                  <c:v>54.54</c:v>
                </c:pt>
                <c:pt idx="9">
                  <c:v>55.83</c:v>
                </c:pt>
                <c:pt idx="10">
                  <c:v>56.01</c:v>
                </c:pt>
                <c:pt idx="11">
                  <c:v>54.82</c:v>
                </c:pt>
                <c:pt idx="12">
                  <c:v>53.68</c:v>
                </c:pt>
                <c:pt idx="13">
                  <c:v>53.4</c:v>
                </c:pt>
                <c:pt idx="14">
                  <c:v>53.34</c:v>
                </c:pt>
                <c:pt idx="15">
                  <c:v>53.61</c:v>
                </c:pt>
                <c:pt idx="16">
                  <c:v>53.44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11-4988-981E-2FBD8BD3E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工作表1!$J$2:$J$18</c:f>
              <c:numCache>
                <c:formatCode>General</c:formatCode>
                <c:ptCount val="17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11-4988-981E-2FBD8BD3E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  <c:max val="65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工作表1!$E$2:$E$18</c:f>
              <c:numCache>
                <c:formatCode>General</c:formatCode>
                <c:ptCount val="17"/>
                <c:pt idx="0">
                  <c:v>26.4</c:v>
                </c:pt>
                <c:pt idx="1">
                  <c:v>25.9</c:v>
                </c:pt>
                <c:pt idx="2">
                  <c:v>23.9</c:v>
                </c:pt>
                <c:pt idx="3">
                  <c:v>23.4</c:v>
                </c:pt>
                <c:pt idx="4">
                  <c:v>22.2</c:v>
                </c:pt>
                <c:pt idx="5">
                  <c:v>22.2</c:v>
                </c:pt>
                <c:pt idx="6">
                  <c:v>21.8</c:v>
                </c:pt>
                <c:pt idx="7">
                  <c:v>21.5</c:v>
                </c:pt>
                <c:pt idx="8">
                  <c:v>21.5</c:v>
                </c:pt>
                <c:pt idx="9">
                  <c:v>21.5</c:v>
                </c:pt>
                <c:pt idx="10">
                  <c:v>20.9</c:v>
                </c:pt>
                <c:pt idx="11">
                  <c:v>21.2</c:v>
                </c:pt>
                <c:pt idx="12">
                  <c:v>21</c:v>
                </c:pt>
                <c:pt idx="13">
                  <c:v>20.100000000000001</c:v>
                </c:pt>
                <c:pt idx="14">
                  <c:v>19.899999999999999</c:v>
                </c:pt>
                <c:pt idx="15">
                  <c:v>20</c:v>
                </c:pt>
                <c:pt idx="16">
                  <c:v>19.8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E7-4365-A7EB-B5DE2808FE4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工作表1!$I$2:$I$18</c:f>
              <c:numCache>
                <c:formatCode>General</c:formatCode>
                <c:ptCount val="17"/>
                <c:pt idx="0">
                  <c:v>25.6</c:v>
                </c:pt>
                <c:pt idx="1">
                  <c:v>23.6</c:v>
                </c:pt>
                <c:pt idx="2">
                  <c:v>22.8</c:v>
                </c:pt>
                <c:pt idx="3">
                  <c:v>22.3</c:v>
                </c:pt>
                <c:pt idx="4">
                  <c:v>22.2</c:v>
                </c:pt>
                <c:pt idx="5">
                  <c:v>22</c:v>
                </c:pt>
                <c:pt idx="6">
                  <c:v>21.7</c:v>
                </c:pt>
                <c:pt idx="7">
                  <c:v>20.9</c:v>
                </c:pt>
                <c:pt idx="8">
                  <c:v>20.3</c:v>
                </c:pt>
                <c:pt idx="9">
                  <c:v>19.5</c:v>
                </c:pt>
                <c:pt idx="10">
                  <c:v>19.100000000000001</c:v>
                </c:pt>
                <c:pt idx="11">
                  <c:v>19.899999999999999</c:v>
                </c:pt>
                <c:pt idx="12">
                  <c:v>20.7</c:v>
                </c:pt>
                <c:pt idx="13">
                  <c:v>20.3</c:v>
                </c:pt>
                <c:pt idx="14">
                  <c:v>20.3</c:v>
                </c:pt>
                <c:pt idx="15">
                  <c:v>20.100000000000001</c:v>
                </c:pt>
                <c:pt idx="16">
                  <c:v>20.3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E7-4365-A7EB-B5DE2808F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0.156249999999999</c:v>
                </c:pt>
                <c:pt idx="16">
                  <c:v>0.16666666666666499</c:v>
                </c:pt>
              </c:numCache>
            </c:numRef>
          </c:cat>
          <c:val>
            <c:numRef>
              <c:f>工作表1!$J$2:$J$18</c:f>
              <c:numCache>
                <c:formatCode>General</c:formatCode>
                <c:ptCount val="17"/>
                <c:pt idx="0">
                  <c:v>26.7</c:v>
                </c:pt>
                <c:pt idx="1">
                  <c:v>26.7</c:v>
                </c:pt>
                <c:pt idx="2">
                  <c:v>26.7</c:v>
                </c:pt>
                <c:pt idx="3">
                  <c:v>26.7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E7-4365-A7EB-B5DE2808F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0.23521</cdr:x>
      <cdr:y>0.36701</cdr:y>
    </cdr:from>
    <cdr:to>
      <cdr:x>0.29993</cdr:x>
      <cdr:y>0.69478</cdr:y>
    </cdr:to>
    <cdr:sp macro="" textlink="">
      <cdr:nvSpPr>
        <cdr:cNvPr id="6" name="箭號: 向上 5">
          <a:extLst xmlns:a="http://schemas.openxmlformats.org/drawingml/2006/main">
            <a:ext uri="{FF2B5EF4-FFF2-40B4-BE49-F238E27FC236}">
              <a16:creationId xmlns:a16="http://schemas.microsoft.com/office/drawing/2014/main" id="{14926D39-5E0B-0E5E-88A8-0D52B740DFD8}"/>
            </a:ext>
          </a:extLst>
        </cdr:cNvPr>
        <cdr:cNvSpPr/>
      </cdr:nvSpPr>
      <cdr:spPr>
        <a:xfrm xmlns:a="http://schemas.openxmlformats.org/drawingml/2006/main">
          <a:off x="1538973" y="1993880"/>
          <a:ext cx="423512" cy="1780673"/>
        </a:xfrm>
        <a:prstGeom xmlns:a="http://schemas.openxmlformats.org/drawingml/2006/main" prst="upArrow">
          <a:avLst/>
        </a:prstGeom>
        <a:solidFill xmlns:a="http://schemas.openxmlformats.org/drawingml/2006/main">
          <a:schemeClr val="bg2">
            <a:lumMod val="20000"/>
            <a:lumOff val="8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zh-TW" altLang="en-US" kern="1200"/>
        </a:p>
      </cdr:txBody>
    </cdr:sp>
  </cdr:relSizeAnchor>
  <cdr:relSizeAnchor xmlns:cdr="http://schemas.openxmlformats.org/drawingml/2006/chartDrawing">
    <cdr:from>
      <cdr:x>0.19402</cdr:x>
      <cdr:y>0.70363</cdr:y>
    </cdr:from>
    <cdr:to>
      <cdr:x>0.33377</cdr:x>
      <cdr:y>0.87195</cdr:y>
    </cdr:to>
    <cdr:sp macro="" textlink="">
      <cdr:nvSpPr>
        <cdr:cNvPr id="7" name="文字方塊 6">
          <a:extLst xmlns:a="http://schemas.openxmlformats.org/drawingml/2006/main">
            <a:ext uri="{FF2B5EF4-FFF2-40B4-BE49-F238E27FC236}">
              <a16:creationId xmlns:a16="http://schemas.microsoft.com/office/drawing/2014/main" id="{5882CB04-62E3-B733-92C8-5D5531F5B432}"/>
            </a:ext>
          </a:extLst>
        </cdr:cNvPr>
        <cdr:cNvSpPr txBox="1"/>
      </cdr:nvSpPr>
      <cdr:spPr>
        <a:xfrm xmlns:a="http://schemas.openxmlformats.org/drawingml/2006/main">
          <a:off x="1269464" y="382267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zh-TW" altLang="en-US" sz="1100" kern="1200" dirty="0"/>
            <a:t>提高輸入電壓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03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/18/2025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震盪子並聯測試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4HRS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並聯電路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及電路調整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並聯測試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LCR Meter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掃頻後諧振點接近的震盪子並聯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只有使用全新加載頭的</a:t>
            </a:r>
            <a:r>
              <a:rPr lang="zh-TW" altLang="en-US" sz="2000" spc="-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震盪子有足夠的震動量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新加載頭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907345-7332-4181-7A52-DED20CAE5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8396"/>
            <a:ext cx="9144000" cy="1359333"/>
          </a:xfrm>
          <a:prstGeom prst="rect">
            <a:avLst/>
          </a:prstGeom>
        </p:spPr>
      </p:pic>
      <p:pic>
        <p:nvPicPr>
          <p:cNvPr id="8" name="圖片 7" descr="一張含有 藝術 的圖片&#10;&#10;AI 產生的內容可能不正確。">
            <a:extLst>
              <a:ext uri="{FF2B5EF4-FFF2-40B4-BE49-F238E27FC236}">
                <a16:creationId xmlns:a16="http://schemas.microsoft.com/office/drawing/2014/main" id="{DCCF1021-B44B-1783-9EBD-C279AE358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83921"/>
            <a:ext cx="3091543" cy="4164476"/>
          </a:xfrm>
          <a:prstGeom prst="rect">
            <a:avLst/>
          </a:prstGeom>
        </p:spPr>
      </p:pic>
      <p:pic>
        <p:nvPicPr>
          <p:cNvPr id="10" name="圖片 9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B8B24252-0DF6-4633-A093-B89F2F6F8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8" r="5043"/>
          <a:stretch/>
        </p:blipFill>
        <p:spPr>
          <a:xfrm>
            <a:off x="3091542" y="783574"/>
            <a:ext cx="6052458" cy="42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1D8C-6F9A-192B-83B4-22BC8266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9BD42BE-334B-A7A3-B5ED-A1259466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_10HRS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944CC9AF-8A38-A0FD-297C-1697F35B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549" y="1103741"/>
            <a:ext cx="7601451" cy="43551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99709BE-9373-991E-2A60-86F16271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4000"/>
            <a:ext cx="9269437" cy="777437"/>
          </a:xfrm>
          <a:prstGeom prst="rect">
            <a:avLst/>
          </a:prstGeom>
        </p:spPr>
      </p:pic>
      <p:pic>
        <p:nvPicPr>
          <p:cNvPr id="10" name="圖片 9" descr="一張含有 金屬, 家用五金, 白金, 銀 的圖片&#10;&#10;AI 產生的內容可能不正確。">
            <a:extLst>
              <a:ext uri="{FF2B5EF4-FFF2-40B4-BE49-F238E27FC236}">
                <a16:creationId xmlns:a16="http://schemas.microsoft.com/office/drawing/2014/main" id="{A460FDA3-02D3-B087-43EA-39463BAD0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3931"/>
            <a:ext cx="3274423" cy="436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F57F-7F86-6B7D-16EB-370E8F4D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98D5D00-D774-17B5-8549-6E7605486717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3/14(4HRS)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8D507B61-683C-9FB6-D617-C408FFDCC0C3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82A93F4E-A09D-A219-B6B1-66BD3379F37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300F01B4-4E27-6257-9534-20E7A156C521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8034271"/>
              </p:ext>
            </p:extLst>
          </p:nvPr>
        </p:nvGraphicFramePr>
        <p:xfrm>
          <a:off x="1300480" y="864824"/>
          <a:ext cx="6543039" cy="5432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824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6112-301D-21E5-2C86-FC5645BA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6745070-F85B-8A13-1E9A-E16D1E915D2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3/14(4HRS)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5A39C46D-E3D0-B6CA-A77A-924BADFFF6E1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7747B9E-2F24-64D4-5BE3-09977F2409F9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D39DE81A-893B-8C9F-1F84-FE62A815CDB2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656636"/>
              </p:ext>
            </p:extLst>
          </p:nvPr>
        </p:nvGraphicFramePr>
        <p:xfrm>
          <a:off x="1404317" y="1273414"/>
          <a:ext cx="6640166" cy="4691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箭號: 向上 3">
            <a:extLst>
              <a:ext uri="{FF2B5EF4-FFF2-40B4-BE49-F238E27FC236}">
                <a16:creationId xmlns:a16="http://schemas.microsoft.com/office/drawing/2014/main" id="{A641CAEA-4817-019C-E054-3EF7F40ED390}"/>
              </a:ext>
            </a:extLst>
          </p:cNvPr>
          <p:cNvSpPr/>
          <p:nvPr/>
        </p:nvSpPr>
        <p:spPr>
          <a:xfrm>
            <a:off x="2988646" y="3672431"/>
            <a:ext cx="423512" cy="1780673"/>
          </a:xfrm>
          <a:prstGeom prst="up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9" name="文字方塊 2">
            <a:extLst>
              <a:ext uri="{FF2B5EF4-FFF2-40B4-BE49-F238E27FC236}">
                <a16:creationId xmlns:a16="http://schemas.microsoft.com/office/drawing/2014/main" id="{4C18E60E-E321-A5BF-8608-4E3576DF50F4}"/>
              </a:ext>
            </a:extLst>
          </p:cNvPr>
          <p:cNvSpPr txBox="1"/>
          <p:nvPr/>
        </p:nvSpPr>
        <p:spPr>
          <a:xfrm>
            <a:off x="2719137" y="5501230"/>
            <a:ext cx="914400" cy="91440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100" kern="1200" dirty="0"/>
              <a:t>提高輸入電壓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400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9586-961C-CA83-F640-5FE1BEB5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9281C506-67D5-B440-F9E6-1079B83F152A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3/14(4HRS)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F71E7677-C823-1E85-9379-E902AA13E7E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19A7363-82EE-A421-5764-B13CA837C909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86468E61-F839-4D89-BC34-16E047026C01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681089"/>
              </p:ext>
            </p:extLst>
          </p:nvPr>
        </p:nvGraphicFramePr>
        <p:xfrm>
          <a:off x="1417905" y="1582350"/>
          <a:ext cx="6308190" cy="4073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箭號: 向上 5">
            <a:extLst>
              <a:ext uri="{FF2B5EF4-FFF2-40B4-BE49-F238E27FC236}">
                <a16:creationId xmlns:a16="http://schemas.microsoft.com/office/drawing/2014/main" id="{A641CAEA-4817-019C-E054-3EF7F40ED390}"/>
              </a:ext>
            </a:extLst>
          </p:cNvPr>
          <p:cNvSpPr/>
          <p:nvPr/>
        </p:nvSpPr>
        <p:spPr>
          <a:xfrm>
            <a:off x="2930895" y="5143257"/>
            <a:ext cx="235817" cy="367853"/>
          </a:xfrm>
          <a:prstGeom prst="up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9" name="文字方塊 2">
            <a:extLst>
              <a:ext uri="{FF2B5EF4-FFF2-40B4-BE49-F238E27FC236}">
                <a16:creationId xmlns:a16="http://schemas.microsoft.com/office/drawing/2014/main" id="{4C18E60E-E321-A5BF-8608-4E3576DF50F4}"/>
              </a:ext>
            </a:extLst>
          </p:cNvPr>
          <p:cNvSpPr txBox="1"/>
          <p:nvPr/>
        </p:nvSpPr>
        <p:spPr>
          <a:xfrm>
            <a:off x="2664782" y="5619358"/>
            <a:ext cx="509150" cy="188897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100" kern="1200" dirty="0"/>
              <a:t>提高輸入電壓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212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3CA4-25E9-2EF3-9C71-49404779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547AB0E-C779-DDFF-C896-41A329628D9C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3/14(4HRS)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37A55B3-9081-5E71-B2FC-588878844C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F1A3A33-C74A-1D75-D1A0-1D0FC5A276D1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066D103E-FE1E-C384-ADBF-B78C99C04FB3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132135"/>
              </p:ext>
            </p:extLst>
          </p:nvPr>
        </p:nvGraphicFramePr>
        <p:xfrm>
          <a:off x="1212320" y="1221125"/>
          <a:ext cx="6429919" cy="4491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箭號: 向上 3">
            <a:extLst>
              <a:ext uri="{FF2B5EF4-FFF2-40B4-BE49-F238E27FC236}">
                <a16:creationId xmlns:a16="http://schemas.microsoft.com/office/drawing/2014/main" id="{A641CAEA-4817-019C-E054-3EF7F40ED390}"/>
              </a:ext>
            </a:extLst>
          </p:cNvPr>
          <p:cNvSpPr/>
          <p:nvPr/>
        </p:nvSpPr>
        <p:spPr>
          <a:xfrm>
            <a:off x="2651762" y="3429000"/>
            <a:ext cx="423512" cy="1780673"/>
          </a:xfrm>
          <a:prstGeom prst="up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9" name="文字方塊 2">
            <a:extLst>
              <a:ext uri="{FF2B5EF4-FFF2-40B4-BE49-F238E27FC236}">
                <a16:creationId xmlns:a16="http://schemas.microsoft.com/office/drawing/2014/main" id="{4C18E60E-E321-A5BF-8608-4E3576DF50F4}"/>
              </a:ext>
            </a:extLst>
          </p:cNvPr>
          <p:cNvSpPr txBox="1"/>
          <p:nvPr/>
        </p:nvSpPr>
        <p:spPr>
          <a:xfrm>
            <a:off x="2382253" y="5257799"/>
            <a:ext cx="914400" cy="914400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100" kern="1200" dirty="0"/>
              <a:t>提高輸入電壓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795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82316-24AB-8524-0D18-4877D452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ACD9A8-10E4-C914-497D-18637B5703A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3/17(4HRS)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442A90A-07D0-15FD-86BA-85939A1CF4C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908A809-A505-9E1D-56EE-58FE82864B7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D8C8AF80-EA3B-4909-D105-D32487D88097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521191"/>
              </p:ext>
            </p:extLst>
          </p:nvPr>
        </p:nvGraphicFramePr>
        <p:xfrm>
          <a:off x="1486677" y="1540799"/>
          <a:ext cx="6367537" cy="4099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638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F28-83D2-83C7-A69D-9FE14EC9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85057C1-E0E1-AEA4-5772-21BA95959B6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3/17(4HRS)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3B3449A2-76F1-8466-A65A-DAB98D255D8A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2E7AD9D-28BE-8A7E-18F2-207E95A4D273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0C53F0BE-2BF6-B244-9277-EECCD76A7313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800996"/>
              </p:ext>
            </p:extLst>
          </p:nvPr>
        </p:nvGraphicFramePr>
        <p:xfrm>
          <a:off x="1334400" y="1335762"/>
          <a:ext cx="6475199" cy="4186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4834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6F08-1E58-E827-DEDF-1BC5A44B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02AB375-EE1C-0140-7376-B936624E184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3/17(4HRS)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81FA88DC-F988-C827-3476-4D6575F4B9EA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9362D023-1326-60CB-CCB0-6A3B4747384D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BCBFAE59-7457-2515-158F-80D5CC4F2E71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466837"/>
              </p:ext>
            </p:extLst>
          </p:nvPr>
        </p:nvGraphicFramePr>
        <p:xfrm>
          <a:off x="1214048" y="1279252"/>
          <a:ext cx="6715903" cy="4299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02178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8791-FDFF-697E-6C81-8FA91C9B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0B7ACDF-5A80-C1FC-645E-FE0DF5A5F1A9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3/17(4HRS)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8853F01-4E33-43AD-950B-96F8F1A2DCED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7D9FAC1-ABDF-5664-00AF-12197A2FDA0D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5A582931-4010-59FC-6EC3-567DFA2E7E6B}"/>
              </a:ext>
            </a:extLst>
          </p:cNvPr>
          <p:cNvSpPr/>
          <p:nvPr/>
        </p:nvSpPr>
        <p:spPr>
          <a:xfrm>
            <a:off x="332400" y="9027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645718"/>
              </p:ext>
            </p:extLst>
          </p:nvPr>
        </p:nvGraphicFramePr>
        <p:xfrm>
          <a:off x="1197679" y="1253690"/>
          <a:ext cx="6748641" cy="4350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03778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7E17-3BBB-BB57-056F-FA602A88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3FBFA01A-326E-E184-770B-88665F0B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電路調整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(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原電路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 descr="一張含有 室內, 牆, 機器, 電氣線路 的圖片&#10;&#10;AI 產生的內容可能不正確。">
            <a:extLst>
              <a:ext uri="{FF2B5EF4-FFF2-40B4-BE49-F238E27FC236}">
                <a16:creationId xmlns:a16="http://schemas.microsoft.com/office/drawing/2014/main" id="{EFD38D7B-614F-FF63-785D-6A18AF882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99669" y="254000"/>
            <a:ext cx="5144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9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ABA-312D-0144-9AAB-40D058CE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CA7E910-8887-8A3D-68E1-0F73531A9D8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電路調整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主電路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CFD0409-B71F-38AA-8358-C3DCFE60ED2D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0846ABF-0422-17A8-3260-B07D76A6E38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692DEE3-7002-C96B-D7FF-23A68FB686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84" b="2890"/>
          <a:stretch/>
        </p:blipFill>
        <p:spPr>
          <a:xfrm>
            <a:off x="15126" y="1024375"/>
            <a:ext cx="4082181" cy="5083305"/>
          </a:xfrm>
          <a:prstGeom prst="rect">
            <a:avLst/>
          </a:prstGeom>
        </p:spPr>
      </p:pic>
      <p:pic>
        <p:nvPicPr>
          <p:cNvPr id="10" name="圖片 9" descr="一張含有 螢幕擷取畫面, 電路 的圖片&#10;&#10;AI 產生的內容可能不正確。">
            <a:extLst>
              <a:ext uri="{FF2B5EF4-FFF2-40B4-BE49-F238E27FC236}">
                <a16:creationId xmlns:a16="http://schemas.microsoft.com/office/drawing/2014/main" id="{0CA97C0F-E4C3-AF34-9416-0BBB9D4419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307" y="1974014"/>
            <a:ext cx="5185956" cy="33904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0006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B04B-C32F-1CC4-28F5-357B50F2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39C6F81-AC51-A748-060D-8259707F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電路調整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(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回授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642A8AA-F4BE-3A51-7A4A-821A57249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1047546"/>
            <a:ext cx="3009859" cy="5150053"/>
          </a:xfrm>
          <a:prstGeom prst="rect">
            <a:avLst/>
          </a:prstGeom>
        </p:spPr>
      </p:pic>
      <p:pic>
        <p:nvPicPr>
          <p:cNvPr id="4" name="圖片 3" descr="一張含有 牆, 室內, 電子產品, 電子工程 的圖片&#10;&#10;AI 產生的內容可能不正確。">
            <a:extLst>
              <a:ext uri="{FF2B5EF4-FFF2-40B4-BE49-F238E27FC236}">
                <a16:creationId xmlns:a16="http://schemas.microsoft.com/office/drawing/2014/main" id="{3C9AB711-BC4B-1F93-1D95-BBAC941F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47546"/>
            <a:ext cx="3863412" cy="515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15A1-0830-EE0F-1BCC-9FBDC1F6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3EABAB1-8DEA-265B-D171-391C8C35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增加並聯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D0D349-33D1-889B-8581-6975092E9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22" y="891858"/>
            <a:ext cx="7240155" cy="549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7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>
                <a:latin typeface="標楷體" panose="03000509000000000000" pitchFamily="65" charset="-120"/>
                <a:ea typeface="標楷體" panose="03000509000000000000" pitchFamily="65" charset="-120"/>
              </a:rPr>
              <a:t>電路測試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190749</TotalTime>
  <Words>184</Words>
  <Application>Microsoft Office PowerPoint</Application>
  <PresentationFormat>如螢幕大小 (4:3)</PresentationFormat>
  <Paragraphs>75</Paragraphs>
  <Slides>18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震盪子最佳諧振點_新加載頭</vt:lpstr>
      <vt:lpstr>震盪子最佳諧振點_10HRS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電路調整(原電路)</vt:lpstr>
      <vt:lpstr>PowerPoint 簡報</vt:lpstr>
      <vt:lpstr>電路調整(回授)</vt:lpstr>
      <vt:lpstr>增加並聯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2265</cp:revision>
  <dcterms:created xsi:type="dcterms:W3CDTF">2001-07-18T23:57:34Z</dcterms:created>
  <dcterms:modified xsi:type="dcterms:W3CDTF">2025-03-18T04:17:22Z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