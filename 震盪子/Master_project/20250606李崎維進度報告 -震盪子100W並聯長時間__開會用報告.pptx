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492" r:id="rId4"/>
    <p:sldId id="1496" r:id="rId5"/>
    <p:sldId id="1497" r:id="rId6"/>
    <p:sldId id="1498" r:id="rId7"/>
    <p:sldId id="1508" r:id="rId8"/>
    <p:sldId id="1504" r:id="rId9"/>
    <p:sldId id="1499" r:id="rId10"/>
    <p:sldId id="1506" r:id="rId11"/>
    <p:sldId id="1507" r:id="rId12"/>
    <p:sldId id="493" r:id="rId13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496"/>
            <p14:sldId id="1497"/>
            <p14:sldId id="1498"/>
            <p14:sldId id="1508"/>
            <p14:sldId id="1504"/>
            <p14:sldId id="1499"/>
            <p14:sldId id="1506"/>
            <p14:sldId id="1507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FC05"/>
    <a:srgbClr val="0000FD"/>
    <a:srgbClr val="FB0275"/>
    <a:srgbClr val="B1A709"/>
    <a:srgbClr val="00CC99"/>
    <a:srgbClr val="3333CC"/>
    <a:srgbClr val="6868D9"/>
    <a:srgbClr val="00A077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7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20006;&#32879;&#38263;&#26178;&#38291;&#38459;&#25239;&#30456;&#20301;\&#38663;&#30442;&#23376;&#32000;&#37636;&#27169;&#26495;%20-%200529_8H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20006;&#32879;&#38263;&#26178;&#38291;&#38459;&#25239;&#30456;&#20301;\&#38663;&#30442;&#23376;&#32000;&#37636;&#27169;&#26495;%20-%200529_8H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20006;&#32879;&#38263;&#26178;&#38291;&#38459;&#25239;&#30456;&#20301;\&#38663;&#30442;&#23376;&#32000;&#37636;&#27169;&#26495;%20-%200529_8H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20006;&#32879;&#38263;&#26178;&#38291;&#38459;&#25239;&#30456;&#20301;\&#38663;&#30442;&#23376;&#32000;&#37636;&#27169;&#26495;%20-%200529_8HR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20006;&#32879;&#38263;&#26178;&#38291;&#38459;&#25239;&#30456;&#20301;\&#38663;&#30442;&#23376;&#32000;&#37636;&#27169;&#26495;%20-%200603_8HR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20006;&#32879;&#38263;&#26178;&#38291;&#38459;&#25239;&#30456;&#20301;\&#38663;&#30442;&#23376;&#32000;&#37636;&#27169;&#26495;%20-%200603_8HR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20006;&#32879;&#38263;&#26178;&#38291;&#38459;&#25239;&#30456;&#20301;\&#38663;&#30442;&#23376;&#32000;&#37636;&#27169;&#26495;%20-%200603_8HR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8663;&#30442;&#23376;&#20006;&#32879;&#38263;&#26178;&#38291;&#38459;&#25239;&#30456;&#20301;\&#38663;&#30442;&#23376;&#32000;&#37636;&#27169;&#26495;%20-%200603_8HR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工作表1!$C$2:$C$50</c:f>
              <c:numCache>
                <c:formatCode>General</c:formatCode>
                <c:ptCount val="49"/>
                <c:pt idx="0">
                  <c:v>0.22409999999999999</c:v>
                </c:pt>
                <c:pt idx="1">
                  <c:v>0.22750000000000001</c:v>
                </c:pt>
                <c:pt idx="2">
                  <c:v>0.22900000000000001</c:v>
                </c:pt>
                <c:pt idx="3">
                  <c:v>0.20251</c:v>
                </c:pt>
                <c:pt idx="4">
                  <c:v>0.22439999999999999</c:v>
                </c:pt>
                <c:pt idx="5">
                  <c:v>0.22</c:v>
                </c:pt>
                <c:pt idx="6">
                  <c:v>0.22889999999999999</c:v>
                </c:pt>
                <c:pt idx="7">
                  <c:v>0.21</c:v>
                </c:pt>
                <c:pt idx="8">
                  <c:v>0.18190000000000001</c:v>
                </c:pt>
                <c:pt idx="9">
                  <c:v>0.21240000000000001</c:v>
                </c:pt>
                <c:pt idx="10">
                  <c:v>0.22</c:v>
                </c:pt>
                <c:pt idx="11">
                  <c:v>0.24399999999999999</c:v>
                </c:pt>
                <c:pt idx="12">
                  <c:v>0.2392</c:v>
                </c:pt>
                <c:pt idx="13">
                  <c:v>0.22889999999999999</c:v>
                </c:pt>
                <c:pt idx="14">
                  <c:v>0.20251</c:v>
                </c:pt>
                <c:pt idx="15">
                  <c:v>0.2288</c:v>
                </c:pt>
                <c:pt idx="16">
                  <c:v>0.23430000000000001</c:v>
                </c:pt>
                <c:pt idx="17">
                  <c:v>0.23100000000000001</c:v>
                </c:pt>
                <c:pt idx="18">
                  <c:v>0.2344</c:v>
                </c:pt>
                <c:pt idx="19">
                  <c:v>0.2334</c:v>
                </c:pt>
                <c:pt idx="20">
                  <c:v>0.23080000000000001</c:v>
                </c:pt>
                <c:pt idx="21">
                  <c:v>0.23039999999999999</c:v>
                </c:pt>
                <c:pt idx="22">
                  <c:v>0.23130000000000001</c:v>
                </c:pt>
                <c:pt idx="23">
                  <c:v>0.23219999999999999</c:v>
                </c:pt>
                <c:pt idx="24">
                  <c:v>0.23150000000000001</c:v>
                </c:pt>
                <c:pt idx="25">
                  <c:v>0.2379</c:v>
                </c:pt>
                <c:pt idx="26">
                  <c:v>0.23469999999999999</c:v>
                </c:pt>
                <c:pt idx="27">
                  <c:v>0.2339</c:v>
                </c:pt>
                <c:pt idx="28">
                  <c:v>0.22750000000000001</c:v>
                </c:pt>
                <c:pt idx="29">
                  <c:v>0.2248</c:v>
                </c:pt>
                <c:pt idx="30">
                  <c:v>0.2225</c:v>
                </c:pt>
                <c:pt idx="31">
                  <c:v>0.224</c:v>
                </c:pt>
                <c:pt idx="32">
                  <c:v>0.22509999999999999</c:v>
                </c:pt>
                <c:pt idx="33">
                  <c:v>0.22059999999999999</c:v>
                </c:pt>
                <c:pt idx="34">
                  <c:v>0.21790000000000001</c:v>
                </c:pt>
                <c:pt idx="35">
                  <c:v>0.222</c:v>
                </c:pt>
                <c:pt idx="36">
                  <c:v>0.22359999999999999</c:v>
                </c:pt>
                <c:pt idx="37">
                  <c:v>0.2215</c:v>
                </c:pt>
                <c:pt idx="38">
                  <c:v>0.2142</c:v>
                </c:pt>
                <c:pt idx="39">
                  <c:v>0.24690000000000001</c:v>
                </c:pt>
                <c:pt idx="40">
                  <c:v>0.23749999999999999</c:v>
                </c:pt>
                <c:pt idx="41">
                  <c:v>0.2419</c:v>
                </c:pt>
                <c:pt idx="42">
                  <c:v>0.24629999999999999</c:v>
                </c:pt>
                <c:pt idx="43">
                  <c:v>0.2505</c:v>
                </c:pt>
                <c:pt idx="44">
                  <c:v>0.24660000000000001</c:v>
                </c:pt>
                <c:pt idx="45">
                  <c:v>0.24210000000000001</c:v>
                </c:pt>
                <c:pt idx="46">
                  <c:v>0.2344</c:v>
                </c:pt>
                <c:pt idx="47">
                  <c:v>0.2417</c:v>
                </c:pt>
                <c:pt idx="48">
                  <c:v>0.2631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F4-4C37-B35A-BBC6856273C5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工作表1!$G$2:$G$50</c:f>
              <c:numCache>
                <c:formatCode>General</c:formatCode>
                <c:ptCount val="49"/>
                <c:pt idx="0">
                  <c:v>0.20250000000000001</c:v>
                </c:pt>
                <c:pt idx="1">
                  <c:v>0.2039</c:v>
                </c:pt>
                <c:pt idx="2">
                  <c:v>0.21310000000000001</c:v>
                </c:pt>
                <c:pt idx="3">
                  <c:v>0.19689999999999999</c:v>
                </c:pt>
                <c:pt idx="4">
                  <c:v>0.20960000000000001</c:v>
                </c:pt>
                <c:pt idx="5">
                  <c:v>0.21</c:v>
                </c:pt>
                <c:pt idx="6">
                  <c:v>0.21429999999999999</c:v>
                </c:pt>
                <c:pt idx="7">
                  <c:v>0.20100000000000001</c:v>
                </c:pt>
                <c:pt idx="8">
                  <c:v>0.1721</c:v>
                </c:pt>
                <c:pt idx="9">
                  <c:v>0.1953</c:v>
                </c:pt>
                <c:pt idx="10">
                  <c:v>0.21</c:v>
                </c:pt>
                <c:pt idx="11">
                  <c:v>0.24379999999999999</c:v>
                </c:pt>
                <c:pt idx="12">
                  <c:v>0.24110000000000001</c:v>
                </c:pt>
                <c:pt idx="13">
                  <c:v>0.21429999999999999</c:v>
                </c:pt>
                <c:pt idx="14">
                  <c:v>0.19689999999999999</c:v>
                </c:pt>
                <c:pt idx="15">
                  <c:v>0.22239999999999999</c:v>
                </c:pt>
                <c:pt idx="16">
                  <c:v>0.22500000000000001</c:v>
                </c:pt>
                <c:pt idx="17">
                  <c:v>0.22650000000000001</c:v>
                </c:pt>
                <c:pt idx="18">
                  <c:v>0.22589999999999999</c:v>
                </c:pt>
                <c:pt idx="19">
                  <c:v>0.22589999999999999</c:v>
                </c:pt>
                <c:pt idx="20">
                  <c:v>0.25</c:v>
                </c:pt>
                <c:pt idx="21">
                  <c:v>0.22639999999999999</c:v>
                </c:pt>
                <c:pt idx="22">
                  <c:v>0.2261</c:v>
                </c:pt>
                <c:pt idx="23">
                  <c:v>0.22620000000000001</c:v>
                </c:pt>
                <c:pt idx="24">
                  <c:v>0.21990000000000001</c:v>
                </c:pt>
                <c:pt idx="25">
                  <c:v>0.2326</c:v>
                </c:pt>
                <c:pt idx="26">
                  <c:v>0.23230000000000001</c:v>
                </c:pt>
                <c:pt idx="27">
                  <c:v>0.2321</c:v>
                </c:pt>
                <c:pt idx="28">
                  <c:v>0.21659999999999999</c:v>
                </c:pt>
                <c:pt idx="29">
                  <c:v>0.21490000000000001</c:v>
                </c:pt>
                <c:pt idx="30">
                  <c:v>0.20610000000000001</c:v>
                </c:pt>
                <c:pt idx="31">
                  <c:v>0.20649999999999999</c:v>
                </c:pt>
                <c:pt idx="32">
                  <c:v>0.21210000000000001</c:v>
                </c:pt>
                <c:pt idx="33">
                  <c:v>0.20910000000000001</c:v>
                </c:pt>
                <c:pt idx="34">
                  <c:v>0.20860000000000001</c:v>
                </c:pt>
                <c:pt idx="35">
                  <c:v>0.2072</c:v>
                </c:pt>
                <c:pt idx="36">
                  <c:v>0.20669999999999999</c:v>
                </c:pt>
                <c:pt idx="37">
                  <c:v>0.20580000000000001</c:v>
                </c:pt>
                <c:pt idx="38">
                  <c:v>0.21299999999999999</c:v>
                </c:pt>
                <c:pt idx="39">
                  <c:v>0.22120000000000001</c:v>
                </c:pt>
                <c:pt idx="40">
                  <c:v>0.218</c:v>
                </c:pt>
                <c:pt idx="41">
                  <c:v>0.20960000000000001</c:v>
                </c:pt>
                <c:pt idx="42">
                  <c:v>0.21049999999999999</c:v>
                </c:pt>
                <c:pt idx="43">
                  <c:v>0.21468999999999999</c:v>
                </c:pt>
                <c:pt idx="44">
                  <c:v>0.21640000000000001</c:v>
                </c:pt>
                <c:pt idx="45">
                  <c:v>0.215</c:v>
                </c:pt>
                <c:pt idx="46">
                  <c:v>0.2084</c:v>
                </c:pt>
                <c:pt idx="47">
                  <c:v>0.19620000000000001</c:v>
                </c:pt>
                <c:pt idx="48">
                  <c:v>0.2072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F4-4C37-B35A-BBC6856273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25.7</c:v>
                </c:pt>
                <c:pt idx="1">
                  <c:v>25.7</c:v>
                </c:pt>
                <c:pt idx="2">
                  <c:v>25.7</c:v>
                </c:pt>
                <c:pt idx="3">
                  <c:v>25.67</c:v>
                </c:pt>
                <c:pt idx="4">
                  <c:v>25.67</c:v>
                </c:pt>
                <c:pt idx="5">
                  <c:v>25.67</c:v>
                </c:pt>
                <c:pt idx="6">
                  <c:v>25.67</c:v>
                </c:pt>
                <c:pt idx="7">
                  <c:v>25.64</c:v>
                </c:pt>
                <c:pt idx="8">
                  <c:v>25.64</c:v>
                </c:pt>
                <c:pt idx="9">
                  <c:v>25.64</c:v>
                </c:pt>
                <c:pt idx="10">
                  <c:v>25.64</c:v>
                </c:pt>
                <c:pt idx="11">
                  <c:v>25.64</c:v>
                </c:pt>
                <c:pt idx="12">
                  <c:v>25.64</c:v>
                </c:pt>
                <c:pt idx="13">
                  <c:v>25.64</c:v>
                </c:pt>
                <c:pt idx="14">
                  <c:v>25.61</c:v>
                </c:pt>
                <c:pt idx="15">
                  <c:v>25.61</c:v>
                </c:pt>
                <c:pt idx="16">
                  <c:v>25.61</c:v>
                </c:pt>
                <c:pt idx="17">
                  <c:v>25.61</c:v>
                </c:pt>
                <c:pt idx="18">
                  <c:v>25.61</c:v>
                </c:pt>
                <c:pt idx="19">
                  <c:v>25.61</c:v>
                </c:pt>
                <c:pt idx="20">
                  <c:v>25.61</c:v>
                </c:pt>
                <c:pt idx="21">
                  <c:v>25.61</c:v>
                </c:pt>
                <c:pt idx="22">
                  <c:v>25.61</c:v>
                </c:pt>
                <c:pt idx="23">
                  <c:v>25.61</c:v>
                </c:pt>
                <c:pt idx="24">
                  <c:v>25.61</c:v>
                </c:pt>
                <c:pt idx="25">
                  <c:v>25.61</c:v>
                </c:pt>
                <c:pt idx="26">
                  <c:v>25.61</c:v>
                </c:pt>
                <c:pt idx="27">
                  <c:v>25.61</c:v>
                </c:pt>
                <c:pt idx="28">
                  <c:v>25.61</c:v>
                </c:pt>
                <c:pt idx="29">
                  <c:v>25.61</c:v>
                </c:pt>
                <c:pt idx="30">
                  <c:v>25.61</c:v>
                </c:pt>
                <c:pt idx="31">
                  <c:v>25.61</c:v>
                </c:pt>
                <c:pt idx="32">
                  <c:v>25.61</c:v>
                </c:pt>
                <c:pt idx="33">
                  <c:v>25.61</c:v>
                </c:pt>
                <c:pt idx="34">
                  <c:v>25.61</c:v>
                </c:pt>
                <c:pt idx="35">
                  <c:v>25.61</c:v>
                </c:pt>
                <c:pt idx="36">
                  <c:v>25.61</c:v>
                </c:pt>
                <c:pt idx="37">
                  <c:v>25.61</c:v>
                </c:pt>
                <c:pt idx="38">
                  <c:v>25.58</c:v>
                </c:pt>
                <c:pt idx="39">
                  <c:v>25.58</c:v>
                </c:pt>
                <c:pt idx="40">
                  <c:v>25.58</c:v>
                </c:pt>
                <c:pt idx="41">
                  <c:v>25.55</c:v>
                </c:pt>
                <c:pt idx="42">
                  <c:v>25.55</c:v>
                </c:pt>
                <c:pt idx="43">
                  <c:v>25.55</c:v>
                </c:pt>
                <c:pt idx="44">
                  <c:v>25.55</c:v>
                </c:pt>
                <c:pt idx="45">
                  <c:v>25.55</c:v>
                </c:pt>
                <c:pt idx="46">
                  <c:v>25.55</c:v>
                </c:pt>
                <c:pt idx="47">
                  <c:v>25.52</c:v>
                </c:pt>
                <c:pt idx="48">
                  <c:v>25.52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F4-4C37-B35A-BBC6856273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工作表1!$D$2:$D$50</c:f>
              <c:numCache>
                <c:formatCode>General</c:formatCode>
                <c:ptCount val="49"/>
                <c:pt idx="0">
                  <c:v>31.74</c:v>
                </c:pt>
                <c:pt idx="1">
                  <c:v>28.55</c:v>
                </c:pt>
                <c:pt idx="2">
                  <c:v>26.2</c:v>
                </c:pt>
                <c:pt idx="3">
                  <c:v>31.29</c:v>
                </c:pt>
                <c:pt idx="4">
                  <c:v>28.45</c:v>
                </c:pt>
                <c:pt idx="5">
                  <c:v>26.01</c:v>
                </c:pt>
                <c:pt idx="6">
                  <c:v>22.74</c:v>
                </c:pt>
                <c:pt idx="7">
                  <c:v>20.2</c:v>
                </c:pt>
                <c:pt idx="8">
                  <c:v>31.16</c:v>
                </c:pt>
                <c:pt idx="9">
                  <c:v>32.31</c:v>
                </c:pt>
                <c:pt idx="10">
                  <c:v>26.01</c:v>
                </c:pt>
                <c:pt idx="11">
                  <c:v>19.3</c:v>
                </c:pt>
                <c:pt idx="12">
                  <c:v>19.079999999999998</c:v>
                </c:pt>
                <c:pt idx="13">
                  <c:v>22.74</c:v>
                </c:pt>
                <c:pt idx="14">
                  <c:v>31.29</c:v>
                </c:pt>
                <c:pt idx="15">
                  <c:v>31.97</c:v>
                </c:pt>
                <c:pt idx="16">
                  <c:v>25.5</c:v>
                </c:pt>
                <c:pt idx="17">
                  <c:v>23.65</c:v>
                </c:pt>
                <c:pt idx="18">
                  <c:v>23.27</c:v>
                </c:pt>
                <c:pt idx="19">
                  <c:v>22.61</c:v>
                </c:pt>
                <c:pt idx="20">
                  <c:v>21.95</c:v>
                </c:pt>
                <c:pt idx="21">
                  <c:v>21.37</c:v>
                </c:pt>
                <c:pt idx="22">
                  <c:v>21.04</c:v>
                </c:pt>
                <c:pt idx="23">
                  <c:v>20.89</c:v>
                </c:pt>
                <c:pt idx="24">
                  <c:v>20.67</c:v>
                </c:pt>
                <c:pt idx="25">
                  <c:v>19.21</c:v>
                </c:pt>
                <c:pt idx="26">
                  <c:v>17.03</c:v>
                </c:pt>
                <c:pt idx="27">
                  <c:v>16.55</c:v>
                </c:pt>
                <c:pt idx="28">
                  <c:v>17.3</c:v>
                </c:pt>
                <c:pt idx="29">
                  <c:v>17.05</c:v>
                </c:pt>
                <c:pt idx="30">
                  <c:v>17.510000000000002</c:v>
                </c:pt>
                <c:pt idx="31">
                  <c:v>17.832999999999998</c:v>
                </c:pt>
                <c:pt idx="32">
                  <c:v>18.899999999999999</c:v>
                </c:pt>
                <c:pt idx="33">
                  <c:v>19.010000000000002</c:v>
                </c:pt>
                <c:pt idx="34">
                  <c:v>18.53</c:v>
                </c:pt>
                <c:pt idx="35">
                  <c:v>18.34</c:v>
                </c:pt>
                <c:pt idx="36">
                  <c:v>18.05</c:v>
                </c:pt>
                <c:pt idx="37">
                  <c:v>17.72</c:v>
                </c:pt>
                <c:pt idx="38">
                  <c:v>35.479999999999997</c:v>
                </c:pt>
                <c:pt idx="39">
                  <c:v>18.12</c:v>
                </c:pt>
                <c:pt idx="40">
                  <c:v>14.7</c:v>
                </c:pt>
                <c:pt idx="41">
                  <c:v>26.2</c:v>
                </c:pt>
                <c:pt idx="42">
                  <c:v>24.58</c:v>
                </c:pt>
                <c:pt idx="43">
                  <c:v>19.649999999999999</c:v>
                </c:pt>
                <c:pt idx="44">
                  <c:v>17.010000000000002</c:v>
                </c:pt>
                <c:pt idx="45">
                  <c:v>15.36</c:v>
                </c:pt>
                <c:pt idx="46">
                  <c:v>14.53</c:v>
                </c:pt>
                <c:pt idx="47">
                  <c:v>25.65</c:v>
                </c:pt>
                <c:pt idx="48">
                  <c:v>19.78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9D-4BEE-9865-EC0156E63D95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工作表1!$H$2:$H$50</c:f>
              <c:numCache>
                <c:formatCode>General</c:formatCode>
                <c:ptCount val="49"/>
                <c:pt idx="0">
                  <c:v>32.08</c:v>
                </c:pt>
                <c:pt idx="1">
                  <c:v>29.29</c:v>
                </c:pt>
                <c:pt idx="2">
                  <c:v>26.23</c:v>
                </c:pt>
                <c:pt idx="3">
                  <c:v>29.23</c:v>
                </c:pt>
                <c:pt idx="4">
                  <c:v>27.97</c:v>
                </c:pt>
                <c:pt idx="5">
                  <c:v>26.2</c:v>
                </c:pt>
                <c:pt idx="6">
                  <c:v>22.74</c:v>
                </c:pt>
                <c:pt idx="7">
                  <c:v>21</c:v>
                </c:pt>
                <c:pt idx="8">
                  <c:v>27.4</c:v>
                </c:pt>
                <c:pt idx="9">
                  <c:v>30.08</c:v>
                </c:pt>
                <c:pt idx="10">
                  <c:v>26.2</c:v>
                </c:pt>
                <c:pt idx="11">
                  <c:v>26.01</c:v>
                </c:pt>
                <c:pt idx="12">
                  <c:v>24.15</c:v>
                </c:pt>
                <c:pt idx="13">
                  <c:v>22.74</c:v>
                </c:pt>
                <c:pt idx="14">
                  <c:v>29.23</c:v>
                </c:pt>
                <c:pt idx="15">
                  <c:v>30.03</c:v>
                </c:pt>
                <c:pt idx="16">
                  <c:v>24.55</c:v>
                </c:pt>
                <c:pt idx="17">
                  <c:v>22.66</c:v>
                </c:pt>
                <c:pt idx="18">
                  <c:v>22.38</c:v>
                </c:pt>
                <c:pt idx="19">
                  <c:v>21.58</c:v>
                </c:pt>
                <c:pt idx="20">
                  <c:v>20.94</c:v>
                </c:pt>
                <c:pt idx="21">
                  <c:v>20.100000000000001</c:v>
                </c:pt>
                <c:pt idx="22">
                  <c:v>19.850000000000001</c:v>
                </c:pt>
                <c:pt idx="23">
                  <c:v>19.55</c:v>
                </c:pt>
                <c:pt idx="24">
                  <c:v>19.37</c:v>
                </c:pt>
                <c:pt idx="25">
                  <c:v>23.41</c:v>
                </c:pt>
                <c:pt idx="26">
                  <c:v>21.93</c:v>
                </c:pt>
                <c:pt idx="27">
                  <c:v>21.54</c:v>
                </c:pt>
                <c:pt idx="28">
                  <c:v>18.149999999999999</c:v>
                </c:pt>
                <c:pt idx="29">
                  <c:v>17.829999999999998</c:v>
                </c:pt>
                <c:pt idx="30">
                  <c:v>16.260000000000002</c:v>
                </c:pt>
                <c:pt idx="31">
                  <c:v>16.559999999999999</c:v>
                </c:pt>
                <c:pt idx="32">
                  <c:v>17.66</c:v>
                </c:pt>
                <c:pt idx="33">
                  <c:v>16.95</c:v>
                </c:pt>
                <c:pt idx="34">
                  <c:v>16.260000000000002</c:v>
                </c:pt>
                <c:pt idx="35">
                  <c:v>16.71</c:v>
                </c:pt>
                <c:pt idx="36">
                  <c:v>16.440000000000001</c:v>
                </c:pt>
                <c:pt idx="37">
                  <c:v>16.11</c:v>
                </c:pt>
                <c:pt idx="38">
                  <c:v>34.020000000000003</c:v>
                </c:pt>
                <c:pt idx="39">
                  <c:v>26.71</c:v>
                </c:pt>
                <c:pt idx="40">
                  <c:v>22.29</c:v>
                </c:pt>
                <c:pt idx="41">
                  <c:v>38.54</c:v>
                </c:pt>
                <c:pt idx="42">
                  <c:v>37.15</c:v>
                </c:pt>
                <c:pt idx="43">
                  <c:v>31.98</c:v>
                </c:pt>
                <c:pt idx="44">
                  <c:v>28.77</c:v>
                </c:pt>
                <c:pt idx="45">
                  <c:v>26.33</c:v>
                </c:pt>
                <c:pt idx="46">
                  <c:v>23.09</c:v>
                </c:pt>
                <c:pt idx="47">
                  <c:v>43.99</c:v>
                </c:pt>
                <c:pt idx="48">
                  <c:v>37.840000000000003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29D-4BEE-9865-EC0156E63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25.7</c:v>
                </c:pt>
                <c:pt idx="1">
                  <c:v>25.7</c:v>
                </c:pt>
                <c:pt idx="2">
                  <c:v>25.7</c:v>
                </c:pt>
                <c:pt idx="3">
                  <c:v>25.67</c:v>
                </c:pt>
                <c:pt idx="4">
                  <c:v>25.67</c:v>
                </c:pt>
                <c:pt idx="5">
                  <c:v>25.67</c:v>
                </c:pt>
                <c:pt idx="6">
                  <c:v>25.67</c:v>
                </c:pt>
                <c:pt idx="7">
                  <c:v>25.64</c:v>
                </c:pt>
                <c:pt idx="8">
                  <c:v>25.64</c:v>
                </c:pt>
                <c:pt idx="9">
                  <c:v>25.64</c:v>
                </c:pt>
                <c:pt idx="10">
                  <c:v>25.64</c:v>
                </c:pt>
                <c:pt idx="11">
                  <c:v>25.64</c:v>
                </c:pt>
                <c:pt idx="12">
                  <c:v>25.64</c:v>
                </c:pt>
                <c:pt idx="13">
                  <c:v>25.64</c:v>
                </c:pt>
                <c:pt idx="14">
                  <c:v>25.61</c:v>
                </c:pt>
                <c:pt idx="15">
                  <c:v>25.61</c:v>
                </c:pt>
                <c:pt idx="16">
                  <c:v>25.61</c:v>
                </c:pt>
                <c:pt idx="17">
                  <c:v>25.61</c:v>
                </c:pt>
                <c:pt idx="18">
                  <c:v>25.61</c:v>
                </c:pt>
                <c:pt idx="19">
                  <c:v>25.61</c:v>
                </c:pt>
                <c:pt idx="20">
                  <c:v>25.61</c:v>
                </c:pt>
                <c:pt idx="21">
                  <c:v>25.61</c:v>
                </c:pt>
                <c:pt idx="22">
                  <c:v>25.61</c:v>
                </c:pt>
                <c:pt idx="23">
                  <c:v>25.61</c:v>
                </c:pt>
                <c:pt idx="24">
                  <c:v>25.61</c:v>
                </c:pt>
                <c:pt idx="25">
                  <c:v>25.61</c:v>
                </c:pt>
                <c:pt idx="26">
                  <c:v>25.61</c:v>
                </c:pt>
                <c:pt idx="27">
                  <c:v>25.61</c:v>
                </c:pt>
                <c:pt idx="28">
                  <c:v>25.61</c:v>
                </c:pt>
                <c:pt idx="29">
                  <c:v>25.61</c:v>
                </c:pt>
                <c:pt idx="30">
                  <c:v>25.61</c:v>
                </c:pt>
                <c:pt idx="31">
                  <c:v>25.61</c:v>
                </c:pt>
                <c:pt idx="32">
                  <c:v>25.61</c:v>
                </c:pt>
                <c:pt idx="33">
                  <c:v>25.61</c:v>
                </c:pt>
                <c:pt idx="34">
                  <c:v>25.61</c:v>
                </c:pt>
                <c:pt idx="35">
                  <c:v>25.61</c:v>
                </c:pt>
                <c:pt idx="36">
                  <c:v>25.61</c:v>
                </c:pt>
                <c:pt idx="37">
                  <c:v>25.61</c:v>
                </c:pt>
                <c:pt idx="38">
                  <c:v>25.58</c:v>
                </c:pt>
                <c:pt idx="39">
                  <c:v>25.58</c:v>
                </c:pt>
                <c:pt idx="40">
                  <c:v>25.58</c:v>
                </c:pt>
                <c:pt idx="41">
                  <c:v>25.55</c:v>
                </c:pt>
                <c:pt idx="42">
                  <c:v>25.55</c:v>
                </c:pt>
                <c:pt idx="43">
                  <c:v>25.55</c:v>
                </c:pt>
                <c:pt idx="44">
                  <c:v>25.55</c:v>
                </c:pt>
                <c:pt idx="45">
                  <c:v>25.55</c:v>
                </c:pt>
                <c:pt idx="46">
                  <c:v>25.55</c:v>
                </c:pt>
                <c:pt idx="47">
                  <c:v>25.52</c:v>
                </c:pt>
                <c:pt idx="48">
                  <c:v>25.52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29D-4BEE-9865-EC0156E63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工作表1!$E$2:$E$50</c:f>
              <c:numCache>
                <c:formatCode>General</c:formatCode>
                <c:ptCount val="49"/>
                <c:pt idx="0">
                  <c:v>66.989999999999995</c:v>
                </c:pt>
                <c:pt idx="1">
                  <c:v>68.98</c:v>
                </c:pt>
                <c:pt idx="2">
                  <c:v>70.650000000000006</c:v>
                </c:pt>
                <c:pt idx="3">
                  <c:v>63.59</c:v>
                </c:pt>
                <c:pt idx="4">
                  <c:v>68.73</c:v>
                </c:pt>
                <c:pt idx="5">
                  <c:v>70.56</c:v>
                </c:pt>
                <c:pt idx="6">
                  <c:v>72.790000000000006</c:v>
                </c:pt>
                <c:pt idx="7">
                  <c:v>67.5</c:v>
                </c:pt>
                <c:pt idx="8">
                  <c:v>57.98</c:v>
                </c:pt>
                <c:pt idx="9">
                  <c:v>64.34</c:v>
                </c:pt>
                <c:pt idx="10">
                  <c:v>70.56</c:v>
                </c:pt>
                <c:pt idx="11">
                  <c:v>77.69</c:v>
                </c:pt>
                <c:pt idx="12">
                  <c:v>77.290000000000006</c:v>
                </c:pt>
                <c:pt idx="13">
                  <c:v>72.790000000000006</c:v>
                </c:pt>
                <c:pt idx="14">
                  <c:v>63.59</c:v>
                </c:pt>
                <c:pt idx="15">
                  <c:v>68.02</c:v>
                </c:pt>
                <c:pt idx="16">
                  <c:v>72.180000000000007</c:v>
                </c:pt>
                <c:pt idx="17">
                  <c:v>72.92</c:v>
                </c:pt>
                <c:pt idx="18">
                  <c:v>73.510000000000005</c:v>
                </c:pt>
                <c:pt idx="19">
                  <c:v>73.77</c:v>
                </c:pt>
                <c:pt idx="20">
                  <c:v>73.86</c:v>
                </c:pt>
                <c:pt idx="21">
                  <c:v>74.2</c:v>
                </c:pt>
                <c:pt idx="22">
                  <c:v>74.489999999999995</c:v>
                </c:pt>
                <c:pt idx="23">
                  <c:v>74.69</c:v>
                </c:pt>
                <c:pt idx="24">
                  <c:v>74.72</c:v>
                </c:pt>
                <c:pt idx="25">
                  <c:v>77.31</c:v>
                </c:pt>
                <c:pt idx="26">
                  <c:v>78.34</c:v>
                </c:pt>
                <c:pt idx="27">
                  <c:v>78.58</c:v>
                </c:pt>
                <c:pt idx="28">
                  <c:v>76.86</c:v>
                </c:pt>
                <c:pt idx="29">
                  <c:v>76.72</c:v>
                </c:pt>
                <c:pt idx="30">
                  <c:v>75.7</c:v>
                </c:pt>
                <c:pt idx="31">
                  <c:v>75.64</c:v>
                </c:pt>
                <c:pt idx="32">
                  <c:v>75.260000000000005</c:v>
                </c:pt>
                <c:pt idx="33">
                  <c:v>74.489999999999995</c:v>
                </c:pt>
                <c:pt idx="34">
                  <c:v>74.48</c:v>
                </c:pt>
                <c:pt idx="35">
                  <c:v>75.069999999999993</c:v>
                </c:pt>
                <c:pt idx="36">
                  <c:v>75.42</c:v>
                </c:pt>
                <c:pt idx="37">
                  <c:v>75.39</c:v>
                </c:pt>
                <c:pt idx="38">
                  <c:v>64.650000000000006</c:v>
                </c:pt>
                <c:pt idx="39">
                  <c:v>78.42</c:v>
                </c:pt>
                <c:pt idx="40">
                  <c:v>79.66</c:v>
                </c:pt>
                <c:pt idx="41">
                  <c:v>73.73</c:v>
                </c:pt>
                <c:pt idx="42">
                  <c:v>74.89</c:v>
                </c:pt>
                <c:pt idx="43">
                  <c:v>77.78</c:v>
                </c:pt>
                <c:pt idx="44">
                  <c:v>78.97</c:v>
                </c:pt>
                <c:pt idx="45">
                  <c:v>79.55</c:v>
                </c:pt>
                <c:pt idx="46">
                  <c:v>79.260000000000005</c:v>
                </c:pt>
                <c:pt idx="47">
                  <c:v>74.13</c:v>
                </c:pt>
                <c:pt idx="48">
                  <c:v>78.63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B8-4175-BA38-07A12DE60E93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工作表1!$I$2:$I$50</c:f>
              <c:numCache>
                <c:formatCode>General</c:formatCode>
                <c:ptCount val="49"/>
                <c:pt idx="0">
                  <c:v>64.06</c:v>
                </c:pt>
                <c:pt idx="1">
                  <c:v>65.77</c:v>
                </c:pt>
                <c:pt idx="2">
                  <c:v>69.13</c:v>
                </c:pt>
                <c:pt idx="3">
                  <c:v>64.36</c:v>
                </c:pt>
                <c:pt idx="4">
                  <c:v>67.569999999999993</c:v>
                </c:pt>
                <c:pt idx="5">
                  <c:v>69.400000000000006</c:v>
                </c:pt>
                <c:pt idx="6">
                  <c:v>71.59</c:v>
                </c:pt>
                <c:pt idx="7">
                  <c:v>65.5</c:v>
                </c:pt>
                <c:pt idx="8">
                  <c:v>60.48</c:v>
                </c:pt>
                <c:pt idx="9">
                  <c:v>64.02</c:v>
                </c:pt>
                <c:pt idx="10">
                  <c:v>69.400000000000006</c:v>
                </c:pt>
                <c:pt idx="11">
                  <c:v>73.3</c:v>
                </c:pt>
                <c:pt idx="12">
                  <c:v>73.97</c:v>
                </c:pt>
                <c:pt idx="13">
                  <c:v>71.59</c:v>
                </c:pt>
                <c:pt idx="14">
                  <c:v>64.36</c:v>
                </c:pt>
                <c:pt idx="15">
                  <c:v>68.790000000000006</c:v>
                </c:pt>
                <c:pt idx="16">
                  <c:v>72.14</c:v>
                </c:pt>
                <c:pt idx="17">
                  <c:v>73.319999999999993</c:v>
                </c:pt>
                <c:pt idx="18">
                  <c:v>73.540000000000006</c:v>
                </c:pt>
                <c:pt idx="19">
                  <c:v>74</c:v>
                </c:pt>
                <c:pt idx="20">
                  <c:v>74.209999999999994</c:v>
                </c:pt>
                <c:pt idx="21">
                  <c:v>74.900000000000006</c:v>
                </c:pt>
                <c:pt idx="22">
                  <c:v>75.260000000000005</c:v>
                </c:pt>
                <c:pt idx="23">
                  <c:v>75.31</c:v>
                </c:pt>
                <c:pt idx="24">
                  <c:v>74.930000000000007</c:v>
                </c:pt>
                <c:pt idx="25">
                  <c:v>74.11</c:v>
                </c:pt>
                <c:pt idx="26">
                  <c:v>74.760000000000005</c:v>
                </c:pt>
                <c:pt idx="27">
                  <c:v>74.95</c:v>
                </c:pt>
                <c:pt idx="28">
                  <c:v>75.5</c:v>
                </c:pt>
                <c:pt idx="29">
                  <c:v>75.45</c:v>
                </c:pt>
                <c:pt idx="30">
                  <c:v>75.67</c:v>
                </c:pt>
                <c:pt idx="31">
                  <c:v>75.540000000000006</c:v>
                </c:pt>
                <c:pt idx="32">
                  <c:v>75.39</c:v>
                </c:pt>
                <c:pt idx="33">
                  <c:v>75.430000000000007</c:v>
                </c:pt>
                <c:pt idx="34">
                  <c:v>75.81</c:v>
                </c:pt>
                <c:pt idx="35">
                  <c:v>75.44</c:v>
                </c:pt>
                <c:pt idx="36">
                  <c:v>75.64</c:v>
                </c:pt>
                <c:pt idx="37">
                  <c:v>75.72</c:v>
                </c:pt>
                <c:pt idx="38">
                  <c:v>65.63</c:v>
                </c:pt>
                <c:pt idx="39">
                  <c:v>70.72</c:v>
                </c:pt>
                <c:pt idx="40">
                  <c:v>72.760000000000005</c:v>
                </c:pt>
                <c:pt idx="41">
                  <c:v>61.59</c:v>
                </c:pt>
                <c:pt idx="42">
                  <c:v>62.56</c:v>
                </c:pt>
                <c:pt idx="43">
                  <c:v>66.3</c:v>
                </c:pt>
                <c:pt idx="44">
                  <c:v>68.36</c:v>
                </c:pt>
                <c:pt idx="45">
                  <c:v>69.52</c:v>
                </c:pt>
                <c:pt idx="46">
                  <c:v>70.55</c:v>
                </c:pt>
                <c:pt idx="47">
                  <c:v>54.72</c:v>
                </c:pt>
                <c:pt idx="48">
                  <c:v>61.38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B8-4175-BA38-07A12DE60E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工作表1!$A$2:$A$18</c:f>
              <c:numCache>
                <c:formatCode>h:mm</c:formatCode>
                <c:ptCount val="17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</c:numCache>
            </c:numRef>
          </c:cat>
          <c:val>
            <c:numRef>
              <c:f>工作表1!$J$2:$J$50</c:f>
              <c:numCache>
                <c:formatCode>General</c:formatCode>
                <c:ptCount val="49"/>
                <c:pt idx="0">
                  <c:v>25.7</c:v>
                </c:pt>
                <c:pt idx="1">
                  <c:v>25.7</c:v>
                </c:pt>
                <c:pt idx="2">
                  <c:v>25.7</c:v>
                </c:pt>
                <c:pt idx="3">
                  <c:v>25.67</c:v>
                </c:pt>
                <c:pt idx="4">
                  <c:v>25.67</c:v>
                </c:pt>
                <c:pt idx="5">
                  <c:v>25.67</c:v>
                </c:pt>
                <c:pt idx="6">
                  <c:v>25.67</c:v>
                </c:pt>
                <c:pt idx="7">
                  <c:v>25.64</c:v>
                </c:pt>
                <c:pt idx="8">
                  <c:v>25.64</c:v>
                </c:pt>
                <c:pt idx="9">
                  <c:v>25.64</c:v>
                </c:pt>
                <c:pt idx="10">
                  <c:v>25.64</c:v>
                </c:pt>
                <c:pt idx="11">
                  <c:v>25.64</c:v>
                </c:pt>
                <c:pt idx="12">
                  <c:v>25.64</c:v>
                </c:pt>
                <c:pt idx="13">
                  <c:v>25.64</c:v>
                </c:pt>
                <c:pt idx="14">
                  <c:v>25.61</c:v>
                </c:pt>
                <c:pt idx="15">
                  <c:v>25.61</c:v>
                </c:pt>
                <c:pt idx="16">
                  <c:v>25.61</c:v>
                </c:pt>
                <c:pt idx="17">
                  <c:v>25.61</c:v>
                </c:pt>
                <c:pt idx="18">
                  <c:v>25.61</c:v>
                </c:pt>
                <c:pt idx="19">
                  <c:v>25.61</c:v>
                </c:pt>
                <c:pt idx="20">
                  <c:v>25.61</c:v>
                </c:pt>
                <c:pt idx="21">
                  <c:v>25.61</c:v>
                </c:pt>
                <c:pt idx="22">
                  <c:v>25.61</c:v>
                </c:pt>
                <c:pt idx="23">
                  <c:v>25.61</c:v>
                </c:pt>
                <c:pt idx="24">
                  <c:v>25.61</c:v>
                </c:pt>
                <c:pt idx="25">
                  <c:v>25.61</c:v>
                </c:pt>
                <c:pt idx="26">
                  <c:v>25.61</c:v>
                </c:pt>
                <c:pt idx="27">
                  <c:v>25.61</c:v>
                </c:pt>
                <c:pt idx="28">
                  <c:v>25.61</c:v>
                </c:pt>
                <c:pt idx="29">
                  <c:v>25.61</c:v>
                </c:pt>
                <c:pt idx="30">
                  <c:v>25.61</c:v>
                </c:pt>
                <c:pt idx="31">
                  <c:v>25.61</c:v>
                </c:pt>
                <c:pt idx="32">
                  <c:v>25.61</c:v>
                </c:pt>
                <c:pt idx="33">
                  <c:v>25.61</c:v>
                </c:pt>
                <c:pt idx="34">
                  <c:v>25.61</c:v>
                </c:pt>
                <c:pt idx="35">
                  <c:v>25.61</c:v>
                </c:pt>
                <c:pt idx="36">
                  <c:v>25.61</c:v>
                </c:pt>
                <c:pt idx="37">
                  <c:v>25.61</c:v>
                </c:pt>
                <c:pt idx="38">
                  <c:v>25.58</c:v>
                </c:pt>
                <c:pt idx="39">
                  <c:v>25.58</c:v>
                </c:pt>
                <c:pt idx="40">
                  <c:v>25.58</c:v>
                </c:pt>
                <c:pt idx="41">
                  <c:v>25.55</c:v>
                </c:pt>
                <c:pt idx="42">
                  <c:v>25.55</c:v>
                </c:pt>
                <c:pt idx="43">
                  <c:v>25.55</c:v>
                </c:pt>
                <c:pt idx="44">
                  <c:v>25.55</c:v>
                </c:pt>
                <c:pt idx="45">
                  <c:v>25.55</c:v>
                </c:pt>
                <c:pt idx="46">
                  <c:v>25.55</c:v>
                </c:pt>
                <c:pt idx="47">
                  <c:v>25.52</c:v>
                </c:pt>
                <c:pt idx="48">
                  <c:v>25.52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5B8-4175-BA38-07A12DE60E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工作表1!$B$2:$B$50</c:f>
              <c:numCache>
                <c:formatCode>General</c:formatCode>
                <c:ptCount val="49"/>
                <c:pt idx="0">
                  <c:v>362.21</c:v>
                </c:pt>
                <c:pt idx="1">
                  <c:v>349.91</c:v>
                </c:pt>
                <c:pt idx="2">
                  <c:v>345.44</c:v>
                </c:pt>
                <c:pt idx="3">
                  <c:v>342.97</c:v>
                </c:pt>
                <c:pt idx="4">
                  <c:v>349.6</c:v>
                </c:pt>
                <c:pt idx="5">
                  <c:v>345.4</c:v>
                </c:pt>
                <c:pt idx="6">
                  <c:v>335.82</c:v>
                </c:pt>
                <c:pt idx="7">
                  <c:v>348.87</c:v>
                </c:pt>
                <c:pt idx="8">
                  <c:v>323.01</c:v>
                </c:pt>
                <c:pt idx="9">
                  <c:v>351.41</c:v>
                </c:pt>
                <c:pt idx="10">
                  <c:v>345.4</c:v>
                </c:pt>
                <c:pt idx="11">
                  <c:v>371.08</c:v>
                </c:pt>
                <c:pt idx="12">
                  <c:v>362.59</c:v>
                </c:pt>
                <c:pt idx="13">
                  <c:v>335.82</c:v>
                </c:pt>
                <c:pt idx="14">
                  <c:v>342.97</c:v>
                </c:pt>
                <c:pt idx="15">
                  <c:v>373.21</c:v>
                </c:pt>
                <c:pt idx="16">
                  <c:v>355.77</c:v>
                </c:pt>
                <c:pt idx="17">
                  <c:v>348.54</c:v>
                </c:pt>
                <c:pt idx="18">
                  <c:v>349.6</c:v>
                </c:pt>
                <c:pt idx="19">
                  <c:v>346.63</c:v>
                </c:pt>
                <c:pt idx="20">
                  <c:v>341.98</c:v>
                </c:pt>
                <c:pt idx="21">
                  <c:v>340.79</c:v>
                </c:pt>
                <c:pt idx="22">
                  <c:v>340.16</c:v>
                </c:pt>
                <c:pt idx="23">
                  <c:v>340.79</c:v>
                </c:pt>
                <c:pt idx="24">
                  <c:v>338.75</c:v>
                </c:pt>
                <c:pt idx="25">
                  <c:v>367.65</c:v>
                </c:pt>
                <c:pt idx="26">
                  <c:v>359.15</c:v>
                </c:pt>
                <c:pt idx="27">
                  <c:v>357.37</c:v>
                </c:pt>
                <c:pt idx="28">
                  <c:v>334.65</c:v>
                </c:pt>
                <c:pt idx="29">
                  <c:v>330.11</c:v>
                </c:pt>
                <c:pt idx="30">
                  <c:v>318.73</c:v>
                </c:pt>
                <c:pt idx="31">
                  <c:v>321</c:v>
                </c:pt>
                <c:pt idx="32">
                  <c:v>329.9</c:v>
                </c:pt>
                <c:pt idx="33">
                  <c:v>322.32</c:v>
                </c:pt>
                <c:pt idx="34">
                  <c:v>317.97000000000003</c:v>
                </c:pt>
                <c:pt idx="35">
                  <c:v>320.79000000000002</c:v>
                </c:pt>
                <c:pt idx="36">
                  <c:v>320.7</c:v>
                </c:pt>
                <c:pt idx="37">
                  <c:v>317.35000000000002</c:v>
                </c:pt>
                <c:pt idx="38">
                  <c:v>386.88</c:v>
                </c:pt>
                <c:pt idx="39">
                  <c:v>365.45</c:v>
                </c:pt>
                <c:pt idx="40">
                  <c:v>344.82</c:v>
                </c:pt>
                <c:pt idx="41">
                  <c:v>386.46</c:v>
                </c:pt>
                <c:pt idx="42">
                  <c:v>382.91</c:v>
                </c:pt>
                <c:pt idx="43">
                  <c:v>370.63</c:v>
                </c:pt>
                <c:pt idx="44">
                  <c:v>360.43</c:v>
                </c:pt>
                <c:pt idx="45">
                  <c:v>349.96</c:v>
                </c:pt>
                <c:pt idx="46">
                  <c:v>332.71</c:v>
                </c:pt>
                <c:pt idx="47">
                  <c:v>388.13</c:v>
                </c:pt>
                <c:pt idx="48">
                  <c:v>381.11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C0-4E27-B78D-F9FC10C9D519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工作表1!$A$2:$A$50</c:f>
              <c:numCache>
                <c:formatCode>h:mm</c:formatCode>
                <c:ptCount val="49"/>
                <c:pt idx="0">
                  <c:v>0</c:v>
                </c:pt>
                <c:pt idx="1">
                  <c:v>6.9444444444444441E-3</c:v>
                </c:pt>
                <c:pt idx="2">
                  <c:v>1.38888888888889E-2</c:v>
                </c:pt>
                <c:pt idx="3">
                  <c:v>2.0833333333333301E-2</c:v>
                </c:pt>
                <c:pt idx="4">
                  <c:v>2.7777777777777801E-2</c:v>
                </c:pt>
                <c:pt idx="5">
                  <c:v>3.4722222222222203E-2</c:v>
                </c:pt>
                <c:pt idx="6">
                  <c:v>4.1666666666666699E-2</c:v>
                </c:pt>
                <c:pt idx="7">
                  <c:v>4.8611111111111098E-2</c:v>
                </c:pt>
                <c:pt idx="8">
                  <c:v>5.5555555555555601E-2</c:v>
                </c:pt>
                <c:pt idx="9">
                  <c:v>6.25E-2</c:v>
                </c:pt>
                <c:pt idx="10">
                  <c:v>6.9444444444444406E-2</c:v>
                </c:pt>
                <c:pt idx="11">
                  <c:v>7.6388888888888895E-2</c:v>
                </c:pt>
                <c:pt idx="12">
                  <c:v>8.3333333333333301E-2</c:v>
                </c:pt>
                <c:pt idx="13">
                  <c:v>9.0277777777777804E-2</c:v>
                </c:pt>
                <c:pt idx="14">
                  <c:v>9.7222222222222196E-2</c:v>
                </c:pt>
                <c:pt idx="15">
                  <c:v>0.104166666666667</c:v>
                </c:pt>
                <c:pt idx="16">
                  <c:v>0.11111111111111099</c:v>
                </c:pt>
                <c:pt idx="17">
                  <c:v>0.118055555555556</c:v>
                </c:pt>
                <c:pt idx="18">
                  <c:v>0.125</c:v>
                </c:pt>
                <c:pt idx="19">
                  <c:v>0.131944444444444</c:v>
                </c:pt>
                <c:pt idx="20">
                  <c:v>0.13888888888888901</c:v>
                </c:pt>
                <c:pt idx="21">
                  <c:v>0.14583333333333301</c:v>
                </c:pt>
                <c:pt idx="22">
                  <c:v>0.15277777777777801</c:v>
                </c:pt>
                <c:pt idx="23">
                  <c:v>0.15972222222222199</c:v>
                </c:pt>
                <c:pt idx="24">
                  <c:v>0.16666666666666699</c:v>
                </c:pt>
                <c:pt idx="25">
                  <c:v>0.17361111111111099</c:v>
                </c:pt>
                <c:pt idx="26">
                  <c:v>0.180555555555556</c:v>
                </c:pt>
                <c:pt idx="27">
                  <c:v>0.1875</c:v>
                </c:pt>
                <c:pt idx="28">
                  <c:v>0.194444444444444</c:v>
                </c:pt>
                <c:pt idx="29">
                  <c:v>0.20138888888888901</c:v>
                </c:pt>
                <c:pt idx="30">
                  <c:v>0.20833333333333301</c:v>
                </c:pt>
                <c:pt idx="31">
                  <c:v>0.21527777777777801</c:v>
                </c:pt>
                <c:pt idx="32">
                  <c:v>0.22222222222222199</c:v>
                </c:pt>
                <c:pt idx="33">
                  <c:v>0.22916666666666699</c:v>
                </c:pt>
                <c:pt idx="34">
                  <c:v>0.23611111111111099</c:v>
                </c:pt>
                <c:pt idx="35">
                  <c:v>0.243055555555556</c:v>
                </c:pt>
                <c:pt idx="36">
                  <c:v>0.25</c:v>
                </c:pt>
                <c:pt idx="37">
                  <c:v>0.25694444444444398</c:v>
                </c:pt>
                <c:pt idx="38">
                  <c:v>0.26388888888888901</c:v>
                </c:pt>
                <c:pt idx="39">
                  <c:v>0.27083333333333298</c:v>
                </c:pt>
                <c:pt idx="40">
                  <c:v>0.27777777777777801</c:v>
                </c:pt>
                <c:pt idx="41">
                  <c:v>0.28472222222222199</c:v>
                </c:pt>
                <c:pt idx="42">
                  <c:v>0.29166666666666702</c:v>
                </c:pt>
                <c:pt idx="43">
                  <c:v>0.29861111111111099</c:v>
                </c:pt>
                <c:pt idx="44">
                  <c:v>0.30555555555555602</c:v>
                </c:pt>
                <c:pt idx="45">
                  <c:v>0.3125</c:v>
                </c:pt>
                <c:pt idx="46">
                  <c:v>0.31944444444444398</c:v>
                </c:pt>
                <c:pt idx="47">
                  <c:v>0.32638888888888901</c:v>
                </c:pt>
                <c:pt idx="48">
                  <c:v>0.33333333333333298</c:v>
                </c:pt>
              </c:numCache>
            </c:numRef>
          </c:cat>
          <c:val>
            <c:numRef>
              <c:f>工作表1!$F$2:$F$50</c:f>
              <c:numCache>
                <c:formatCode>General</c:formatCode>
                <c:ptCount val="49"/>
                <c:pt idx="0">
                  <c:v>362.28</c:v>
                </c:pt>
                <c:pt idx="1">
                  <c:v>349.97</c:v>
                </c:pt>
                <c:pt idx="2">
                  <c:v>345.51</c:v>
                </c:pt>
                <c:pt idx="3">
                  <c:v>343.03</c:v>
                </c:pt>
                <c:pt idx="4">
                  <c:v>349.66</c:v>
                </c:pt>
                <c:pt idx="5">
                  <c:v>345</c:v>
                </c:pt>
                <c:pt idx="6">
                  <c:v>335.88</c:v>
                </c:pt>
                <c:pt idx="7">
                  <c:v>348.6</c:v>
                </c:pt>
                <c:pt idx="8">
                  <c:v>323.07</c:v>
                </c:pt>
                <c:pt idx="9">
                  <c:v>351.48</c:v>
                </c:pt>
                <c:pt idx="10">
                  <c:v>345</c:v>
                </c:pt>
                <c:pt idx="11">
                  <c:v>371.14</c:v>
                </c:pt>
                <c:pt idx="12">
                  <c:v>362.65</c:v>
                </c:pt>
                <c:pt idx="13">
                  <c:v>335.88</c:v>
                </c:pt>
                <c:pt idx="14">
                  <c:v>343.03</c:v>
                </c:pt>
                <c:pt idx="15">
                  <c:v>373.28</c:v>
                </c:pt>
                <c:pt idx="16">
                  <c:v>355.83</c:v>
                </c:pt>
                <c:pt idx="17">
                  <c:v>348.59</c:v>
                </c:pt>
                <c:pt idx="18">
                  <c:v>349</c:v>
                </c:pt>
                <c:pt idx="19">
                  <c:v>346.69</c:v>
                </c:pt>
                <c:pt idx="20">
                  <c:v>342.04</c:v>
                </c:pt>
                <c:pt idx="21">
                  <c:v>340.85</c:v>
                </c:pt>
                <c:pt idx="22">
                  <c:v>340.21</c:v>
                </c:pt>
                <c:pt idx="23">
                  <c:v>340.85</c:v>
                </c:pt>
                <c:pt idx="24">
                  <c:v>338.8</c:v>
                </c:pt>
                <c:pt idx="25">
                  <c:v>367.71</c:v>
                </c:pt>
                <c:pt idx="26">
                  <c:v>359.2</c:v>
                </c:pt>
                <c:pt idx="27">
                  <c:v>357.42</c:v>
                </c:pt>
                <c:pt idx="28">
                  <c:v>334.69</c:v>
                </c:pt>
                <c:pt idx="29">
                  <c:v>330.15</c:v>
                </c:pt>
                <c:pt idx="30">
                  <c:v>318.77</c:v>
                </c:pt>
                <c:pt idx="31">
                  <c:v>321.20999999999998</c:v>
                </c:pt>
                <c:pt idx="32">
                  <c:v>329.95</c:v>
                </c:pt>
                <c:pt idx="33">
                  <c:v>322.37</c:v>
                </c:pt>
                <c:pt idx="34">
                  <c:v>318</c:v>
                </c:pt>
                <c:pt idx="35">
                  <c:v>320.83</c:v>
                </c:pt>
                <c:pt idx="36">
                  <c:v>320.74</c:v>
                </c:pt>
                <c:pt idx="37">
                  <c:v>317.39</c:v>
                </c:pt>
                <c:pt idx="38">
                  <c:v>386.95</c:v>
                </c:pt>
                <c:pt idx="39">
                  <c:v>365.49</c:v>
                </c:pt>
                <c:pt idx="40">
                  <c:v>344.87</c:v>
                </c:pt>
                <c:pt idx="41">
                  <c:v>386.51</c:v>
                </c:pt>
                <c:pt idx="42">
                  <c:v>382.96</c:v>
                </c:pt>
                <c:pt idx="43">
                  <c:v>370.67</c:v>
                </c:pt>
                <c:pt idx="44">
                  <c:v>360.47</c:v>
                </c:pt>
                <c:pt idx="45">
                  <c:v>350</c:v>
                </c:pt>
                <c:pt idx="46">
                  <c:v>332.74</c:v>
                </c:pt>
                <c:pt idx="47">
                  <c:v>388.17</c:v>
                </c:pt>
                <c:pt idx="48">
                  <c:v>381.15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C0-4E27-B78D-F9FC10C9D5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工作表1!$J$2:$J$50</c:f>
              <c:numCache>
                <c:formatCode>General</c:formatCode>
                <c:ptCount val="49"/>
                <c:pt idx="0">
                  <c:v>25.7</c:v>
                </c:pt>
                <c:pt idx="1">
                  <c:v>25.7</c:v>
                </c:pt>
                <c:pt idx="2">
                  <c:v>25.7</c:v>
                </c:pt>
                <c:pt idx="3">
                  <c:v>25.67</c:v>
                </c:pt>
                <c:pt idx="4">
                  <c:v>25.67</c:v>
                </c:pt>
                <c:pt idx="5">
                  <c:v>25.67</c:v>
                </c:pt>
                <c:pt idx="6">
                  <c:v>25.67</c:v>
                </c:pt>
                <c:pt idx="7">
                  <c:v>25.64</c:v>
                </c:pt>
                <c:pt idx="8">
                  <c:v>25.64</c:v>
                </c:pt>
                <c:pt idx="9">
                  <c:v>25.64</c:v>
                </c:pt>
                <c:pt idx="10">
                  <c:v>25.64</c:v>
                </c:pt>
                <c:pt idx="11">
                  <c:v>25.64</c:v>
                </c:pt>
                <c:pt idx="12">
                  <c:v>25.64</c:v>
                </c:pt>
                <c:pt idx="13">
                  <c:v>25.64</c:v>
                </c:pt>
                <c:pt idx="14">
                  <c:v>25.61</c:v>
                </c:pt>
                <c:pt idx="15">
                  <c:v>25.61</c:v>
                </c:pt>
                <c:pt idx="16">
                  <c:v>25.61</c:v>
                </c:pt>
                <c:pt idx="17">
                  <c:v>25.61</c:v>
                </c:pt>
                <c:pt idx="18">
                  <c:v>25.61</c:v>
                </c:pt>
                <c:pt idx="19">
                  <c:v>25.61</c:v>
                </c:pt>
                <c:pt idx="20">
                  <c:v>25.61</c:v>
                </c:pt>
                <c:pt idx="21">
                  <c:v>25.61</c:v>
                </c:pt>
                <c:pt idx="22">
                  <c:v>25.61</c:v>
                </c:pt>
                <c:pt idx="23">
                  <c:v>25.61</c:v>
                </c:pt>
                <c:pt idx="24">
                  <c:v>25.61</c:v>
                </c:pt>
                <c:pt idx="25">
                  <c:v>25.61</c:v>
                </c:pt>
                <c:pt idx="26">
                  <c:v>25.61</c:v>
                </c:pt>
                <c:pt idx="27">
                  <c:v>25.61</c:v>
                </c:pt>
                <c:pt idx="28">
                  <c:v>25.61</c:v>
                </c:pt>
                <c:pt idx="29">
                  <c:v>25.61</c:v>
                </c:pt>
                <c:pt idx="30">
                  <c:v>25.61</c:v>
                </c:pt>
                <c:pt idx="31">
                  <c:v>25.61</c:v>
                </c:pt>
                <c:pt idx="32">
                  <c:v>25.61</c:v>
                </c:pt>
                <c:pt idx="33">
                  <c:v>25.61</c:v>
                </c:pt>
                <c:pt idx="34">
                  <c:v>25.61</c:v>
                </c:pt>
                <c:pt idx="35">
                  <c:v>25.61</c:v>
                </c:pt>
                <c:pt idx="36">
                  <c:v>25.61</c:v>
                </c:pt>
                <c:pt idx="37">
                  <c:v>25.61</c:v>
                </c:pt>
                <c:pt idx="38">
                  <c:v>25.58</c:v>
                </c:pt>
                <c:pt idx="39">
                  <c:v>25.58</c:v>
                </c:pt>
                <c:pt idx="40">
                  <c:v>25.58</c:v>
                </c:pt>
                <c:pt idx="41">
                  <c:v>25.55</c:v>
                </c:pt>
                <c:pt idx="42">
                  <c:v>25.55</c:v>
                </c:pt>
                <c:pt idx="43">
                  <c:v>25.55</c:v>
                </c:pt>
                <c:pt idx="44">
                  <c:v>25.55</c:v>
                </c:pt>
                <c:pt idx="45">
                  <c:v>25.55</c:v>
                </c:pt>
                <c:pt idx="46">
                  <c:v>25.55</c:v>
                </c:pt>
                <c:pt idx="47">
                  <c:v>25.52</c:v>
                </c:pt>
                <c:pt idx="48">
                  <c:v>25.52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C0-4E27-B78D-F9FC10C9D5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工作表1!$A$2:$A$55</c:f>
              <c:numCache>
                <c:formatCode>h:mm</c:formatCode>
                <c:ptCount val="54"/>
                <c:pt idx="0">
                  <c:v>0</c:v>
                </c:pt>
                <c:pt idx="1">
                  <c:v>2.0833333333333333E-3</c:v>
                </c:pt>
                <c:pt idx="2">
                  <c:v>4.1666666666666701E-3</c:v>
                </c:pt>
                <c:pt idx="3">
                  <c:v>6.2500000000000003E-3</c:v>
                </c:pt>
                <c:pt idx="4">
                  <c:v>8.3333333333333297E-3</c:v>
                </c:pt>
                <c:pt idx="5">
                  <c:v>1.0416666666666701E-2</c:v>
                </c:pt>
                <c:pt idx="6">
                  <c:v>1.2500000000000001E-2</c:v>
                </c:pt>
                <c:pt idx="7">
                  <c:v>1.4583333333333301E-2</c:v>
                </c:pt>
                <c:pt idx="8">
                  <c:v>2.0833333333333332E-2</c:v>
                </c:pt>
                <c:pt idx="9">
                  <c:v>2.7777777777777776E-2</c:v>
                </c:pt>
                <c:pt idx="10">
                  <c:v>3.4722222222222203E-2</c:v>
                </c:pt>
                <c:pt idx="11">
                  <c:v>4.1666666666666602E-2</c:v>
                </c:pt>
                <c:pt idx="12">
                  <c:v>4.8611111111111098E-2</c:v>
                </c:pt>
                <c:pt idx="13">
                  <c:v>5.5555555555555497E-2</c:v>
                </c:pt>
                <c:pt idx="14">
                  <c:v>6.25E-2</c:v>
                </c:pt>
                <c:pt idx="15">
                  <c:v>6.9444444444444406E-2</c:v>
                </c:pt>
                <c:pt idx="16">
                  <c:v>7.6388888888888895E-2</c:v>
                </c:pt>
                <c:pt idx="17">
                  <c:v>8.3333333333333301E-2</c:v>
                </c:pt>
                <c:pt idx="18">
                  <c:v>9.0277777777777707E-2</c:v>
                </c:pt>
                <c:pt idx="19">
                  <c:v>9.7222222222222196E-2</c:v>
                </c:pt>
                <c:pt idx="20">
                  <c:v>0.104166666666667</c:v>
                </c:pt>
                <c:pt idx="21">
                  <c:v>0.11111111111111099</c:v>
                </c:pt>
                <c:pt idx="22">
                  <c:v>0.118055555555556</c:v>
                </c:pt>
                <c:pt idx="23">
                  <c:v>0.125</c:v>
                </c:pt>
                <c:pt idx="24">
                  <c:v>0.131944444444444</c:v>
                </c:pt>
                <c:pt idx="25">
                  <c:v>0.13888888888888901</c:v>
                </c:pt>
                <c:pt idx="26">
                  <c:v>0.14583333333333301</c:v>
                </c:pt>
                <c:pt idx="27">
                  <c:v>0.15277777777777701</c:v>
                </c:pt>
                <c:pt idx="28">
                  <c:v>0.15972222222222199</c:v>
                </c:pt>
                <c:pt idx="29">
                  <c:v>0.16666666666666599</c:v>
                </c:pt>
                <c:pt idx="30">
                  <c:v>0.17361111111111099</c:v>
                </c:pt>
                <c:pt idx="31">
                  <c:v>0.180555555555555</c:v>
                </c:pt>
                <c:pt idx="32">
                  <c:v>0.1875</c:v>
                </c:pt>
                <c:pt idx="33">
                  <c:v>0.194444444444444</c:v>
                </c:pt>
                <c:pt idx="34">
                  <c:v>0.20138888888888901</c:v>
                </c:pt>
                <c:pt idx="35">
                  <c:v>0.20833333333333301</c:v>
                </c:pt>
                <c:pt idx="36">
                  <c:v>0.21527777777777701</c:v>
                </c:pt>
                <c:pt idx="37">
                  <c:v>0.22222222222222199</c:v>
                </c:pt>
                <c:pt idx="38">
                  <c:v>0.22916666666666599</c:v>
                </c:pt>
                <c:pt idx="39">
                  <c:v>0.23611111111111099</c:v>
                </c:pt>
                <c:pt idx="40">
                  <c:v>0.243055555555555</c:v>
                </c:pt>
                <c:pt idx="41">
                  <c:v>0.25</c:v>
                </c:pt>
                <c:pt idx="42">
                  <c:v>0.25694444444444398</c:v>
                </c:pt>
                <c:pt idx="43">
                  <c:v>0.26388888888888901</c:v>
                </c:pt>
                <c:pt idx="44">
                  <c:v>0.27083333333333298</c:v>
                </c:pt>
                <c:pt idx="45">
                  <c:v>0.27777777777777701</c:v>
                </c:pt>
                <c:pt idx="46">
                  <c:v>0.28472222222222199</c:v>
                </c:pt>
                <c:pt idx="47">
                  <c:v>0.29166666666666602</c:v>
                </c:pt>
                <c:pt idx="48">
                  <c:v>0.29861111111111099</c:v>
                </c:pt>
                <c:pt idx="49">
                  <c:v>0.30555555555555503</c:v>
                </c:pt>
                <c:pt idx="50">
                  <c:v>0.3125</c:v>
                </c:pt>
                <c:pt idx="51">
                  <c:v>0.31944444444444398</c:v>
                </c:pt>
                <c:pt idx="52">
                  <c:v>0.32638888888888901</c:v>
                </c:pt>
                <c:pt idx="53">
                  <c:v>0.33333333333333298</c:v>
                </c:pt>
              </c:numCache>
            </c:numRef>
          </c:cat>
          <c:val>
            <c:numRef>
              <c:f>工作表1!$C$2:$C$55</c:f>
              <c:numCache>
                <c:formatCode>General</c:formatCode>
                <c:ptCount val="54"/>
                <c:pt idx="0">
                  <c:v>0.2833</c:v>
                </c:pt>
                <c:pt idx="1">
                  <c:v>0.2586</c:v>
                </c:pt>
                <c:pt idx="2">
                  <c:v>0.24709999999999999</c:v>
                </c:pt>
                <c:pt idx="3">
                  <c:v>0.24729999999999999</c:v>
                </c:pt>
                <c:pt idx="4">
                  <c:v>0.26869999999999999</c:v>
                </c:pt>
                <c:pt idx="5">
                  <c:v>0.23669999999999999</c:v>
                </c:pt>
                <c:pt idx="6">
                  <c:v>0.2727</c:v>
                </c:pt>
                <c:pt idx="7">
                  <c:v>0.28149999999999997</c:v>
                </c:pt>
                <c:pt idx="8">
                  <c:v>0.27910000000000001</c:v>
                </c:pt>
                <c:pt idx="9">
                  <c:v>0.2722</c:v>
                </c:pt>
                <c:pt idx="10">
                  <c:v>0.26540000000000002</c:v>
                </c:pt>
                <c:pt idx="11">
                  <c:v>0.26240000000000002</c:v>
                </c:pt>
                <c:pt idx="12">
                  <c:v>0.25869999999999999</c:v>
                </c:pt>
                <c:pt idx="13">
                  <c:v>0.26090000000000002</c:v>
                </c:pt>
                <c:pt idx="14">
                  <c:v>0.26690000000000003</c:v>
                </c:pt>
                <c:pt idx="15">
                  <c:v>0.26279999999999998</c:v>
                </c:pt>
                <c:pt idx="16">
                  <c:v>0.26150000000000001</c:v>
                </c:pt>
                <c:pt idx="17">
                  <c:v>0.25829999999999997</c:v>
                </c:pt>
                <c:pt idx="18">
                  <c:v>0.25619999999999998</c:v>
                </c:pt>
                <c:pt idx="19">
                  <c:v>0.25740000000000002</c:v>
                </c:pt>
                <c:pt idx="20">
                  <c:v>0.25409999999999999</c:v>
                </c:pt>
                <c:pt idx="21">
                  <c:v>0.25359999999999999</c:v>
                </c:pt>
                <c:pt idx="22">
                  <c:v>0.25330000000000003</c:v>
                </c:pt>
                <c:pt idx="23">
                  <c:v>0.2535</c:v>
                </c:pt>
                <c:pt idx="24">
                  <c:v>0.2525</c:v>
                </c:pt>
                <c:pt idx="25">
                  <c:v>0.24929999999999999</c:v>
                </c:pt>
                <c:pt idx="26">
                  <c:v>0.24779999999999999</c:v>
                </c:pt>
                <c:pt idx="27">
                  <c:v>0.24809999999999999</c:v>
                </c:pt>
                <c:pt idx="28">
                  <c:v>0.24859999999999999</c:v>
                </c:pt>
                <c:pt idx="29">
                  <c:v>0.24579999999999999</c:v>
                </c:pt>
                <c:pt idx="30">
                  <c:v>0.23530000000000001</c:v>
                </c:pt>
                <c:pt idx="31">
                  <c:v>0.24349999999999999</c:v>
                </c:pt>
                <c:pt idx="32">
                  <c:v>0.2455</c:v>
                </c:pt>
                <c:pt idx="33">
                  <c:v>0.24440000000000001</c:v>
                </c:pt>
                <c:pt idx="34">
                  <c:v>0.24349999999999999</c:v>
                </c:pt>
                <c:pt idx="35">
                  <c:v>0.24399999999999999</c:v>
                </c:pt>
                <c:pt idx="36">
                  <c:v>0.24299999999999999</c:v>
                </c:pt>
                <c:pt idx="37">
                  <c:v>0.24909999999999999</c:v>
                </c:pt>
                <c:pt idx="38">
                  <c:v>0.24890000000000001</c:v>
                </c:pt>
                <c:pt idx="39">
                  <c:v>0.25269999999999998</c:v>
                </c:pt>
                <c:pt idx="40">
                  <c:v>0.2515</c:v>
                </c:pt>
                <c:pt idx="41">
                  <c:v>0.24199999999999999</c:v>
                </c:pt>
                <c:pt idx="42">
                  <c:v>0.24299999999999999</c:v>
                </c:pt>
                <c:pt idx="43">
                  <c:v>0.24410000000000001</c:v>
                </c:pt>
                <c:pt idx="44">
                  <c:v>0.24110000000000001</c:v>
                </c:pt>
                <c:pt idx="45">
                  <c:v>0.24160000000000001</c:v>
                </c:pt>
                <c:pt idx="46">
                  <c:v>0.2399</c:v>
                </c:pt>
                <c:pt idx="47">
                  <c:v>0.24399999999999999</c:v>
                </c:pt>
                <c:pt idx="48">
                  <c:v>0.24310000000000001</c:v>
                </c:pt>
                <c:pt idx="49">
                  <c:v>0.2389</c:v>
                </c:pt>
                <c:pt idx="50">
                  <c:v>0.24</c:v>
                </c:pt>
                <c:pt idx="51">
                  <c:v>0.23699999999999999</c:v>
                </c:pt>
                <c:pt idx="52">
                  <c:v>0.23810000000000001</c:v>
                </c:pt>
                <c:pt idx="53">
                  <c:v>0.23910000000000001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87-4D8F-B3CB-25BEC140A5F2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工作表1!$A$2:$A$55</c:f>
              <c:numCache>
                <c:formatCode>h:mm</c:formatCode>
                <c:ptCount val="54"/>
                <c:pt idx="0">
                  <c:v>0</c:v>
                </c:pt>
                <c:pt idx="1">
                  <c:v>2.0833333333333333E-3</c:v>
                </c:pt>
                <c:pt idx="2">
                  <c:v>4.1666666666666701E-3</c:v>
                </c:pt>
                <c:pt idx="3">
                  <c:v>6.2500000000000003E-3</c:v>
                </c:pt>
                <c:pt idx="4">
                  <c:v>8.3333333333333297E-3</c:v>
                </c:pt>
                <c:pt idx="5">
                  <c:v>1.0416666666666701E-2</c:v>
                </c:pt>
                <c:pt idx="6">
                  <c:v>1.2500000000000001E-2</c:v>
                </c:pt>
                <c:pt idx="7">
                  <c:v>1.4583333333333301E-2</c:v>
                </c:pt>
                <c:pt idx="8">
                  <c:v>2.0833333333333332E-2</c:v>
                </c:pt>
                <c:pt idx="9">
                  <c:v>2.7777777777777776E-2</c:v>
                </c:pt>
                <c:pt idx="10">
                  <c:v>3.4722222222222203E-2</c:v>
                </c:pt>
                <c:pt idx="11">
                  <c:v>4.1666666666666602E-2</c:v>
                </c:pt>
                <c:pt idx="12">
                  <c:v>4.8611111111111098E-2</c:v>
                </c:pt>
                <c:pt idx="13">
                  <c:v>5.5555555555555497E-2</c:v>
                </c:pt>
                <c:pt idx="14">
                  <c:v>6.25E-2</c:v>
                </c:pt>
                <c:pt idx="15">
                  <c:v>6.9444444444444406E-2</c:v>
                </c:pt>
                <c:pt idx="16">
                  <c:v>7.6388888888888895E-2</c:v>
                </c:pt>
                <c:pt idx="17">
                  <c:v>8.3333333333333301E-2</c:v>
                </c:pt>
                <c:pt idx="18">
                  <c:v>9.0277777777777707E-2</c:v>
                </c:pt>
                <c:pt idx="19">
                  <c:v>9.7222222222222196E-2</c:v>
                </c:pt>
                <c:pt idx="20">
                  <c:v>0.104166666666667</c:v>
                </c:pt>
                <c:pt idx="21">
                  <c:v>0.11111111111111099</c:v>
                </c:pt>
                <c:pt idx="22">
                  <c:v>0.118055555555556</c:v>
                </c:pt>
                <c:pt idx="23">
                  <c:v>0.125</c:v>
                </c:pt>
                <c:pt idx="24">
                  <c:v>0.131944444444444</c:v>
                </c:pt>
                <c:pt idx="25">
                  <c:v>0.13888888888888901</c:v>
                </c:pt>
                <c:pt idx="26">
                  <c:v>0.14583333333333301</c:v>
                </c:pt>
                <c:pt idx="27">
                  <c:v>0.15277777777777701</c:v>
                </c:pt>
                <c:pt idx="28">
                  <c:v>0.15972222222222199</c:v>
                </c:pt>
                <c:pt idx="29">
                  <c:v>0.16666666666666599</c:v>
                </c:pt>
                <c:pt idx="30">
                  <c:v>0.17361111111111099</c:v>
                </c:pt>
                <c:pt idx="31">
                  <c:v>0.180555555555555</c:v>
                </c:pt>
                <c:pt idx="32">
                  <c:v>0.1875</c:v>
                </c:pt>
                <c:pt idx="33">
                  <c:v>0.194444444444444</c:v>
                </c:pt>
                <c:pt idx="34">
                  <c:v>0.20138888888888901</c:v>
                </c:pt>
                <c:pt idx="35">
                  <c:v>0.20833333333333301</c:v>
                </c:pt>
                <c:pt idx="36">
                  <c:v>0.21527777777777701</c:v>
                </c:pt>
                <c:pt idx="37">
                  <c:v>0.22222222222222199</c:v>
                </c:pt>
                <c:pt idx="38">
                  <c:v>0.22916666666666599</c:v>
                </c:pt>
                <c:pt idx="39">
                  <c:v>0.23611111111111099</c:v>
                </c:pt>
                <c:pt idx="40">
                  <c:v>0.243055555555555</c:v>
                </c:pt>
                <c:pt idx="41">
                  <c:v>0.25</c:v>
                </c:pt>
                <c:pt idx="42">
                  <c:v>0.25694444444444398</c:v>
                </c:pt>
                <c:pt idx="43">
                  <c:v>0.26388888888888901</c:v>
                </c:pt>
                <c:pt idx="44">
                  <c:v>0.27083333333333298</c:v>
                </c:pt>
                <c:pt idx="45">
                  <c:v>0.27777777777777701</c:v>
                </c:pt>
                <c:pt idx="46">
                  <c:v>0.28472222222222199</c:v>
                </c:pt>
                <c:pt idx="47">
                  <c:v>0.29166666666666602</c:v>
                </c:pt>
                <c:pt idx="48">
                  <c:v>0.29861111111111099</c:v>
                </c:pt>
                <c:pt idx="49">
                  <c:v>0.30555555555555503</c:v>
                </c:pt>
                <c:pt idx="50">
                  <c:v>0.3125</c:v>
                </c:pt>
                <c:pt idx="51">
                  <c:v>0.31944444444444398</c:v>
                </c:pt>
                <c:pt idx="52">
                  <c:v>0.32638888888888901</c:v>
                </c:pt>
                <c:pt idx="53">
                  <c:v>0.33333333333333298</c:v>
                </c:pt>
              </c:numCache>
            </c:numRef>
          </c:cat>
          <c:val>
            <c:numRef>
              <c:f>工作表1!$G$2:$G$55</c:f>
              <c:numCache>
                <c:formatCode>General</c:formatCode>
                <c:ptCount val="54"/>
                <c:pt idx="0">
                  <c:v>0.16309999999999999</c:v>
                </c:pt>
                <c:pt idx="1">
                  <c:v>0.17929999999999999</c:v>
                </c:pt>
                <c:pt idx="2">
                  <c:v>0.18579999999999999</c:v>
                </c:pt>
                <c:pt idx="3">
                  <c:v>0.15920000000000001</c:v>
                </c:pt>
                <c:pt idx="4">
                  <c:v>0.1542</c:v>
                </c:pt>
                <c:pt idx="5">
                  <c:v>0.13769999999999999</c:v>
                </c:pt>
                <c:pt idx="6">
                  <c:v>0.14399999999999999</c:v>
                </c:pt>
                <c:pt idx="7">
                  <c:v>0.14829999999999999</c:v>
                </c:pt>
                <c:pt idx="8">
                  <c:v>0.15010000000000001</c:v>
                </c:pt>
                <c:pt idx="9">
                  <c:v>0.1515</c:v>
                </c:pt>
                <c:pt idx="10">
                  <c:v>0.152</c:v>
                </c:pt>
                <c:pt idx="11">
                  <c:v>0.152</c:v>
                </c:pt>
                <c:pt idx="12">
                  <c:v>0.15210000000000001</c:v>
                </c:pt>
                <c:pt idx="13">
                  <c:v>0.15190000000000001</c:v>
                </c:pt>
                <c:pt idx="14">
                  <c:v>0.16889999999999999</c:v>
                </c:pt>
                <c:pt idx="15">
                  <c:v>0.14069999999999999</c:v>
                </c:pt>
                <c:pt idx="16">
                  <c:v>0.14099999999999999</c:v>
                </c:pt>
                <c:pt idx="17">
                  <c:v>0.14149999999999999</c:v>
                </c:pt>
                <c:pt idx="18">
                  <c:v>0.14199999999999999</c:v>
                </c:pt>
                <c:pt idx="19">
                  <c:v>0.1419</c:v>
                </c:pt>
                <c:pt idx="20">
                  <c:v>0.14269999999999999</c:v>
                </c:pt>
                <c:pt idx="21">
                  <c:v>0.14299999999999999</c:v>
                </c:pt>
                <c:pt idx="22">
                  <c:v>0.14330000000000001</c:v>
                </c:pt>
                <c:pt idx="23">
                  <c:v>0.14330000000000001</c:v>
                </c:pt>
                <c:pt idx="24">
                  <c:v>0.14399999999999999</c:v>
                </c:pt>
                <c:pt idx="25">
                  <c:v>0.1426</c:v>
                </c:pt>
                <c:pt idx="26">
                  <c:v>0.14399999999999999</c:v>
                </c:pt>
                <c:pt idx="27">
                  <c:v>0.14360000000000001</c:v>
                </c:pt>
                <c:pt idx="28">
                  <c:v>0.14410000000000001</c:v>
                </c:pt>
                <c:pt idx="29">
                  <c:v>0.1444</c:v>
                </c:pt>
                <c:pt idx="30">
                  <c:v>0.13500000000000001</c:v>
                </c:pt>
                <c:pt idx="31">
                  <c:v>0.13730000000000001</c:v>
                </c:pt>
                <c:pt idx="32">
                  <c:v>0.13850000000000001</c:v>
                </c:pt>
                <c:pt idx="33">
                  <c:v>0.13980000000000001</c:v>
                </c:pt>
                <c:pt idx="34">
                  <c:v>0.14050000000000001</c:v>
                </c:pt>
                <c:pt idx="35">
                  <c:v>0.14180000000000001</c:v>
                </c:pt>
                <c:pt idx="36">
                  <c:v>0.1426</c:v>
                </c:pt>
                <c:pt idx="37">
                  <c:v>0.1411</c:v>
                </c:pt>
                <c:pt idx="38">
                  <c:v>0.1419</c:v>
                </c:pt>
                <c:pt idx="39">
                  <c:v>0.14199999999999999</c:v>
                </c:pt>
                <c:pt idx="40">
                  <c:v>0.14269999999999999</c:v>
                </c:pt>
                <c:pt idx="41">
                  <c:v>0.14369999999999999</c:v>
                </c:pt>
                <c:pt idx="42">
                  <c:v>0.1429</c:v>
                </c:pt>
                <c:pt idx="43">
                  <c:v>0.14299999999999999</c:v>
                </c:pt>
                <c:pt idx="44">
                  <c:v>0.1444</c:v>
                </c:pt>
                <c:pt idx="45">
                  <c:v>0.1444</c:v>
                </c:pt>
                <c:pt idx="46">
                  <c:v>0.14410000000000001</c:v>
                </c:pt>
                <c:pt idx="47">
                  <c:v>0.14399999999999999</c:v>
                </c:pt>
                <c:pt idx="48">
                  <c:v>0.1449</c:v>
                </c:pt>
                <c:pt idx="49">
                  <c:v>0.14430000000000001</c:v>
                </c:pt>
                <c:pt idx="50">
                  <c:v>0.1439</c:v>
                </c:pt>
                <c:pt idx="51">
                  <c:v>0.14360000000000001</c:v>
                </c:pt>
                <c:pt idx="52">
                  <c:v>0.14119999999999999</c:v>
                </c:pt>
                <c:pt idx="53">
                  <c:v>0.14119999999999999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87-4D8F-B3CB-25BEC140A5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工作表1!$J$2:$J$55</c:f>
              <c:numCache>
                <c:formatCode>General</c:formatCode>
                <c:ptCount val="54"/>
                <c:pt idx="0">
                  <c:v>25.55</c:v>
                </c:pt>
                <c:pt idx="1">
                  <c:v>25.55</c:v>
                </c:pt>
                <c:pt idx="2">
                  <c:v>25.55</c:v>
                </c:pt>
                <c:pt idx="3">
                  <c:v>25.51</c:v>
                </c:pt>
                <c:pt idx="4">
                  <c:v>25.51</c:v>
                </c:pt>
                <c:pt idx="5">
                  <c:v>25.47</c:v>
                </c:pt>
                <c:pt idx="6">
                  <c:v>25.47</c:v>
                </c:pt>
                <c:pt idx="7">
                  <c:v>25.47</c:v>
                </c:pt>
                <c:pt idx="8">
                  <c:v>25.47</c:v>
                </c:pt>
                <c:pt idx="9">
                  <c:v>25.47</c:v>
                </c:pt>
                <c:pt idx="10">
                  <c:v>25.47</c:v>
                </c:pt>
                <c:pt idx="11">
                  <c:v>25.47</c:v>
                </c:pt>
                <c:pt idx="12">
                  <c:v>25.47</c:v>
                </c:pt>
                <c:pt idx="13">
                  <c:v>25.47</c:v>
                </c:pt>
                <c:pt idx="14">
                  <c:v>25.44</c:v>
                </c:pt>
                <c:pt idx="15">
                  <c:v>25.44</c:v>
                </c:pt>
                <c:pt idx="16">
                  <c:v>25.44</c:v>
                </c:pt>
                <c:pt idx="17">
                  <c:v>25.44</c:v>
                </c:pt>
                <c:pt idx="18">
                  <c:v>25.44</c:v>
                </c:pt>
                <c:pt idx="19">
                  <c:v>25.44</c:v>
                </c:pt>
                <c:pt idx="20">
                  <c:v>25.44</c:v>
                </c:pt>
                <c:pt idx="21">
                  <c:v>25.44</c:v>
                </c:pt>
                <c:pt idx="22">
                  <c:v>25.44</c:v>
                </c:pt>
                <c:pt idx="23">
                  <c:v>25.44</c:v>
                </c:pt>
                <c:pt idx="24">
                  <c:v>25.44</c:v>
                </c:pt>
                <c:pt idx="25">
                  <c:v>25.44</c:v>
                </c:pt>
                <c:pt idx="26">
                  <c:v>25.44</c:v>
                </c:pt>
                <c:pt idx="27">
                  <c:v>25.44</c:v>
                </c:pt>
                <c:pt idx="28">
                  <c:v>25.44</c:v>
                </c:pt>
                <c:pt idx="29">
                  <c:v>25.44</c:v>
                </c:pt>
                <c:pt idx="30">
                  <c:v>25.41</c:v>
                </c:pt>
                <c:pt idx="31">
                  <c:v>25.41</c:v>
                </c:pt>
                <c:pt idx="32">
                  <c:v>25.41</c:v>
                </c:pt>
                <c:pt idx="33">
                  <c:v>25.41</c:v>
                </c:pt>
                <c:pt idx="34">
                  <c:v>25.41</c:v>
                </c:pt>
                <c:pt idx="35">
                  <c:v>25.41</c:v>
                </c:pt>
                <c:pt idx="36">
                  <c:v>25.41</c:v>
                </c:pt>
                <c:pt idx="37">
                  <c:v>25.41</c:v>
                </c:pt>
                <c:pt idx="38">
                  <c:v>25.41</c:v>
                </c:pt>
                <c:pt idx="39">
                  <c:v>25.41</c:v>
                </c:pt>
                <c:pt idx="40">
                  <c:v>25.41</c:v>
                </c:pt>
                <c:pt idx="41">
                  <c:v>25.41</c:v>
                </c:pt>
                <c:pt idx="42">
                  <c:v>25.41</c:v>
                </c:pt>
                <c:pt idx="43">
                  <c:v>25.41</c:v>
                </c:pt>
                <c:pt idx="44">
                  <c:v>25.38</c:v>
                </c:pt>
                <c:pt idx="45">
                  <c:v>25.38</c:v>
                </c:pt>
                <c:pt idx="46">
                  <c:v>25.38</c:v>
                </c:pt>
                <c:pt idx="47">
                  <c:v>25.38</c:v>
                </c:pt>
                <c:pt idx="48">
                  <c:v>25.38</c:v>
                </c:pt>
                <c:pt idx="49">
                  <c:v>25.38</c:v>
                </c:pt>
                <c:pt idx="50">
                  <c:v>25.38</c:v>
                </c:pt>
                <c:pt idx="51">
                  <c:v>25.38</c:v>
                </c:pt>
                <c:pt idx="52">
                  <c:v>25.38</c:v>
                </c:pt>
                <c:pt idx="53">
                  <c:v>25.38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87-4D8F-B3CB-25BEC140A5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工作表1!$A$2:$A$55</c:f>
              <c:numCache>
                <c:formatCode>h:mm</c:formatCode>
                <c:ptCount val="54"/>
                <c:pt idx="0">
                  <c:v>0</c:v>
                </c:pt>
                <c:pt idx="1">
                  <c:v>2.0833333333333333E-3</c:v>
                </c:pt>
                <c:pt idx="2">
                  <c:v>4.1666666666666701E-3</c:v>
                </c:pt>
                <c:pt idx="3">
                  <c:v>6.2500000000000003E-3</c:v>
                </c:pt>
                <c:pt idx="4">
                  <c:v>8.3333333333333297E-3</c:v>
                </c:pt>
                <c:pt idx="5">
                  <c:v>1.0416666666666701E-2</c:v>
                </c:pt>
                <c:pt idx="6">
                  <c:v>1.2500000000000001E-2</c:v>
                </c:pt>
                <c:pt idx="7">
                  <c:v>1.4583333333333301E-2</c:v>
                </c:pt>
                <c:pt idx="8">
                  <c:v>2.0833333333333332E-2</c:v>
                </c:pt>
                <c:pt idx="9">
                  <c:v>2.7777777777777776E-2</c:v>
                </c:pt>
                <c:pt idx="10">
                  <c:v>3.4722222222222203E-2</c:v>
                </c:pt>
                <c:pt idx="11">
                  <c:v>4.1666666666666602E-2</c:v>
                </c:pt>
                <c:pt idx="12">
                  <c:v>4.8611111111111098E-2</c:v>
                </c:pt>
                <c:pt idx="13">
                  <c:v>5.5555555555555497E-2</c:v>
                </c:pt>
                <c:pt idx="14">
                  <c:v>6.25E-2</c:v>
                </c:pt>
                <c:pt idx="15">
                  <c:v>6.9444444444444406E-2</c:v>
                </c:pt>
                <c:pt idx="16">
                  <c:v>7.6388888888888895E-2</c:v>
                </c:pt>
                <c:pt idx="17">
                  <c:v>8.3333333333333301E-2</c:v>
                </c:pt>
                <c:pt idx="18">
                  <c:v>9.0277777777777707E-2</c:v>
                </c:pt>
                <c:pt idx="19">
                  <c:v>9.7222222222222196E-2</c:v>
                </c:pt>
                <c:pt idx="20">
                  <c:v>0.104166666666667</c:v>
                </c:pt>
                <c:pt idx="21">
                  <c:v>0.11111111111111099</c:v>
                </c:pt>
                <c:pt idx="22">
                  <c:v>0.118055555555556</c:v>
                </c:pt>
                <c:pt idx="23">
                  <c:v>0.125</c:v>
                </c:pt>
                <c:pt idx="24">
                  <c:v>0.131944444444444</c:v>
                </c:pt>
                <c:pt idx="25">
                  <c:v>0.13888888888888901</c:v>
                </c:pt>
                <c:pt idx="26">
                  <c:v>0.14583333333333301</c:v>
                </c:pt>
                <c:pt idx="27">
                  <c:v>0.15277777777777701</c:v>
                </c:pt>
                <c:pt idx="28">
                  <c:v>0.15972222222222199</c:v>
                </c:pt>
                <c:pt idx="29">
                  <c:v>0.16666666666666599</c:v>
                </c:pt>
                <c:pt idx="30">
                  <c:v>0.17361111111111099</c:v>
                </c:pt>
                <c:pt idx="31">
                  <c:v>0.180555555555555</c:v>
                </c:pt>
                <c:pt idx="32">
                  <c:v>0.1875</c:v>
                </c:pt>
                <c:pt idx="33">
                  <c:v>0.194444444444444</c:v>
                </c:pt>
                <c:pt idx="34">
                  <c:v>0.20138888888888901</c:v>
                </c:pt>
                <c:pt idx="35">
                  <c:v>0.20833333333333301</c:v>
                </c:pt>
                <c:pt idx="36">
                  <c:v>0.21527777777777701</c:v>
                </c:pt>
                <c:pt idx="37">
                  <c:v>0.22222222222222199</c:v>
                </c:pt>
                <c:pt idx="38">
                  <c:v>0.22916666666666599</c:v>
                </c:pt>
                <c:pt idx="39">
                  <c:v>0.23611111111111099</c:v>
                </c:pt>
                <c:pt idx="40">
                  <c:v>0.243055555555555</c:v>
                </c:pt>
                <c:pt idx="41">
                  <c:v>0.25</c:v>
                </c:pt>
                <c:pt idx="42">
                  <c:v>0.25694444444444398</c:v>
                </c:pt>
                <c:pt idx="43">
                  <c:v>0.26388888888888901</c:v>
                </c:pt>
                <c:pt idx="44">
                  <c:v>0.27083333333333298</c:v>
                </c:pt>
                <c:pt idx="45">
                  <c:v>0.27777777777777701</c:v>
                </c:pt>
                <c:pt idx="46">
                  <c:v>0.28472222222222199</c:v>
                </c:pt>
                <c:pt idx="47">
                  <c:v>0.29166666666666602</c:v>
                </c:pt>
                <c:pt idx="48">
                  <c:v>0.29861111111111099</c:v>
                </c:pt>
                <c:pt idx="49">
                  <c:v>0.30555555555555503</c:v>
                </c:pt>
                <c:pt idx="50">
                  <c:v>0.3125</c:v>
                </c:pt>
                <c:pt idx="51">
                  <c:v>0.31944444444444398</c:v>
                </c:pt>
                <c:pt idx="52">
                  <c:v>0.32638888888888901</c:v>
                </c:pt>
                <c:pt idx="53">
                  <c:v>0.33333333333333298</c:v>
                </c:pt>
              </c:numCache>
            </c:numRef>
          </c:cat>
          <c:val>
            <c:numRef>
              <c:f>工作表1!$E$2:$E$55</c:f>
              <c:numCache>
                <c:formatCode>General</c:formatCode>
                <c:ptCount val="54"/>
                <c:pt idx="0">
                  <c:v>75.540000000000006</c:v>
                </c:pt>
                <c:pt idx="1">
                  <c:v>77.63</c:v>
                </c:pt>
                <c:pt idx="2">
                  <c:v>79.5</c:v>
                </c:pt>
                <c:pt idx="3">
                  <c:v>69.989999999999995</c:v>
                </c:pt>
                <c:pt idx="4">
                  <c:v>79.510000000000005</c:v>
                </c:pt>
                <c:pt idx="5">
                  <c:v>72.59</c:v>
                </c:pt>
                <c:pt idx="6">
                  <c:v>75.47</c:v>
                </c:pt>
                <c:pt idx="7">
                  <c:v>77.53</c:v>
                </c:pt>
                <c:pt idx="8">
                  <c:v>79.05</c:v>
                </c:pt>
                <c:pt idx="9">
                  <c:v>79.680000000000007</c:v>
                </c:pt>
                <c:pt idx="10">
                  <c:v>79.81</c:v>
                </c:pt>
                <c:pt idx="11">
                  <c:v>80.040000000000006</c:v>
                </c:pt>
                <c:pt idx="12">
                  <c:v>80.03</c:v>
                </c:pt>
                <c:pt idx="13">
                  <c:v>79.94</c:v>
                </c:pt>
                <c:pt idx="14">
                  <c:v>76.19</c:v>
                </c:pt>
                <c:pt idx="15">
                  <c:v>76.989999999999995</c:v>
                </c:pt>
                <c:pt idx="16">
                  <c:v>77.319999999999993</c:v>
                </c:pt>
                <c:pt idx="17">
                  <c:v>77.569999999999993</c:v>
                </c:pt>
                <c:pt idx="18">
                  <c:v>77.98</c:v>
                </c:pt>
                <c:pt idx="19">
                  <c:v>77.650000000000006</c:v>
                </c:pt>
                <c:pt idx="20">
                  <c:v>77.97</c:v>
                </c:pt>
                <c:pt idx="21">
                  <c:v>78.22</c:v>
                </c:pt>
                <c:pt idx="22">
                  <c:v>78.239999999999995</c:v>
                </c:pt>
                <c:pt idx="23">
                  <c:v>78.38</c:v>
                </c:pt>
                <c:pt idx="24">
                  <c:v>78.56</c:v>
                </c:pt>
                <c:pt idx="25">
                  <c:v>78.2</c:v>
                </c:pt>
                <c:pt idx="26">
                  <c:v>78.17</c:v>
                </c:pt>
                <c:pt idx="27">
                  <c:v>78.209999999999994</c:v>
                </c:pt>
                <c:pt idx="28">
                  <c:v>78.209999999999994</c:v>
                </c:pt>
                <c:pt idx="29">
                  <c:v>78.14</c:v>
                </c:pt>
                <c:pt idx="30">
                  <c:v>72.3</c:v>
                </c:pt>
                <c:pt idx="31">
                  <c:v>73.67</c:v>
                </c:pt>
                <c:pt idx="32">
                  <c:v>74.569999999999993</c:v>
                </c:pt>
                <c:pt idx="33">
                  <c:v>74.81</c:v>
                </c:pt>
                <c:pt idx="34">
                  <c:v>74.930000000000007</c:v>
                </c:pt>
                <c:pt idx="35">
                  <c:v>75.12</c:v>
                </c:pt>
                <c:pt idx="36">
                  <c:v>75.260000000000005</c:v>
                </c:pt>
                <c:pt idx="37">
                  <c:v>75.23</c:v>
                </c:pt>
                <c:pt idx="38">
                  <c:v>75.22</c:v>
                </c:pt>
                <c:pt idx="39">
                  <c:v>75.69</c:v>
                </c:pt>
                <c:pt idx="40">
                  <c:v>76.27</c:v>
                </c:pt>
                <c:pt idx="41">
                  <c:v>75.72</c:v>
                </c:pt>
                <c:pt idx="42">
                  <c:v>76.83</c:v>
                </c:pt>
                <c:pt idx="43">
                  <c:v>76.62</c:v>
                </c:pt>
                <c:pt idx="44">
                  <c:v>76.64</c:v>
                </c:pt>
                <c:pt idx="45">
                  <c:v>76.66</c:v>
                </c:pt>
                <c:pt idx="46">
                  <c:v>76.760000000000005</c:v>
                </c:pt>
                <c:pt idx="47">
                  <c:v>76.48</c:v>
                </c:pt>
                <c:pt idx="48">
                  <c:v>76.66</c:v>
                </c:pt>
                <c:pt idx="49">
                  <c:v>76.69</c:v>
                </c:pt>
                <c:pt idx="50">
                  <c:v>76.55</c:v>
                </c:pt>
                <c:pt idx="51">
                  <c:v>76.760000000000005</c:v>
                </c:pt>
                <c:pt idx="52">
                  <c:v>76.73</c:v>
                </c:pt>
                <c:pt idx="53">
                  <c:v>76.75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3E-4CFF-9F2D-CC1607B3554B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工作表1!$A$2:$A$55</c:f>
              <c:numCache>
                <c:formatCode>h:mm</c:formatCode>
                <c:ptCount val="54"/>
                <c:pt idx="0">
                  <c:v>0</c:v>
                </c:pt>
                <c:pt idx="1">
                  <c:v>2.0833333333333333E-3</c:v>
                </c:pt>
                <c:pt idx="2">
                  <c:v>4.1666666666666701E-3</c:v>
                </c:pt>
                <c:pt idx="3">
                  <c:v>6.2500000000000003E-3</c:v>
                </c:pt>
                <c:pt idx="4">
                  <c:v>8.3333333333333297E-3</c:v>
                </c:pt>
                <c:pt idx="5">
                  <c:v>1.0416666666666701E-2</c:v>
                </c:pt>
                <c:pt idx="6">
                  <c:v>1.2500000000000001E-2</c:v>
                </c:pt>
                <c:pt idx="7">
                  <c:v>1.4583333333333301E-2</c:v>
                </c:pt>
                <c:pt idx="8">
                  <c:v>2.0833333333333332E-2</c:v>
                </c:pt>
                <c:pt idx="9">
                  <c:v>2.7777777777777776E-2</c:v>
                </c:pt>
                <c:pt idx="10">
                  <c:v>3.4722222222222203E-2</c:v>
                </c:pt>
                <c:pt idx="11">
                  <c:v>4.1666666666666602E-2</c:v>
                </c:pt>
                <c:pt idx="12">
                  <c:v>4.8611111111111098E-2</c:v>
                </c:pt>
                <c:pt idx="13">
                  <c:v>5.5555555555555497E-2</c:v>
                </c:pt>
                <c:pt idx="14">
                  <c:v>6.25E-2</c:v>
                </c:pt>
                <c:pt idx="15">
                  <c:v>6.9444444444444406E-2</c:v>
                </c:pt>
                <c:pt idx="16">
                  <c:v>7.6388888888888895E-2</c:v>
                </c:pt>
                <c:pt idx="17">
                  <c:v>8.3333333333333301E-2</c:v>
                </c:pt>
                <c:pt idx="18">
                  <c:v>9.0277777777777707E-2</c:v>
                </c:pt>
                <c:pt idx="19">
                  <c:v>9.7222222222222196E-2</c:v>
                </c:pt>
                <c:pt idx="20">
                  <c:v>0.104166666666667</c:v>
                </c:pt>
                <c:pt idx="21">
                  <c:v>0.11111111111111099</c:v>
                </c:pt>
                <c:pt idx="22">
                  <c:v>0.118055555555556</c:v>
                </c:pt>
                <c:pt idx="23">
                  <c:v>0.125</c:v>
                </c:pt>
                <c:pt idx="24">
                  <c:v>0.131944444444444</c:v>
                </c:pt>
                <c:pt idx="25">
                  <c:v>0.13888888888888901</c:v>
                </c:pt>
                <c:pt idx="26">
                  <c:v>0.14583333333333301</c:v>
                </c:pt>
                <c:pt idx="27">
                  <c:v>0.15277777777777701</c:v>
                </c:pt>
                <c:pt idx="28">
                  <c:v>0.15972222222222199</c:v>
                </c:pt>
                <c:pt idx="29">
                  <c:v>0.16666666666666599</c:v>
                </c:pt>
                <c:pt idx="30">
                  <c:v>0.17361111111111099</c:v>
                </c:pt>
                <c:pt idx="31">
                  <c:v>0.180555555555555</c:v>
                </c:pt>
                <c:pt idx="32">
                  <c:v>0.1875</c:v>
                </c:pt>
                <c:pt idx="33">
                  <c:v>0.194444444444444</c:v>
                </c:pt>
                <c:pt idx="34">
                  <c:v>0.20138888888888901</c:v>
                </c:pt>
                <c:pt idx="35">
                  <c:v>0.20833333333333301</c:v>
                </c:pt>
                <c:pt idx="36">
                  <c:v>0.21527777777777701</c:v>
                </c:pt>
                <c:pt idx="37">
                  <c:v>0.22222222222222199</c:v>
                </c:pt>
                <c:pt idx="38">
                  <c:v>0.22916666666666599</c:v>
                </c:pt>
                <c:pt idx="39">
                  <c:v>0.23611111111111099</c:v>
                </c:pt>
                <c:pt idx="40">
                  <c:v>0.243055555555555</c:v>
                </c:pt>
                <c:pt idx="41">
                  <c:v>0.25</c:v>
                </c:pt>
                <c:pt idx="42">
                  <c:v>0.25694444444444398</c:v>
                </c:pt>
                <c:pt idx="43">
                  <c:v>0.26388888888888901</c:v>
                </c:pt>
                <c:pt idx="44">
                  <c:v>0.27083333333333298</c:v>
                </c:pt>
                <c:pt idx="45">
                  <c:v>0.27777777777777701</c:v>
                </c:pt>
                <c:pt idx="46">
                  <c:v>0.28472222222222199</c:v>
                </c:pt>
                <c:pt idx="47">
                  <c:v>0.29166666666666602</c:v>
                </c:pt>
                <c:pt idx="48">
                  <c:v>0.29861111111111099</c:v>
                </c:pt>
                <c:pt idx="49">
                  <c:v>0.30555555555555503</c:v>
                </c:pt>
                <c:pt idx="50">
                  <c:v>0.3125</c:v>
                </c:pt>
                <c:pt idx="51">
                  <c:v>0.31944444444444398</c:v>
                </c:pt>
                <c:pt idx="52">
                  <c:v>0.32638888888888901</c:v>
                </c:pt>
                <c:pt idx="53">
                  <c:v>0.33333333333333298</c:v>
                </c:pt>
              </c:numCache>
            </c:numRef>
          </c:cat>
          <c:val>
            <c:numRef>
              <c:f>工作表1!$I$2:$I$55</c:f>
              <c:numCache>
                <c:formatCode>General</c:formatCode>
                <c:ptCount val="54"/>
                <c:pt idx="0">
                  <c:v>56.7</c:v>
                </c:pt>
                <c:pt idx="1">
                  <c:v>68.47</c:v>
                </c:pt>
                <c:pt idx="2">
                  <c:v>71.91</c:v>
                </c:pt>
                <c:pt idx="3">
                  <c:v>57.8</c:v>
                </c:pt>
                <c:pt idx="4">
                  <c:v>61.32</c:v>
                </c:pt>
                <c:pt idx="5">
                  <c:v>35.020000000000003</c:v>
                </c:pt>
                <c:pt idx="6">
                  <c:v>42.69</c:v>
                </c:pt>
                <c:pt idx="7">
                  <c:v>51.21</c:v>
                </c:pt>
                <c:pt idx="8">
                  <c:v>58.13</c:v>
                </c:pt>
                <c:pt idx="9">
                  <c:v>61.15</c:v>
                </c:pt>
                <c:pt idx="10">
                  <c:v>62.98</c:v>
                </c:pt>
                <c:pt idx="11">
                  <c:v>63.57</c:v>
                </c:pt>
                <c:pt idx="12">
                  <c:v>64.7</c:v>
                </c:pt>
                <c:pt idx="13">
                  <c:v>64.58</c:v>
                </c:pt>
                <c:pt idx="14">
                  <c:v>52.53</c:v>
                </c:pt>
                <c:pt idx="15">
                  <c:v>56.66</c:v>
                </c:pt>
                <c:pt idx="16">
                  <c:v>58.44</c:v>
                </c:pt>
                <c:pt idx="17">
                  <c:v>59.74</c:v>
                </c:pt>
                <c:pt idx="18">
                  <c:v>61.6</c:v>
                </c:pt>
                <c:pt idx="19">
                  <c:v>60.49</c:v>
                </c:pt>
                <c:pt idx="20">
                  <c:v>62.23</c:v>
                </c:pt>
                <c:pt idx="21">
                  <c:v>63.35</c:v>
                </c:pt>
                <c:pt idx="22">
                  <c:v>63.76</c:v>
                </c:pt>
                <c:pt idx="23">
                  <c:v>63.99</c:v>
                </c:pt>
                <c:pt idx="24">
                  <c:v>64.7</c:v>
                </c:pt>
                <c:pt idx="25">
                  <c:v>64.39</c:v>
                </c:pt>
                <c:pt idx="26">
                  <c:v>65.08</c:v>
                </c:pt>
                <c:pt idx="27">
                  <c:v>65.150000000000006</c:v>
                </c:pt>
                <c:pt idx="28">
                  <c:v>65.2</c:v>
                </c:pt>
                <c:pt idx="29">
                  <c:v>65.040000000000006</c:v>
                </c:pt>
                <c:pt idx="30">
                  <c:v>47.09</c:v>
                </c:pt>
                <c:pt idx="31">
                  <c:v>52.09</c:v>
                </c:pt>
                <c:pt idx="32">
                  <c:v>54.35</c:v>
                </c:pt>
                <c:pt idx="33">
                  <c:v>55.48</c:v>
                </c:pt>
                <c:pt idx="34">
                  <c:v>56.51</c:v>
                </c:pt>
                <c:pt idx="35">
                  <c:v>57.99</c:v>
                </c:pt>
                <c:pt idx="36">
                  <c:v>59.03</c:v>
                </c:pt>
                <c:pt idx="37">
                  <c:v>59.1</c:v>
                </c:pt>
                <c:pt idx="38">
                  <c:v>60.03</c:v>
                </c:pt>
                <c:pt idx="39">
                  <c:v>60.75</c:v>
                </c:pt>
                <c:pt idx="40">
                  <c:v>62.2</c:v>
                </c:pt>
                <c:pt idx="41">
                  <c:v>62.84</c:v>
                </c:pt>
                <c:pt idx="42">
                  <c:v>63.33</c:v>
                </c:pt>
                <c:pt idx="43">
                  <c:v>62.79</c:v>
                </c:pt>
                <c:pt idx="44">
                  <c:v>63.73</c:v>
                </c:pt>
                <c:pt idx="45">
                  <c:v>63.66</c:v>
                </c:pt>
                <c:pt idx="46">
                  <c:v>64.12</c:v>
                </c:pt>
                <c:pt idx="47">
                  <c:v>63.67</c:v>
                </c:pt>
                <c:pt idx="48">
                  <c:v>64.63</c:v>
                </c:pt>
                <c:pt idx="49">
                  <c:v>64.63</c:v>
                </c:pt>
                <c:pt idx="50">
                  <c:v>64.09</c:v>
                </c:pt>
                <c:pt idx="51">
                  <c:v>63.2</c:v>
                </c:pt>
                <c:pt idx="52">
                  <c:v>62.61</c:v>
                </c:pt>
                <c:pt idx="53">
                  <c:v>62.75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3E-4CFF-9F2D-CC1607B35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工作表1!$A$2:$A$55</c:f>
              <c:numCache>
                <c:formatCode>h:mm</c:formatCode>
                <c:ptCount val="54"/>
                <c:pt idx="0">
                  <c:v>0</c:v>
                </c:pt>
                <c:pt idx="1">
                  <c:v>2.0833333333333333E-3</c:v>
                </c:pt>
                <c:pt idx="2">
                  <c:v>4.1666666666666701E-3</c:v>
                </c:pt>
                <c:pt idx="3">
                  <c:v>6.2500000000000003E-3</c:v>
                </c:pt>
                <c:pt idx="4">
                  <c:v>8.3333333333333297E-3</c:v>
                </c:pt>
                <c:pt idx="5">
                  <c:v>1.0416666666666701E-2</c:v>
                </c:pt>
                <c:pt idx="6">
                  <c:v>1.2500000000000001E-2</c:v>
                </c:pt>
                <c:pt idx="7">
                  <c:v>1.4583333333333301E-2</c:v>
                </c:pt>
                <c:pt idx="8">
                  <c:v>2.0833333333333332E-2</c:v>
                </c:pt>
                <c:pt idx="9">
                  <c:v>2.7777777777777776E-2</c:v>
                </c:pt>
                <c:pt idx="10">
                  <c:v>3.4722222222222203E-2</c:v>
                </c:pt>
                <c:pt idx="11">
                  <c:v>4.1666666666666602E-2</c:v>
                </c:pt>
                <c:pt idx="12">
                  <c:v>4.8611111111111098E-2</c:v>
                </c:pt>
                <c:pt idx="13">
                  <c:v>5.5555555555555497E-2</c:v>
                </c:pt>
                <c:pt idx="14">
                  <c:v>6.25E-2</c:v>
                </c:pt>
                <c:pt idx="15">
                  <c:v>6.9444444444444406E-2</c:v>
                </c:pt>
                <c:pt idx="16">
                  <c:v>7.6388888888888895E-2</c:v>
                </c:pt>
                <c:pt idx="17">
                  <c:v>8.3333333333333301E-2</c:v>
                </c:pt>
                <c:pt idx="18">
                  <c:v>9.0277777777777707E-2</c:v>
                </c:pt>
                <c:pt idx="19">
                  <c:v>9.7222222222222196E-2</c:v>
                </c:pt>
                <c:pt idx="20">
                  <c:v>0.104166666666667</c:v>
                </c:pt>
                <c:pt idx="21">
                  <c:v>0.11111111111111099</c:v>
                </c:pt>
                <c:pt idx="22">
                  <c:v>0.118055555555556</c:v>
                </c:pt>
                <c:pt idx="23">
                  <c:v>0.125</c:v>
                </c:pt>
                <c:pt idx="24">
                  <c:v>0.131944444444444</c:v>
                </c:pt>
                <c:pt idx="25">
                  <c:v>0.13888888888888901</c:v>
                </c:pt>
                <c:pt idx="26">
                  <c:v>0.14583333333333301</c:v>
                </c:pt>
                <c:pt idx="27">
                  <c:v>0.15277777777777701</c:v>
                </c:pt>
                <c:pt idx="28">
                  <c:v>0.15972222222222199</c:v>
                </c:pt>
                <c:pt idx="29">
                  <c:v>0.16666666666666599</c:v>
                </c:pt>
                <c:pt idx="30">
                  <c:v>0.17361111111111099</c:v>
                </c:pt>
                <c:pt idx="31">
                  <c:v>0.180555555555555</c:v>
                </c:pt>
                <c:pt idx="32">
                  <c:v>0.1875</c:v>
                </c:pt>
                <c:pt idx="33">
                  <c:v>0.194444444444444</c:v>
                </c:pt>
                <c:pt idx="34">
                  <c:v>0.20138888888888901</c:v>
                </c:pt>
                <c:pt idx="35">
                  <c:v>0.20833333333333301</c:v>
                </c:pt>
                <c:pt idx="36">
                  <c:v>0.21527777777777701</c:v>
                </c:pt>
                <c:pt idx="37">
                  <c:v>0.22222222222222199</c:v>
                </c:pt>
                <c:pt idx="38">
                  <c:v>0.22916666666666599</c:v>
                </c:pt>
                <c:pt idx="39">
                  <c:v>0.23611111111111099</c:v>
                </c:pt>
                <c:pt idx="40">
                  <c:v>0.243055555555555</c:v>
                </c:pt>
                <c:pt idx="41">
                  <c:v>0.25</c:v>
                </c:pt>
                <c:pt idx="42">
                  <c:v>0.25694444444444398</c:v>
                </c:pt>
                <c:pt idx="43">
                  <c:v>0.26388888888888901</c:v>
                </c:pt>
                <c:pt idx="44">
                  <c:v>0.27083333333333298</c:v>
                </c:pt>
                <c:pt idx="45">
                  <c:v>0.27777777777777701</c:v>
                </c:pt>
                <c:pt idx="46">
                  <c:v>0.28472222222222199</c:v>
                </c:pt>
                <c:pt idx="47">
                  <c:v>0.29166666666666602</c:v>
                </c:pt>
                <c:pt idx="48">
                  <c:v>0.29861111111111099</c:v>
                </c:pt>
                <c:pt idx="49">
                  <c:v>0.30555555555555503</c:v>
                </c:pt>
                <c:pt idx="50">
                  <c:v>0.3125</c:v>
                </c:pt>
                <c:pt idx="51">
                  <c:v>0.31944444444444398</c:v>
                </c:pt>
                <c:pt idx="52">
                  <c:v>0.32638888888888901</c:v>
                </c:pt>
                <c:pt idx="53">
                  <c:v>0.33333333333333298</c:v>
                </c:pt>
              </c:numCache>
            </c:numRef>
          </c:cat>
          <c:val>
            <c:numRef>
              <c:f>工作表1!$J$2:$J$55</c:f>
              <c:numCache>
                <c:formatCode>General</c:formatCode>
                <c:ptCount val="54"/>
                <c:pt idx="0">
                  <c:v>25.55</c:v>
                </c:pt>
                <c:pt idx="1">
                  <c:v>25.55</c:v>
                </c:pt>
                <c:pt idx="2">
                  <c:v>25.55</c:v>
                </c:pt>
                <c:pt idx="3">
                  <c:v>25.51</c:v>
                </c:pt>
                <c:pt idx="4">
                  <c:v>25.51</c:v>
                </c:pt>
                <c:pt idx="5">
                  <c:v>25.47</c:v>
                </c:pt>
                <c:pt idx="6">
                  <c:v>25.47</c:v>
                </c:pt>
                <c:pt idx="7">
                  <c:v>25.47</c:v>
                </c:pt>
                <c:pt idx="8">
                  <c:v>25.47</c:v>
                </c:pt>
                <c:pt idx="9">
                  <c:v>25.47</c:v>
                </c:pt>
                <c:pt idx="10">
                  <c:v>25.47</c:v>
                </c:pt>
                <c:pt idx="11">
                  <c:v>25.47</c:v>
                </c:pt>
                <c:pt idx="12">
                  <c:v>25.47</c:v>
                </c:pt>
                <c:pt idx="13">
                  <c:v>25.47</c:v>
                </c:pt>
                <c:pt idx="14">
                  <c:v>25.44</c:v>
                </c:pt>
                <c:pt idx="15">
                  <c:v>25.44</c:v>
                </c:pt>
                <c:pt idx="16">
                  <c:v>25.44</c:v>
                </c:pt>
                <c:pt idx="17">
                  <c:v>25.44</c:v>
                </c:pt>
                <c:pt idx="18">
                  <c:v>25.44</c:v>
                </c:pt>
                <c:pt idx="19">
                  <c:v>25.44</c:v>
                </c:pt>
                <c:pt idx="20">
                  <c:v>25.44</c:v>
                </c:pt>
                <c:pt idx="21">
                  <c:v>25.44</c:v>
                </c:pt>
                <c:pt idx="22">
                  <c:v>25.44</c:v>
                </c:pt>
                <c:pt idx="23">
                  <c:v>25.44</c:v>
                </c:pt>
                <c:pt idx="24">
                  <c:v>25.44</c:v>
                </c:pt>
                <c:pt idx="25">
                  <c:v>25.44</c:v>
                </c:pt>
                <c:pt idx="26">
                  <c:v>25.44</c:v>
                </c:pt>
                <c:pt idx="27">
                  <c:v>25.44</c:v>
                </c:pt>
                <c:pt idx="28">
                  <c:v>25.44</c:v>
                </c:pt>
                <c:pt idx="29">
                  <c:v>25.44</c:v>
                </c:pt>
                <c:pt idx="30">
                  <c:v>25.41</c:v>
                </c:pt>
                <c:pt idx="31">
                  <c:v>25.41</c:v>
                </c:pt>
                <c:pt idx="32">
                  <c:v>25.41</c:v>
                </c:pt>
                <c:pt idx="33">
                  <c:v>25.41</c:v>
                </c:pt>
                <c:pt idx="34">
                  <c:v>25.41</c:v>
                </c:pt>
                <c:pt idx="35">
                  <c:v>25.41</c:v>
                </c:pt>
                <c:pt idx="36">
                  <c:v>25.41</c:v>
                </c:pt>
                <c:pt idx="37">
                  <c:v>25.41</c:v>
                </c:pt>
                <c:pt idx="38">
                  <c:v>25.41</c:v>
                </c:pt>
                <c:pt idx="39">
                  <c:v>25.41</c:v>
                </c:pt>
                <c:pt idx="40">
                  <c:v>25.41</c:v>
                </c:pt>
                <c:pt idx="41">
                  <c:v>25.41</c:v>
                </c:pt>
                <c:pt idx="42">
                  <c:v>25.41</c:v>
                </c:pt>
                <c:pt idx="43">
                  <c:v>25.41</c:v>
                </c:pt>
                <c:pt idx="44">
                  <c:v>25.38</c:v>
                </c:pt>
                <c:pt idx="45">
                  <c:v>25.38</c:v>
                </c:pt>
                <c:pt idx="46">
                  <c:v>25.38</c:v>
                </c:pt>
                <c:pt idx="47">
                  <c:v>25.38</c:v>
                </c:pt>
                <c:pt idx="48">
                  <c:v>25.38</c:v>
                </c:pt>
                <c:pt idx="49">
                  <c:v>25.38</c:v>
                </c:pt>
                <c:pt idx="50">
                  <c:v>25.38</c:v>
                </c:pt>
                <c:pt idx="51">
                  <c:v>25.38</c:v>
                </c:pt>
                <c:pt idx="52">
                  <c:v>25.38</c:v>
                </c:pt>
                <c:pt idx="53">
                  <c:v>25.38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13E-4CFF-9F2D-CC1607B35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工作表1!$A$2:$A$55</c:f>
              <c:numCache>
                <c:formatCode>h:mm</c:formatCode>
                <c:ptCount val="54"/>
                <c:pt idx="0">
                  <c:v>0</c:v>
                </c:pt>
                <c:pt idx="1">
                  <c:v>2.0833333333333333E-3</c:v>
                </c:pt>
                <c:pt idx="2">
                  <c:v>4.1666666666666701E-3</c:v>
                </c:pt>
                <c:pt idx="3">
                  <c:v>6.2500000000000003E-3</c:v>
                </c:pt>
                <c:pt idx="4">
                  <c:v>8.3333333333333297E-3</c:v>
                </c:pt>
                <c:pt idx="5">
                  <c:v>1.0416666666666701E-2</c:v>
                </c:pt>
                <c:pt idx="6">
                  <c:v>1.2500000000000001E-2</c:v>
                </c:pt>
                <c:pt idx="7">
                  <c:v>1.4583333333333301E-2</c:v>
                </c:pt>
                <c:pt idx="8">
                  <c:v>2.0833333333333332E-2</c:v>
                </c:pt>
                <c:pt idx="9">
                  <c:v>2.7777777777777776E-2</c:v>
                </c:pt>
                <c:pt idx="10">
                  <c:v>3.4722222222222203E-2</c:v>
                </c:pt>
                <c:pt idx="11">
                  <c:v>4.1666666666666602E-2</c:v>
                </c:pt>
                <c:pt idx="12">
                  <c:v>4.8611111111111098E-2</c:v>
                </c:pt>
                <c:pt idx="13">
                  <c:v>5.5555555555555497E-2</c:v>
                </c:pt>
                <c:pt idx="14">
                  <c:v>6.25E-2</c:v>
                </c:pt>
                <c:pt idx="15">
                  <c:v>6.9444444444444406E-2</c:v>
                </c:pt>
                <c:pt idx="16">
                  <c:v>7.6388888888888895E-2</c:v>
                </c:pt>
                <c:pt idx="17">
                  <c:v>8.3333333333333301E-2</c:v>
                </c:pt>
                <c:pt idx="18">
                  <c:v>9.0277777777777707E-2</c:v>
                </c:pt>
                <c:pt idx="19">
                  <c:v>9.7222222222222196E-2</c:v>
                </c:pt>
                <c:pt idx="20">
                  <c:v>0.104166666666667</c:v>
                </c:pt>
                <c:pt idx="21">
                  <c:v>0.11111111111111099</c:v>
                </c:pt>
                <c:pt idx="22">
                  <c:v>0.118055555555556</c:v>
                </c:pt>
                <c:pt idx="23">
                  <c:v>0.125</c:v>
                </c:pt>
                <c:pt idx="24">
                  <c:v>0.131944444444444</c:v>
                </c:pt>
                <c:pt idx="25">
                  <c:v>0.13888888888888901</c:v>
                </c:pt>
                <c:pt idx="26">
                  <c:v>0.14583333333333301</c:v>
                </c:pt>
                <c:pt idx="27">
                  <c:v>0.15277777777777701</c:v>
                </c:pt>
                <c:pt idx="28">
                  <c:v>0.15972222222222199</c:v>
                </c:pt>
                <c:pt idx="29">
                  <c:v>0.16666666666666599</c:v>
                </c:pt>
                <c:pt idx="30">
                  <c:v>0.17361111111111099</c:v>
                </c:pt>
                <c:pt idx="31">
                  <c:v>0.180555555555555</c:v>
                </c:pt>
                <c:pt idx="32">
                  <c:v>0.1875</c:v>
                </c:pt>
                <c:pt idx="33">
                  <c:v>0.194444444444444</c:v>
                </c:pt>
                <c:pt idx="34">
                  <c:v>0.20138888888888901</c:v>
                </c:pt>
                <c:pt idx="35">
                  <c:v>0.20833333333333301</c:v>
                </c:pt>
                <c:pt idx="36">
                  <c:v>0.21527777777777701</c:v>
                </c:pt>
                <c:pt idx="37">
                  <c:v>0.22222222222222199</c:v>
                </c:pt>
                <c:pt idx="38">
                  <c:v>0.22916666666666599</c:v>
                </c:pt>
                <c:pt idx="39">
                  <c:v>0.23611111111111099</c:v>
                </c:pt>
                <c:pt idx="40">
                  <c:v>0.243055555555555</c:v>
                </c:pt>
                <c:pt idx="41">
                  <c:v>0.25</c:v>
                </c:pt>
                <c:pt idx="42">
                  <c:v>0.25694444444444398</c:v>
                </c:pt>
                <c:pt idx="43">
                  <c:v>0.26388888888888901</c:v>
                </c:pt>
                <c:pt idx="44">
                  <c:v>0.27083333333333298</c:v>
                </c:pt>
                <c:pt idx="45">
                  <c:v>0.27777777777777701</c:v>
                </c:pt>
                <c:pt idx="46">
                  <c:v>0.28472222222222199</c:v>
                </c:pt>
                <c:pt idx="47">
                  <c:v>0.29166666666666602</c:v>
                </c:pt>
                <c:pt idx="48">
                  <c:v>0.29861111111111099</c:v>
                </c:pt>
                <c:pt idx="49">
                  <c:v>0.30555555555555503</c:v>
                </c:pt>
                <c:pt idx="50">
                  <c:v>0.3125</c:v>
                </c:pt>
                <c:pt idx="51">
                  <c:v>0.31944444444444398</c:v>
                </c:pt>
                <c:pt idx="52">
                  <c:v>0.32638888888888901</c:v>
                </c:pt>
                <c:pt idx="53">
                  <c:v>0.33333333333333298</c:v>
                </c:pt>
              </c:numCache>
            </c:numRef>
          </c:cat>
          <c:val>
            <c:numRef>
              <c:f>工作表1!$B$2:$B$42</c:f>
              <c:numCache>
                <c:formatCode>General</c:formatCode>
                <c:ptCount val="41"/>
                <c:pt idx="0">
                  <c:v>370.48</c:v>
                </c:pt>
                <c:pt idx="1">
                  <c:v>344.89</c:v>
                </c:pt>
                <c:pt idx="2">
                  <c:v>335.01</c:v>
                </c:pt>
                <c:pt idx="3">
                  <c:v>354.34</c:v>
                </c:pt>
                <c:pt idx="4">
                  <c:v>334.26</c:v>
                </c:pt>
                <c:pt idx="5">
                  <c:v>335</c:v>
                </c:pt>
                <c:pt idx="6">
                  <c:v>360.65</c:v>
                </c:pt>
                <c:pt idx="7">
                  <c:v>358.55</c:v>
                </c:pt>
                <c:pt idx="8">
                  <c:v>347.67</c:v>
                </c:pt>
                <c:pt idx="9">
                  <c:v>337.55</c:v>
                </c:pt>
                <c:pt idx="10">
                  <c:v>328.81</c:v>
                </c:pt>
                <c:pt idx="11">
                  <c:v>324.74</c:v>
                </c:pt>
                <c:pt idx="12">
                  <c:v>320.01</c:v>
                </c:pt>
                <c:pt idx="13">
                  <c:v>322.89999999999998</c:v>
                </c:pt>
                <c:pt idx="14">
                  <c:v>332.92</c:v>
                </c:pt>
                <c:pt idx="15">
                  <c:v>323.79000000000002</c:v>
                </c:pt>
                <c:pt idx="16">
                  <c:v>320.26</c:v>
                </c:pt>
                <c:pt idx="17">
                  <c:v>315.25</c:v>
                </c:pt>
                <c:pt idx="18">
                  <c:v>310.95</c:v>
                </c:pt>
                <c:pt idx="19">
                  <c:v>313.88</c:v>
                </c:pt>
                <c:pt idx="20">
                  <c:v>308.88</c:v>
                </c:pt>
                <c:pt idx="21">
                  <c:v>307.37</c:v>
                </c:pt>
                <c:pt idx="22">
                  <c:v>307.20999999999998</c:v>
                </c:pt>
                <c:pt idx="23">
                  <c:v>306.86</c:v>
                </c:pt>
                <c:pt idx="24">
                  <c:v>305.75</c:v>
                </c:pt>
                <c:pt idx="25">
                  <c:v>301.33</c:v>
                </c:pt>
                <c:pt idx="26">
                  <c:v>300.92</c:v>
                </c:pt>
                <c:pt idx="27">
                  <c:v>300.70999999999998</c:v>
                </c:pt>
                <c:pt idx="28">
                  <c:v>301.79000000000002</c:v>
                </c:pt>
                <c:pt idx="29">
                  <c:v>298.94</c:v>
                </c:pt>
                <c:pt idx="30">
                  <c:v>310.89</c:v>
                </c:pt>
                <c:pt idx="31">
                  <c:v>311.89999999999998</c:v>
                </c:pt>
                <c:pt idx="32">
                  <c:v>310.33999999999997</c:v>
                </c:pt>
                <c:pt idx="33">
                  <c:v>310.26</c:v>
                </c:pt>
                <c:pt idx="34">
                  <c:v>308.75</c:v>
                </c:pt>
                <c:pt idx="35">
                  <c:v>309.32</c:v>
                </c:pt>
                <c:pt idx="36">
                  <c:v>307.61</c:v>
                </c:pt>
                <c:pt idx="37">
                  <c:v>313.60000000000002</c:v>
                </c:pt>
                <c:pt idx="38">
                  <c:v>313.73</c:v>
                </c:pt>
                <c:pt idx="39">
                  <c:v>316.44</c:v>
                </c:pt>
                <c:pt idx="40">
                  <c:v>312.60000000000002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81-4A84-B1AC-03E3FF01AE7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工作表1!$A$2:$A$55</c:f>
              <c:numCache>
                <c:formatCode>h:mm</c:formatCode>
                <c:ptCount val="54"/>
                <c:pt idx="0">
                  <c:v>0</c:v>
                </c:pt>
                <c:pt idx="1">
                  <c:v>2.0833333333333333E-3</c:v>
                </c:pt>
                <c:pt idx="2">
                  <c:v>4.1666666666666701E-3</c:v>
                </c:pt>
                <c:pt idx="3">
                  <c:v>6.2500000000000003E-3</c:v>
                </c:pt>
                <c:pt idx="4">
                  <c:v>8.3333333333333297E-3</c:v>
                </c:pt>
                <c:pt idx="5">
                  <c:v>1.0416666666666701E-2</c:v>
                </c:pt>
                <c:pt idx="6">
                  <c:v>1.2500000000000001E-2</c:v>
                </c:pt>
                <c:pt idx="7">
                  <c:v>1.4583333333333301E-2</c:v>
                </c:pt>
                <c:pt idx="8">
                  <c:v>2.0833333333333332E-2</c:v>
                </c:pt>
                <c:pt idx="9">
                  <c:v>2.7777777777777776E-2</c:v>
                </c:pt>
                <c:pt idx="10">
                  <c:v>3.4722222222222203E-2</c:v>
                </c:pt>
                <c:pt idx="11">
                  <c:v>4.1666666666666602E-2</c:v>
                </c:pt>
                <c:pt idx="12">
                  <c:v>4.8611111111111098E-2</c:v>
                </c:pt>
                <c:pt idx="13">
                  <c:v>5.5555555555555497E-2</c:v>
                </c:pt>
                <c:pt idx="14">
                  <c:v>6.25E-2</c:v>
                </c:pt>
                <c:pt idx="15">
                  <c:v>6.9444444444444406E-2</c:v>
                </c:pt>
                <c:pt idx="16">
                  <c:v>7.6388888888888895E-2</c:v>
                </c:pt>
                <c:pt idx="17">
                  <c:v>8.3333333333333301E-2</c:v>
                </c:pt>
                <c:pt idx="18">
                  <c:v>9.0277777777777707E-2</c:v>
                </c:pt>
                <c:pt idx="19">
                  <c:v>9.7222222222222196E-2</c:v>
                </c:pt>
                <c:pt idx="20">
                  <c:v>0.104166666666667</c:v>
                </c:pt>
                <c:pt idx="21">
                  <c:v>0.11111111111111099</c:v>
                </c:pt>
                <c:pt idx="22">
                  <c:v>0.118055555555556</c:v>
                </c:pt>
                <c:pt idx="23">
                  <c:v>0.125</c:v>
                </c:pt>
                <c:pt idx="24">
                  <c:v>0.131944444444444</c:v>
                </c:pt>
                <c:pt idx="25">
                  <c:v>0.13888888888888901</c:v>
                </c:pt>
                <c:pt idx="26">
                  <c:v>0.14583333333333301</c:v>
                </c:pt>
                <c:pt idx="27">
                  <c:v>0.15277777777777701</c:v>
                </c:pt>
                <c:pt idx="28">
                  <c:v>0.15972222222222199</c:v>
                </c:pt>
                <c:pt idx="29">
                  <c:v>0.16666666666666599</c:v>
                </c:pt>
                <c:pt idx="30">
                  <c:v>0.17361111111111099</c:v>
                </c:pt>
                <c:pt idx="31">
                  <c:v>0.180555555555555</c:v>
                </c:pt>
                <c:pt idx="32">
                  <c:v>0.1875</c:v>
                </c:pt>
                <c:pt idx="33">
                  <c:v>0.194444444444444</c:v>
                </c:pt>
                <c:pt idx="34">
                  <c:v>0.20138888888888901</c:v>
                </c:pt>
                <c:pt idx="35">
                  <c:v>0.20833333333333301</c:v>
                </c:pt>
                <c:pt idx="36">
                  <c:v>0.21527777777777701</c:v>
                </c:pt>
                <c:pt idx="37">
                  <c:v>0.22222222222222199</c:v>
                </c:pt>
                <c:pt idx="38">
                  <c:v>0.22916666666666599</c:v>
                </c:pt>
                <c:pt idx="39">
                  <c:v>0.23611111111111099</c:v>
                </c:pt>
                <c:pt idx="40">
                  <c:v>0.243055555555555</c:v>
                </c:pt>
                <c:pt idx="41">
                  <c:v>0.25</c:v>
                </c:pt>
                <c:pt idx="42">
                  <c:v>0.25694444444444398</c:v>
                </c:pt>
                <c:pt idx="43">
                  <c:v>0.26388888888888901</c:v>
                </c:pt>
                <c:pt idx="44">
                  <c:v>0.27083333333333298</c:v>
                </c:pt>
                <c:pt idx="45">
                  <c:v>0.27777777777777701</c:v>
                </c:pt>
                <c:pt idx="46">
                  <c:v>0.28472222222222199</c:v>
                </c:pt>
                <c:pt idx="47">
                  <c:v>0.29166666666666602</c:v>
                </c:pt>
                <c:pt idx="48">
                  <c:v>0.29861111111111099</c:v>
                </c:pt>
                <c:pt idx="49">
                  <c:v>0.30555555555555503</c:v>
                </c:pt>
                <c:pt idx="50">
                  <c:v>0.3125</c:v>
                </c:pt>
                <c:pt idx="51">
                  <c:v>0.31944444444444398</c:v>
                </c:pt>
                <c:pt idx="52">
                  <c:v>0.32638888888888901</c:v>
                </c:pt>
                <c:pt idx="53">
                  <c:v>0.33333333333333298</c:v>
                </c:pt>
              </c:numCache>
            </c:numRef>
          </c:cat>
          <c:val>
            <c:numRef>
              <c:f>工作表1!$F$2:$F$55</c:f>
              <c:numCache>
                <c:formatCode>General</c:formatCode>
                <c:ptCount val="54"/>
                <c:pt idx="0">
                  <c:v>370.53</c:v>
                </c:pt>
                <c:pt idx="1">
                  <c:v>344.94</c:v>
                </c:pt>
                <c:pt idx="2">
                  <c:v>335.06</c:v>
                </c:pt>
                <c:pt idx="3">
                  <c:v>354.4</c:v>
                </c:pt>
                <c:pt idx="4">
                  <c:v>334.3</c:v>
                </c:pt>
                <c:pt idx="5">
                  <c:v>335.04</c:v>
                </c:pt>
                <c:pt idx="6">
                  <c:v>360.69</c:v>
                </c:pt>
                <c:pt idx="7">
                  <c:v>358.59</c:v>
                </c:pt>
                <c:pt idx="8">
                  <c:v>347.71</c:v>
                </c:pt>
                <c:pt idx="9">
                  <c:v>337.58</c:v>
                </c:pt>
                <c:pt idx="10">
                  <c:v>328.85</c:v>
                </c:pt>
                <c:pt idx="11">
                  <c:v>324.76</c:v>
                </c:pt>
                <c:pt idx="12">
                  <c:v>320.04000000000002</c:v>
                </c:pt>
                <c:pt idx="13">
                  <c:v>322.93</c:v>
                </c:pt>
                <c:pt idx="14">
                  <c:v>332.95</c:v>
                </c:pt>
                <c:pt idx="15">
                  <c:v>323.82</c:v>
                </c:pt>
                <c:pt idx="16">
                  <c:v>320.27999999999997</c:v>
                </c:pt>
                <c:pt idx="17">
                  <c:v>315.27</c:v>
                </c:pt>
                <c:pt idx="18">
                  <c:v>310.97000000000003</c:v>
                </c:pt>
                <c:pt idx="19">
                  <c:v>313.89999999999998</c:v>
                </c:pt>
                <c:pt idx="20">
                  <c:v>308.91000000000003</c:v>
                </c:pt>
                <c:pt idx="21">
                  <c:v>307.39999999999998</c:v>
                </c:pt>
                <c:pt idx="22">
                  <c:v>307.24</c:v>
                </c:pt>
                <c:pt idx="23">
                  <c:v>306.89</c:v>
                </c:pt>
                <c:pt idx="24">
                  <c:v>305.77</c:v>
                </c:pt>
                <c:pt idx="25">
                  <c:v>301.36</c:v>
                </c:pt>
                <c:pt idx="26">
                  <c:v>300.95999999999998</c:v>
                </c:pt>
                <c:pt idx="27">
                  <c:v>300.75</c:v>
                </c:pt>
                <c:pt idx="28">
                  <c:v>301.82</c:v>
                </c:pt>
                <c:pt idx="29">
                  <c:v>298.97000000000003</c:v>
                </c:pt>
                <c:pt idx="30">
                  <c:v>310.91000000000003</c:v>
                </c:pt>
                <c:pt idx="31">
                  <c:v>311.92</c:v>
                </c:pt>
                <c:pt idx="32">
                  <c:v>310.66000000000003</c:v>
                </c:pt>
                <c:pt idx="33">
                  <c:v>310.27999999999997</c:v>
                </c:pt>
                <c:pt idx="34">
                  <c:v>308.77</c:v>
                </c:pt>
                <c:pt idx="35">
                  <c:v>309.33999999999997</c:v>
                </c:pt>
                <c:pt idx="36">
                  <c:v>307.63</c:v>
                </c:pt>
                <c:pt idx="37">
                  <c:v>313.62</c:v>
                </c:pt>
                <c:pt idx="38">
                  <c:v>313.76</c:v>
                </c:pt>
                <c:pt idx="39">
                  <c:v>316.45999999999998</c:v>
                </c:pt>
                <c:pt idx="40">
                  <c:v>312.63</c:v>
                </c:pt>
                <c:pt idx="41">
                  <c:v>302.98</c:v>
                </c:pt>
                <c:pt idx="42">
                  <c:v>299.49</c:v>
                </c:pt>
                <c:pt idx="43">
                  <c:v>301.97000000000003</c:v>
                </c:pt>
                <c:pt idx="44">
                  <c:v>299.27999999999997</c:v>
                </c:pt>
                <c:pt idx="45">
                  <c:v>299.91000000000003</c:v>
                </c:pt>
                <c:pt idx="46">
                  <c:v>296.86</c:v>
                </c:pt>
                <c:pt idx="47">
                  <c:v>302.83999999999997</c:v>
                </c:pt>
                <c:pt idx="48">
                  <c:v>301.5</c:v>
                </c:pt>
                <c:pt idx="49">
                  <c:v>295.60000000000002</c:v>
                </c:pt>
                <c:pt idx="50">
                  <c:v>297.16000000000003</c:v>
                </c:pt>
                <c:pt idx="51">
                  <c:v>292.83</c:v>
                </c:pt>
                <c:pt idx="52">
                  <c:v>291.16000000000003</c:v>
                </c:pt>
                <c:pt idx="53">
                  <c:v>291.98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81-4A84-B1AC-03E3FF01AE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工作表1!$J$2:$J$55</c:f>
              <c:numCache>
                <c:formatCode>General</c:formatCode>
                <c:ptCount val="54"/>
                <c:pt idx="0">
                  <c:v>25.55</c:v>
                </c:pt>
                <c:pt idx="1">
                  <c:v>25.55</c:v>
                </c:pt>
                <c:pt idx="2">
                  <c:v>25.55</c:v>
                </c:pt>
                <c:pt idx="3">
                  <c:v>25.51</c:v>
                </c:pt>
                <c:pt idx="4">
                  <c:v>25.51</c:v>
                </c:pt>
                <c:pt idx="5">
                  <c:v>25.47</c:v>
                </c:pt>
                <c:pt idx="6">
                  <c:v>25.47</c:v>
                </c:pt>
                <c:pt idx="7">
                  <c:v>25.47</c:v>
                </c:pt>
                <c:pt idx="8">
                  <c:v>25.47</c:v>
                </c:pt>
                <c:pt idx="9">
                  <c:v>25.47</c:v>
                </c:pt>
                <c:pt idx="10">
                  <c:v>25.47</c:v>
                </c:pt>
                <c:pt idx="11">
                  <c:v>25.47</c:v>
                </c:pt>
                <c:pt idx="12">
                  <c:v>25.47</c:v>
                </c:pt>
                <c:pt idx="13">
                  <c:v>25.47</c:v>
                </c:pt>
                <c:pt idx="14">
                  <c:v>25.44</c:v>
                </c:pt>
                <c:pt idx="15">
                  <c:v>25.44</c:v>
                </c:pt>
                <c:pt idx="16">
                  <c:v>25.44</c:v>
                </c:pt>
                <c:pt idx="17">
                  <c:v>25.44</c:v>
                </c:pt>
                <c:pt idx="18">
                  <c:v>25.44</c:v>
                </c:pt>
                <c:pt idx="19">
                  <c:v>25.44</c:v>
                </c:pt>
                <c:pt idx="20">
                  <c:v>25.44</c:v>
                </c:pt>
                <c:pt idx="21">
                  <c:v>25.44</c:v>
                </c:pt>
                <c:pt idx="22">
                  <c:v>25.44</c:v>
                </c:pt>
                <c:pt idx="23">
                  <c:v>25.44</c:v>
                </c:pt>
                <c:pt idx="24">
                  <c:v>25.44</c:v>
                </c:pt>
                <c:pt idx="25">
                  <c:v>25.44</c:v>
                </c:pt>
                <c:pt idx="26">
                  <c:v>25.44</c:v>
                </c:pt>
                <c:pt idx="27">
                  <c:v>25.44</c:v>
                </c:pt>
                <c:pt idx="28">
                  <c:v>25.44</c:v>
                </c:pt>
                <c:pt idx="29">
                  <c:v>25.44</c:v>
                </c:pt>
                <c:pt idx="30">
                  <c:v>25.41</c:v>
                </c:pt>
                <c:pt idx="31">
                  <c:v>25.41</c:v>
                </c:pt>
                <c:pt idx="32">
                  <c:v>25.41</c:v>
                </c:pt>
                <c:pt idx="33">
                  <c:v>25.41</c:v>
                </c:pt>
                <c:pt idx="34">
                  <c:v>25.41</c:v>
                </c:pt>
                <c:pt idx="35">
                  <c:v>25.41</c:v>
                </c:pt>
                <c:pt idx="36">
                  <c:v>25.41</c:v>
                </c:pt>
                <c:pt idx="37">
                  <c:v>25.41</c:v>
                </c:pt>
                <c:pt idx="38">
                  <c:v>25.41</c:v>
                </c:pt>
                <c:pt idx="39">
                  <c:v>25.41</c:v>
                </c:pt>
                <c:pt idx="40">
                  <c:v>25.41</c:v>
                </c:pt>
                <c:pt idx="41">
                  <c:v>25.41</c:v>
                </c:pt>
                <c:pt idx="42">
                  <c:v>25.41</c:v>
                </c:pt>
                <c:pt idx="43">
                  <c:v>25.41</c:v>
                </c:pt>
                <c:pt idx="44">
                  <c:v>25.38</c:v>
                </c:pt>
                <c:pt idx="45">
                  <c:v>25.38</c:v>
                </c:pt>
                <c:pt idx="46">
                  <c:v>25.38</c:v>
                </c:pt>
                <c:pt idx="47">
                  <c:v>25.38</c:v>
                </c:pt>
                <c:pt idx="48">
                  <c:v>25.38</c:v>
                </c:pt>
                <c:pt idx="49">
                  <c:v>25.38</c:v>
                </c:pt>
                <c:pt idx="50">
                  <c:v>25.38</c:v>
                </c:pt>
                <c:pt idx="51">
                  <c:v>25.38</c:v>
                </c:pt>
                <c:pt idx="52">
                  <c:v>25.38</c:v>
                </c:pt>
                <c:pt idx="53">
                  <c:v>25.38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81-4A84-B1AC-03E3FF01AE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  <a:endParaRPr lang="en-US" alt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工作表1!$A$2:$A$55</c:f>
              <c:numCache>
                <c:formatCode>h:mm</c:formatCode>
                <c:ptCount val="54"/>
                <c:pt idx="0">
                  <c:v>0</c:v>
                </c:pt>
                <c:pt idx="1">
                  <c:v>2.0833333333333333E-3</c:v>
                </c:pt>
                <c:pt idx="2">
                  <c:v>4.1666666666666701E-3</c:v>
                </c:pt>
                <c:pt idx="3">
                  <c:v>6.2500000000000003E-3</c:v>
                </c:pt>
                <c:pt idx="4">
                  <c:v>8.3333333333333297E-3</c:v>
                </c:pt>
                <c:pt idx="5">
                  <c:v>1.0416666666666701E-2</c:v>
                </c:pt>
                <c:pt idx="6">
                  <c:v>1.2500000000000001E-2</c:v>
                </c:pt>
                <c:pt idx="7">
                  <c:v>1.4583333333333301E-2</c:v>
                </c:pt>
                <c:pt idx="8">
                  <c:v>2.0833333333333332E-2</c:v>
                </c:pt>
                <c:pt idx="9">
                  <c:v>2.7777777777777776E-2</c:v>
                </c:pt>
                <c:pt idx="10">
                  <c:v>3.4722222222222203E-2</c:v>
                </c:pt>
                <c:pt idx="11">
                  <c:v>4.1666666666666602E-2</c:v>
                </c:pt>
                <c:pt idx="12">
                  <c:v>4.8611111111111098E-2</c:v>
                </c:pt>
                <c:pt idx="13">
                  <c:v>5.5555555555555497E-2</c:v>
                </c:pt>
                <c:pt idx="14">
                  <c:v>6.25E-2</c:v>
                </c:pt>
                <c:pt idx="15">
                  <c:v>6.9444444444444406E-2</c:v>
                </c:pt>
                <c:pt idx="16">
                  <c:v>7.6388888888888895E-2</c:v>
                </c:pt>
                <c:pt idx="17">
                  <c:v>8.3333333333333301E-2</c:v>
                </c:pt>
                <c:pt idx="18">
                  <c:v>9.0277777777777707E-2</c:v>
                </c:pt>
                <c:pt idx="19">
                  <c:v>9.7222222222222196E-2</c:v>
                </c:pt>
                <c:pt idx="20">
                  <c:v>0.104166666666667</c:v>
                </c:pt>
                <c:pt idx="21">
                  <c:v>0.11111111111111099</c:v>
                </c:pt>
                <c:pt idx="22">
                  <c:v>0.118055555555556</c:v>
                </c:pt>
                <c:pt idx="23">
                  <c:v>0.125</c:v>
                </c:pt>
                <c:pt idx="24">
                  <c:v>0.131944444444444</c:v>
                </c:pt>
                <c:pt idx="25">
                  <c:v>0.13888888888888901</c:v>
                </c:pt>
                <c:pt idx="26">
                  <c:v>0.14583333333333301</c:v>
                </c:pt>
                <c:pt idx="27">
                  <c:v>0.15277777777777701</c:v>
                </c:pt>
                <c:pt idx="28">
                  <c:v>0.15972222222222199</c:v>
                </c:pt>
                <c:pt idx="29">
                  <c:v>0.16666666666666599</c:v>
                </c:pt>
                <c:pt idx="30">
                  <c:v>0.17361111111111099</c:v>
                </c:pt>
                <c:pt idx="31">
                  <c:v>0.180555555555555</c:v>
                </c:pt>
                <c:pt idx="32">
                  <c:v>0.1875</c:v>
                </c:pt>
                <c:pt idx="33">
                  <c:v>0.194444444444444</c:v>
                </c:pt>
                <c:pt idx="34">
                  <c:v>0.20138888888888901</c:v>
                </c:pt>
                <c:pt idx="35">
                  <c:v>0.20833333333333301</c:v>
                </c:pt>
                <c:pt idx="36">
                  <c:v>0.21527777777777701</c:v>
                </c:pt>
                <c:pt idx="37">
                  <c:v>0.22222222222222199</c:v>
                </c:pt>
                <c:pt idx="38">
                  <c:v>0.22916666666666599</c:v>
                </c:pt>
                <c:pt idx="39">
                  <c:v>0.23611111111111099</c:v>
                </c:pt>
                <c:pt idx="40">
                  <c:v>0.243055555555555</c:v>
                </c:pt>
                <c:pt idx="41">
                  <c:v>0.25</c:v>
                </c:pt>
                <c:pt idx="42">
                  <c:v>0.25694444444444398</c:v>
                </c:pt>
                <c:pt idx="43">
                  <c:v>0.26388888888888901</c:v>
                </c:pt>
                <c:pt idx="44">
                  <c:v>0.27083333333333298</c:v>
                </c:pt>
                <c:pt idx="45">
                  <c:v>0.27777777777777701</c:v>
                </c:pt>
                <c:pt idx="46">
                  <c:v>0.28472222222222199</c:v>
                </c:pt>
                <c:pt idx="47">
                  <c:v>0.29166666666666602</c:v>
                </c:pt>
                <c:pt idx="48">
                  <c:v>0.29861111111111099</c:v>
                </c:pt>
                <c:pt idx="49">
                  <c:v>0.30555555555555503</c:v>
                </c:pt>
                <c:pt idx="50">
                  <c:v>0.3125</c:v>
                </c:pt>
                <c:pt idx="51">
                  <c:v>0.31944444444444398</c:v>
                </c:pt>
                <c:pt idx="52">
                  <c:v>0.32638888888888901</c:v>
                </c:pt>
                <c:pt idx="53">
                  <c:v>0.33333333333333298</c:v>
                </c:pt>
              </c:numCache>
            </c:numRef>
          </c:cat>
          <c:val>
            <c:numRef>
              <c:f>工作表1!$D$2:$D$55</c:f>
              <c:numCache>
                <c:formatCode>General</c:formatCode>
                <c:ptCount val="54"/>
                <c:pt idx="0">
                  <c:v>26.21</c:v>
                </c:pt>
                <c:pt idx="1">
                  <c:v>19.11</c:v>
                </c:pt>
                <c:pt idx="2">
                  <c:v>15.09</c:v>
                </c:pt>
                <c:pt idx="3">
                  <c:v>29.98</c:v>
                </c:pt>
                <c:pt idx="4">
                  <c:v>16.34</c:v>
                </c:pt>
                <c:pt idx="5">
                  <c:v>23.72</c:v>
                </c:pt>
                <c:pt idx="6">
                  <c:v>24.67</c:v>
                </c:pt>
                <c:pt idx="7">
                  <c:v>21.79</c:v>
                </c:pt>
                <c:pt idx="8">
                  <c:v>18.43</c:v>
                </c:pt>
                <c:pt idx="9">
                  <c:v>16.45</c:v>
                </c:pt>
                <c:pt idx="10">
                  <c:v>15.43</c:v>
                </c:pt>
                <c:pt idx="11">
                  <c:v>14.75</c:v>
                </c:pt>
                <c:pt idx="12">
                  <c:v>14.34</c:v>
                </c:pt>
                <c:pt idx="13">
                  <c:v>14.72</c:v>
                </c:pt>
                <c:pt idx="14">
                  <c:v>21.21</c:v>
                </c:pt>
                <c:pt idx="15">
                  <c:v>19.149999999999999</c:v>
                </c:pt>
                <c:pt idx="16">
                  <c:v>18.38</c:v>
                </c:pt>
                <c:pt idx="17">
                  <c:v>17.53</c:v>
                </c:pt>
                <c:pt idx="18">
                  <c:v>16.59</c:v>
                </c:pt>
                <c:pt idx="19">
                  <c:v>17.27</c:v>
                </c:pt>
                <c:pt idx="20">
                  <c:v>16.36</c:v>
                </c:pt>
                <c:pt idx="21">
                  <c:v>15.92</c:v>
                </c:pt>
                <c:pt idx="22">
                  <c:v>15.87</c:v>
                </c:pt>
                <c:pt idx="23">
                  <c:v>15.66</c:v>
                </c:pt>
                <c:pt idx="24">
                  <c:v>15.31</c:v>
                </c:pt>
                <c:pt idx="25">
                  <c:v>15.37</c:v>
                </c:pt>
                <c:pt idx="26">
                  <c:v>15.29</c:v>
                </c:pt>
                <c:pt idx="27">
                  <c:v>15.24</c:v>
                </c:pt>
                <c:pt idx="28">
                  <c:v>15.32</c:v>
                </c:pt>
                <c:pt idx="29">
                  <c:v>15.11</c:v>
                </c:pt>
                <c:pt idx="30">
                  <c:v>22.24</c:v>
                </c:pt>
                <c:pt idx="31">
                  <c:v>21.35</c:v>
                </c:pt>
                <c:pt idx="32">
                  <c:v>20.27</c:v>
                </c:pt>
                <c:pt idx="33">
                  <c:v>19.86</c:v>
                </c:pt>
                <c:pt idx="34">
                  <c:v>19.55</c:v>
                </c:pt>
                <c:pt idx="35">
                  <c:v>19.38</c:v>
                </c:pt>
                <c:pt idx="36">
                  <c:v>19.010000000000002</c:v>
                </c:pt>
                <c:pt idx="37">
                  <c:v>19.91</c:v>
                </c:pt>
                <c:pt idx="38">
                  <c:v>19.920000000000002</c:v>
                </c:pt>
                <c:pt idx="39">
                  <c:v>19.760000000000002</c:v>
                </c:pt>
                <c:pt idx="40">
                  <c:v>18.66</c:v>
                </c:pt>
                <c:pt idx="41">
                  <c:v>18.079999999999998</c:v>
                </c:pt>
                <c:pt idx="42">
                  <c:v>16.579999999999998</c:v>
                </c:pt>
                <c:pt idx="43">
                  <c:v>17.05</c:v>
                </c:pt>
                <c:pt idx="44">
                  <c:v>26.67</c:v>
                </c:pt>
                <c:pt idx="45">
                  <c:v>16.72</c:v>
                </c:pt>
                <c:pt idx="46">
                  <c:v>16.309999999999999</c:v>
                </c:pt>
                <c:pt idx="47">
                  <c:v>17.27</c:v>
                </c:pt>
                <c:pt idx="48">
                  <c:v>16.91</c:v>
                </c:pt>
                <c:pt idx="49">
                  <c:v>16.260000000000002</c:v>
                </c:pt>
                <c:pt idx="50">
                  <c:v>16.59</c:v>
                </c:pt>
                <c:pt idx="51">
                  <c:v>15.9</c:v>
                </c:pt>
                <c:pt idx="52">
                  <c:v>15.9</c:v>
                </c:pt>
                <c:pt idx="53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68-428E-89B9-552897C20F11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工作表1!$A$2:$A$55</c:f>
              <c:numCache>
                <c:formatCode>h:mm</c:formatCode>
                <c:ptCount val="54"/>
                <c:pt idx="0">
                  <c:v>0</c:v>
                </c:pt>
                <c:pt idx="1">
                  <c:v>2.0833333333333333E-3</c:v>
                </c:pt>
                <c:pt idx="2">
                  <c:v>4.1666666666666701E-3</c:v>
                </c:pt>
                <c:pt idx="3">
                  <c:v>6.2500000000000003E-3</c:v>
                </c:pt>
                <c:pt idx="4">
                  <c:v>8.3333333333333297E-3</c:v>
                </c:pt>
                <c:pt idx="5">
                  <c:v>1.0416666666666701E-2</c:v>
                </c:pt>
                <c:pt idx="6">
                  <c:v>1.2500000000000001E-2</c:v>
                </c:pt>
                <c:pt idx="7">
                  <c:v>1.4583333333333301E-2</c:v>
                </c:pt>
                <c:pt idx="8">
                  <c:v>2.0833333333333332E-2</c:v>
                </c:pt>
                <c:pt idx="9">
                  <c:v>2.7777777777777776E-2</c:v>
                </c:pt>
                <c:pt idx="10">
                  <c:v>3.4722222222222203E-2</c:v>
                </c:pt>
                <c:pt idx="11">
                  <c:v>4.1666666666666602E-2</c:v>
                </c:pt>
                <c:pt idx="12">
                  <c:v>4.8611111111111098E-2</c:v>
                </c:pt>
                <c:pt idx="13">
                  <c:v>5.5555555555555497E-2</c:v>
                </c:pt>
                <c:pt idx="14">
                  <c:v>6.25E-2</c:v>
                </c:pt>
                <c:pt idx="15">
                  <c:v>6.9444444444444406E-2</c:v>
                </c:pt>
                <c:pt idx="16">
                  <c:v>7.6388888888888895E-2</c:v>
                </c:pt>
                <c:pt idx="17">
                  <c:v>8.3333333333333301E-2</c:v>
                </c:pt>
                <c:pt idx="18">
                  <c:v>9.0277777777777707E-2</c:v>
                </c:pt>
                <c:pt idx="19">
                  <c:v>9.7222222222222196E-2</c:v>
                </c:pt>
                <c:pt idx="20">
                  <c:v>0.104166666666667</c:v>
                </c:pt>
                <c:pt idx="21">
                  <c:v>0.11111111111111099</c:v>
                </c:pt>
                <c:pt idx="22">
                  <c:v>0.118055555555556</c:v>
                </c:pt>
                <c:pt idx="23">
                  <c:v>0.125</c:v>
                </c:pt>
                <c:pt idx="24">
                  <c:v>0.131944444444444</c:v>
                </c:pt>
                <c:pt idx="25">
                  <c:v>0.13888888888888901</c:v>
                </c:pt>
                <c:pt idx="26">
                  <c:v>0.14583333333333301</c:v>
                </c:pt>
                <c:pt idx="27">
                  <c:v>0.15277777777777701</c:v>
                </c:pt>
                <c:pt idx="28">
                  <c:v>0.15972222222222199</c:v>
                </c:pt>
                <c:pt idx="29">
                  <c:v>0.16666666666666599</c:v>
                </c:pt>
                <c:pt idx="30">
                  <c:v>0.17361111111111099</c:v>
                </c:pt>
                <c:pt idx="31">
                  <c:v>0.180555555555555</c:v>
                </c:pt>
                <c:pt idx="32">
                  <c:v>0.1875</c:v>
                </c:pt>
                <c:pt idx="33">
                  <c:v>0.194444444444444</c:v>
                </c:pt>
                <c:pt idx="34">
                  <c:v>0.20138888888888901</c:v>
                </c:pt>
                <c:pt idx="35">
                  <c:v>0.20833333333333301</c:v>
                </c:pt>
                <c:pt idx="36">
                  <c:v>0.21527777777777701</c:v>
                </c:pt>
                <c:pt idx="37">
                  <c:v>0.22222222222222199</c:v>
                </c:pt>
                <c:pt idx="38">
                  <c:v>0.22916666666666599</c:v>
                </c:pt>
                <c:pt idx="39">
                  <c:v>0.23611111111111099</c:v>
                </c:pt>
                <c:pt idx="40">
                  <c:v>0.243055555555555</c:v>
                </c:pt>
                <c:pt idx="41">
                  <c:v>0.25</c:v>
                </c:pt>
                <c:pt idx="42">
                  <c:v>0.25694444444444398</c:v>
                </c:pt>
                <c:pt idx="43">
                  <c:v>0.26388888888888901</c:v>
                </c:pt>
                <c:pt idx="44">
                  <c:v>0.27083333333333298</c:v>
                </c:pt>
                <c:pt idx="45">
                  <c:v>0.27777777777777701</c:v>
                </c:pt>
                <c:pt idx="46">
                  <c:v>0.28472222222222199</c:v>
                </c:pt>
                <c:pt idx="47">
                  <c:v>0.29166666666666602</c:v>
                </c:pt>
                <c:pt idx="48">
                  <c:v>0.29861111111111099</c:v>
                </c:pt>
                <c:pt idx="49">
                  <c:v>0.30555555555555503</c:v>
                </c:pt>
                <c:pt idx="50">
                  <c:v>0.3125</c:v>
                </c:pt>
                <c:pt idx="51">
                  <c:v>0.31944444444444398</c:v>
                </c:pt>
                <c:pt idx="52">
                  <c:v>0.32638888888888901</c:v>
                </c:pt>
                <c:pt idx="53">
                  <c:v>0.33333333333333298</c:v>
                </c:pt>
              </c:numCache>
            </c:numRef>
          </c:cat>
          <c:val>
            <c:numRef>
              <c:f>工作表1!$H$2:$H$55</c:f>
              <c:numCache>
                <c:formatCode>General</c:formatCode>
                <c:ptCount val="54"/>
                <c:pt idx="0">
                  <c:v>33.17</c:v>
                </c:pt>
                <c:pt idx="1">
                  <c:v>22.7</c:v>
                </c:pt>
                <c:pt idx="2">
                  <c:v>19.329999999999998</c:v>
                </c:pt>
                <c:pt idx="3">
                  <c:v>30.06</c:v>
                </c:pt>
                <c:pt idx="4">
                  <c:v>24.74</c:v>
                </c:pt>
                <c:pt idx="5">
                  <c:v>37.700000000000003</c:v>
                </c:pt>
                <c:pt idx="6">
                  <c:v>38.18</c:v>
                </c:pt>
                <c:pt idx="7">
                  <c:v>33.32</c:v>
                </c:pt>
                <c:pt idx="8">
                  <c:v>27.56</c:v>
                </c:pt>
                <c:pt idx="9">
                  <c:v>24.68</c:v>
                </c:pt>
                <c:pt idx="10">
                  <c:v>22.7</c:v>
                </c:pt>
                <c:pt idx="11">
                  <c:v>21.98</c:v>
                </c:pt>
                <c:pt idx="12">
                  <c:v>20.8</c:v>
                </c:pt>
                <c:pt idx="13">
                  <c:v>21.06</c:v>
                </c:pt>
                <c:pt idx="14">
                  <c:v>28</c:v>
                </c:pt>
                <c:pt idx="15">
                  <c:v>25.04</c:v>
                </c:pt>
                <c:pt idx="16">
                  <c:v>23.64</c:v>
                </c:pt>
                <c:pt idx="17">
                  <c:v>22.48</c:v>
                </c:pt>
                <c:pt idx="18">
                  <c:v>21</c:v>
                </c:pt>
                <c:pt idx="19">
                  <c:v>21.94</c:v>
                </c:pt>
                <c:pt idx="20">
                  <c:v>20.53</c:v>
                </c:pt>
                <c:pt idx="21">
                  <c:v>19.71</c:v>
                </c:pt>
                <c:pt idx="22">
                  <c:v>19.47</c:v>
                </c:pt>
                <c:pt idx="23">
                  <c:v>19.28</c:v>
                </c:pt>
                <c:pt idx="24">
                  <c:v>18.82</c:v>
                </c:pt>
                <c:pt idx="25">
                  <c:v>18.579999999999998</c:v>
                </c:pt>
                <c:pt idx="26">
                  <c:v>18.260000000000002</c:v>
                </c:pt>
                <c:pt idx="27">
                  <c:v>18.149999999999999</c:v>
                </c:pt>
                <c:pt idx="28">
                  <c:v>18.239999999999998</c:v>
                </c:pt>
                <c:pt idx="29">
                  <c:v>18.21</c:v>
                </c:pt>
                <c:pt idx="30">
                  <c:v>28.58</c:v>
                </c:pt>
                <c:pt idx="31">
                  <c:v>26.31</c:v>
                </c:pt>
                <c:pt idx="32">
                  <c:v>25.06</c:v>
                </c:pt>
                <c:pt idx="33">
                  <c:v>24.59</c:v>
                </c:pt>
                <c:pt idx="34">
                  <c:v>23.94</c:v>
                </c:pt>
                <c:pt idx="35">
                  <c:v>23.26</c:v>
                </c:pt>
                <c:pt idx="36">
                  <c:v>22.58</c:v>
                </c:pt>
                <c:pt idx="37">
                  <c:v>22.73</c:v>
                </c:pt>
                <c:pt idx="38">
                  <c:v>22.24</c:v>
                </c:pt>
                <c:pt idx="39">
                  <c:v>21.96</c:v>
                </c:pt>
                <c:pt idx="40">
                  <c:v>20.8</c:v>
                </c:pt>
                <c:pt idx="41">
                  <c:v>19.87</c:v>
                </c:pt>
                <c:pt idx="42">
                  <c:v>19.21</c:v>
                </c:pt>
                <c:pt idx="43">
                  <c:v>19.739999999999998</c:v>
                </c:pt>
                <c:pt idx="44">
                  <c:v>19.12</c:v>
                </c:pt>
                <c:pt idx="45">
                  <c:v>19.22</c:v>
                </c:pt>
                <c:pt idx="46">
                  <c:v>18.68</c:v>
                </c:pt>
                <c:pt idx="47">
                  <c:v>19.350000000000001</c:v>
                </c:pt>
                <c:pt idx="48">
                  <c:v>18.72</c:v>
                </c:pt>
                <c:pt idx="49">
                  <c:v>18.27</c:v>
                </c:pt>
                <c:pt idx="50">
                  <c:v>18.690000000000001</c:v>
                </c:pt>
                <c:pt idx="51">
                  <c:v>18.96</c:v>
                </c:pt>
                <c:pt idx="52">
                  <c:v>18.920000000000002</c:v>
                </c:pt>
                <c:pt idx="53">
                  <c:v>18.87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A68-428E-89B9-552897C20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工作表1!$J$2:$J$55</c:f>
              <c:numCache>
                <c:formatCode>General</c:formatCode>
                <c:ptCount val="54"/>
                <c:pt idx="0">
                  <c:v>25.55</c:v>
                </c:pt>
                <c:pt idx="1">
                  <c:v>25.55</c:v>
                </c:pt>
                <c:pt idx="2">
                  <c:v>25.55</c:v>
                </c:pt>
                <c:pt idx="3">
                  <c:v>25.51</c:v>
                </c:pt>
                <c:pt idx="4">
                  <c:v>25.51</c:v>
                </c:pt>
                <c:pt idx="5">
                  <c:v>25.47</c:v>
                </c:pt>
                <c:pt idx="6">
                  <c:v>25.47</c:v>
                </c:pt>
                <c:pt idx="7">
                  <c:v>25.47</c:v>
                </c:pt>
                <c:pt idx="8">
                  <c:v>25.47</c:v>
                </c:pt>
                <c:pt idx="9">
                  <c:v>25.47</c:v>
                </c:pt>
                <c:pt idx="10">
                  <c:v>25.47</c:v>
                </c:pt>
                <c:pt idx="11">
                  <c:v>25.47</c:v>
                </c:pt>
                <c:pt idx="12">
                  <c:v>25.47</c:v>
                </c:pt>
                <c:pt idx="13">
                  <c:v>25.47</c:v>
                </c:pt>
                <c:pt idx="14">
                  <c:v>25.44</c:v>
                </c:pt>
                <c:pt idx="15">
                  <c:v>25.44</c:v>
                </c:pt>
                <c:pt idx="16">
                  <c:v>25.44</c:v>
                </c:pt>
                <c:pt idx="17">
                  <c:v>25.44</c:v>
                </c:pt>
                <c:pt idx="18">
                  <c:v>25.44</c:v>
                </c:pt>
                <c:pt idx="19">
                  <c:v>25.44</c:v>
                </c:pt>
                <c:pt idx="20">
                  <c:v>25.44</c:v>
                </c:pt>
                <c:pt idx="21">
                  <c:v>25.44</c:v>
                </c:pt>
                <c:pt idx="22">
                  <c:v>25.44</c:v>
                </c:pt>
                <c:pt idx="23">
                  <c:v>25.44</c:v>
                </c:pt>
                <c:pt idx="24">
                  <c:v>25.44</c:v>
                </c:pt>
                <c:pt idx="25">
                  <c:v>25.44</c:v>
                </c:pt>
                <c:pt idx="26">
                  <c:v>25.44</c:v>
                </c:pt>
                <c:pt idx="27">
                  <c:v>25.44</c:v>
                </c:pt>
                <c:pt idx="28">
                  <c:v>25.44</c:v>
                </c:pt>
                <c:pt idx="29">
                  <c:v>25.44</c:v>
                </c:pt>
                <c:pt idx="30">
                  <c:v>25.41</c:v>
                </c:pt>
                <c:pt idx="31">
                  <c:v>25.41</c:v>
                </c:pt>
                <c:pt idx="32">
                  <c:v>25.41</c:v>
                </c:pt>
                <c:pt idx="33">
                  <c:v>25.41</c:v>
                </c:pt>
                <c:pt idx="34">
                  <c:v>25.41</c:v>
                </c:pt>
                <c:pt idx="35">
                  <c:v>25.41</c:v>
                </c:pt>
                <c:pt idx="36">
                  <c:v>25.41</c:v>
                </c:pt>
                <c:pt idx="37">
                  <c:v>25.41</c:v>
                </c:pt>
                <c:pt idx="38">
                  <c:v>25.41</c:v>
                </c:pt>
                <c:pt idx="39">
                  <c:v>25.41</c:v>
                </c:pt>
                <c:pt idx="40">
                  <c:v>25.41</c:v>
                </c:pt>
                <c:pt idx="41">
                  <c:v>25.41</c:v>
                </c:pt>
                <c:pt idx="42">
                  <c:v>25.41</c:v>
                </c:pt>
                <c:pt idx="43">
                  <c:v>25.41</c:v>
                </c:pt>
                <c:pt idx="44">
                  <c:v>25.38</c:v>
                </c:pt>
                <c:pt idx="45">
                  <c:v>25.38</c:v>
                </c:pt>
                <c:pt idx="46">
                  <c:v>25.38</c:v>
                </c:pt>
                <c:pt idx="47">
                  <c:v>25.38</c:v>
                </c:pt>
                <c:pt idx="48">
                  <c:v>25.38</c:v>
                </c:pt>
                <c:pt idx="49">
                  <c:v>25.38</c:v>
                </c:pt>
                <c:pt idx="50">
                  <c:v>25.38</c:v>
                </c:pt>
                <c:pt idx="51">
                  <c:v>25.38</c:v>
                </c:pt>
                <c:pt idx="52">
                  <c:v>25.38</c:v>
                </c:pt>
                <c:pt idx="53">
                  <c:v>25.38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A68-428E-89B9-552897C20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04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M4_100W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並聯長時間測試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2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次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8HR(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目前約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56HR)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修改跟廠商開會時的報告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795908" y="3212570"/>
            <a:ext cx="7552183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已使用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40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</a:p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			(40~48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718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小時測試前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0849EE4-072E-4B60-955F-F7A4D9095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" y="1330931"/>
            <a:ext cx="4572001" cy="261943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B15F455-A23C-4320-917F-189B263BB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561" y="1330931"/>
            <a:ext cx="4568590" cy="261748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ABDAB75-CFF5-4048-A0B8-517D3357A0D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9907" b="19587"/>
          <a:stretch/>
        </p:blipFill>
        <p:spPr>
          <a:xfrm>
            <a:off x="-12849" y="3945366"/>
            <a:ext cx="9144000" cy="247977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5ECB080-CB14-42D7-98E4-175D6FE56BEA}"/>
              </a:ext>
            </a:extLst>
          </p:cNvPr>
          <p:cNvSpPr/>
          <p:nvPr/>
        </p:nvSpPr>
        <p:spPr>
          <a:xfrm>
            <a:off x="19271" y="4987520"/>
            <a:ext cx="9131154" cy="395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350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 (40~48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8" name="圖表 17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/>
        </p:nvGraphicFramePr>
        <p:xfrm>
          <a:off x="0" y="922355"/>
          <a:ext cx="4571992" cy="2651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圖表 18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/>
        </p:nvGraphicFramePr>
        <p:xfrm>
          <a:off x="1" y="3574096"/>
          <a:ext cx="4571987" cy="2842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圖表 19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/>
        </p:nvGraphicFramePr>
        <p:xfrm>
          <a:off x="4571991" y="3574095"/>
          <a:ext cx="4572006" cy="2854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圖表 20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/>
        </p:nvGraphicFramePr>
        <p:xfrm>
          <a:off x="4571994" y="906830"/>
          <a:ext cx="4572006" cy="2667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7280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448234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小時測試後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5D1CDC7-FBF8-4CB0-AF36-2EB127C57E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24344"/>
            <a:ext cx="4572000" cy="261943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AB8028F-7CC1-4BBD-A34A-15A526E2C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1324344"/>
            <a:ext cx="4572001" cy="261943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E04469-FA0C-4E5A-A912-85E37BB5085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3362" b="16031"/>
          <a:stretch/>
        </p:blipFill>
        <p:spPr>
          <a:xfrm>
            <a:off x="-2" y="4046799"/>
            <a:ext cx="9144000" cy="12192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B6ED339-E4E7-4E78-8703-182252A8D338}"/>
              </a:ext>
            </a:extLst>
          </p:cNvPr>
          <p:cNvSpPr/>
          <p:nvPr/>
        </p:nvSpPr>
        <p:spPr>
          <a:xfrm>
            <a:off x="-1" y="4521368"/>
            <a:ext cx="9131154" cy="311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C2D3DE59-11CB-43DC-B17A-66312166016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9056"/>
          <a:stretch/>
        </p:blipFill>
        <p:spPr>
          <a:xfrm>
            <a:off x="-12847" y="5533656"/>
            <a:ext cx="9156848" cy="72422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C77AADFA-FEAE-4880-9779-D14F6CCA484B}"/>
              </a:ext>
            </a:extLst>
          </p:cNvPr>
          <p:cNvSpPr/>
          <p:nvPr/>
        </p:nvSpPr>
        <p:spPr>
          <a:xfrm>
            <a:off x="12846" y="5764256"/>
            <a:ext cx="9131154" cy="27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91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795908" y="3212570"/>
            <a:ext cx="7552183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已使用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48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</a:p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			(48~56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385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448234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小時測試前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5D1CDC7-FBF8-4CB0-AF36-2EB127C57E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24344"/>
            <a:ext cx="4572000" cy="261943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AB8028F-7CC1-4BBD-A34A-15A526E2C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1324344"/>
            <a:ext cx="4572001" cy="261943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E04469-FA0C-4E5A-A912-85E37BB5085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3362" b="16031"/>
          <a:stretch/>
        </p:blipFill>
        <p:spPr>
          <a:xfrm>
            <a:off x="-2" y="4046799"/>
            <a:ext cx="9144000" cy="12192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B6ED339-E4E7-4E78-8703-182252A8D338}"/>
              </a:ext>
            </a:extLst>
          </p:cNvPr>
          <p:cNvSpPr/>
          <p:nvPr/>
        </p:nvSpPr>
        <p:spPr>
          <a:xfrm>
            <a:off x="-1" y="4521368"/>
            <a:ext cx="9131154" cy="311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C2D3DE59-11CB-43DC-B17A-66312166016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9056"/>
          <a:stretch/>
        </p:blipFill>
        <p:spPr>
          <a:xfrm>
            <a:off x="-12847" y="5533656"/>
            <a:ext cx="9156848" cy="72422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C77AADFA-FEAE-4880-9779-D14F6CCA484B}"/>
              </a:ext>
            </a:extLst>
          </p:cNvPr>
          <p:cNvSpPr/>
          <p:nvPr/>
        </p:nvSpPr>
        <p:spPr>
          <a:xfrm>
            <a:off x="12846" y="5764256"/>
            <a:ext cx="9131154" cy="27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146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174361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 (48~56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/>
        </p:nvGraphicFramePr>
        <p:xfrm>
          <a:off x="1" y="915125"/>
          <a:ext cx="4337824" cy="2669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圖表 12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/>
        </p:nvGraphicFramePr>
        <p:xfrm>
          <a:off x="4337824" y="3783093"/>
          <a:ext cx="4867676" cy="2606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圖表 13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/>
        </p:nvGraphicFramePr>
        <p:xfrm>
          <a:off x="4337824" y="911720"/>
          <a:ext cx="4806176" cy="2606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圖表 14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/>
        </p:nvGraphicFramePr>
        <p:xfrm>
          <a:off x="-61499" y="3783093"/>
          <a:ext cx="4399324" cy="2683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5726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D8CE0A73-4B95-410B-815A-4F65ED43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9268"/>
            <a:ext cx="9144000" cy="2148322"/>
          </a:xfrm>
          <a:prstGeom prst="rect">
            <a:avLst/>
          </a:prstGeom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19" y="0"/>
            <a:ext cx="8448234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100W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震盪子並聯測試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_8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小時測試後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(48~56</a:t>
            </a: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小時</a:t>
            </a:r>
            <a:r>
              <a:rPr kumimoji="1" lang="en-US" altLang="zh-TW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12617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4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6ED339-E4E7-4E78-8703-182252A8D338}"/>
              </a:ext>
            </a:extLst>
          </p:cNvPr>
          <p:cNvSpPr/>
          <p:nvPr/>
        </p:nvSpPr>
        <p:spPr>
          <a:xfrm>
            <a:off x="19270" y="5612712"/>
            <a:ext cx="9131154" cy="311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BD0B2C8-7D52-4C35-BBF2-5A5FA22C24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6" y="1324344"/>
            <a:ext cx="4572001" cy="261943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9670AE4-4B77-46C8-9723-F1CDC9AC51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16981"/>
            <a:ext cx="4559153" cy="26120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731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kumimoji="1" lang="zh-TW" altLang="en-US" sz="2400" kern="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並聯長時間測試</a:t>
            </a: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196161</TotalTime>
  <Words>186</Words>
  <Application>Microsoft Office PowerPoint</Application>
  <PresentationFormat>如螢幕大小 (4:3)</PresentationFormat>
  <Paragraphs>36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21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2291</cp:revision>
  <dcterms:created xsi:type="dcterms:W3CDTF">2001-07-18T23:57:34Z</dcterms:created>
  <dcterms:modified xsi:type="dcterms:W3CDTF">2025-06-03T13:17:20Z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