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1611" r:id="rId4"/>
    <p:sldId id="1618" r:id="rId5"/>
    <p:sldId id="1647" r:id="rId6"/>
    <p:sldId id="1644" r:id="rId7"/>
    <p:sldId id="1645" r:id="rId8"/>
    <p:sldId id="1651" r:id="rId9"/>
    <p:sldId id="1648" r:id="rId10"/>
    <p:sldId id="1649" r:id="rId11"/>
    <p:sldId id="1650" r:id="rId12"/>
    <p:sldId id="1652" r:id="rId13"/>
    <p:sldId id="1653" r:id="rId14"/>
    <p:sldId id="493" r:id="rId15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1611"/>
            <p14:sldId id="1618"/>
            <p14:sldId id="1647"/>
            <p14:sldId id="1644"/>
            <p14:sldId id="1645"/>
            <p14:sldId id="1651"/>
            <p14:sldId id="1648"/>
            <p14:sldId id="1649"/>
            <p14:sldId id="1650"/>
            <p14:sldId id="1652"/>
            <p14:sldId id="1653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7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10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: </a:t>
            </a:r>
            <a:r>
              <a:rPr lang="en-US" altLang="zh-TW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11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spc="-1">
                <a:solidFill>
                  <a:srgbClr val="282F86"/>
                </a:solidFill>
                <a:latin typeface="Times New Roman"/>
                <a:ea typeface="標楷體"/>
              </a:rPr>
              <a:t>26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修電路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更換同步方式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62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更換同步方式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原本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Master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設定時間切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  Slave	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捕捉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Master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模仿 打出一樣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改後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Master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一隻腳專門打 決定載波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Slave	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抓那隻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算載波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照那個週期改小的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159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更換同步方式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原本方式測試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F20FBCD-3333-406A-9DE9-FD664E9F1B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60" y="1434710"/>
            <a:ext cx="6483839" cy="48628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585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更換同步方式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原本方式測試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617B702-F503-4523-A911-59ACEDECD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2972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34727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更換同步方式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原本方式測試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85657875.924864">
            <a:hlinkClick r:id="" action="ppaction://media"/>
            <a:extLst>
              <a:ext uri="{FF2B5EF4-FFF2-40B4-BE49-F238E27FC236}">
                <a16:creationId xmlns:a16="http://schemas.microsoft.com/office/drawing/2014/main" id="{B44261A8-CD69-45A3-9D46-A6D1102855B0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5431" y="1390706"/>
            <a:ext cx="8413138" cy="47323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235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78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更換同步方式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改完測試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6ED1E2-E3FD-49BC-A90B-8242B6F221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652" y="1408722"/>
            <a:ext cx="6622696" cy="49670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96370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更換同步方式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改完測試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FC0AAF9-F76F-4CFD-A77C-E8BCCC67A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6880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2227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更換同步方式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改完測試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DAEF580-B76B-4162-9968-9368BB660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4233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57233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更換同步方式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改完測試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7D2560D-BD0E-4B06-A222-0653CE0708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4111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0958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更換同步方式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改完測試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IMG_5319">
            <a:hlinkClick r:id="" action="ppaction://media"/>
            <a:extLst>
              <a:ext uri="{FF2B5EF4-FFF2-40B4-BE49-F238E27FC236}">
                <a16:creationId xmlns:a16="http://schemas.microsoft.com/office/drawing/2014/main" id="{0BB80DBD-61F5-4FC8-A65D-1C71B0EB4814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504991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797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7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更換同步方式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功率不同原因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底部加載損耗程度不同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F44F4EB-703A-464A-AC5D-016E3BE03C7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97"/>
          <a:stretch/>
        </p:blipFill>
        <p:spPr>
          <a:xfrm>
            <a:off x="799858" y="1562973"/>
            <a:ext cx="7544284" cy="45890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3237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測試兩邊功率不一樣的原因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210799</TotalTime>
  <Words>179</Words>
  <Application>Microsoft Office PowerPoint</Application>
  <PresentationFormat>如螢幕大小 (4:3)</PresentationFormat>
  <Paragraphs>59</Paragraphs>
  <Slides>13</Slides>
  <Notes>1</Notes>
  <HiddenSlides>0</HiddenSlides>
  <MMClips>2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13</vt:i4>
      </vt:variant>
    </vt:vector>
  </HeadingPairs>
  <TitlesOfParts>
    <vt:vector size="23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2490</cp:revision>
  <dcterms:created xsi:type="dcterms:W3CDTF">2001-07-18T23:57:34Z</dcterms:created>
  <dcterms:modified xsi:type="dcterms:W3CDTF">2025-11-25T14:22:12Z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