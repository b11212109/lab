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3"/>
  </p:notesMasterIdLst>
  <p:sldIdLst>
    <p:sldId id="256" r:id="rId3"/>
    <p:sldId id="492" r:id="rId4"/>
    <p:sldId id="1343" r:id="rId5"/>
    <p:sldId id="1331" r:id="rId6"/>
    <p:sldId id="1334" r:id="rId7"/>
    <p:sldId id="1350" r:id="rId8"/>
    <p:sldId id="1351" r:id="rId9"/>
    <p:sldId id="1352" r:id="rId10"/>
    <p:sldId id="1357" r:id="rId11"/>
    <p:sldId id="1353" r:id="rId12"/>
    <p:sldId id="1354" r:id="rId13"/>
    <p:sldId id="1355" r:id="rId14"/>
    <p:sldId id="1356" r:id="rId15"/>
    <p:sldId id="1346" r:id="rId16"/>
    <p:sldId id="1349" r:id="rId17"/>
    <p:sldId id="551" r:id="rId18"/>
    <p:sldId id="555" r:id="rId19"/>
    <p:sldId id="554" r:id="rId20"/>
    <p:sldId id="549" r:id="rId21"/>
    <p:sldId id="493" r:id="rId22"/>
  </p:sldIdLst>
  <p:sldSz cx="9144000" cy="6858000" type="screen4x3"/>
  <p:notesSz cx="6808788" cy="982345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0357D09D-5012-4F20-9C28-EAC68F3AAB66}">
          <p14:sldIdLst>
            <p14:sldId id="256"/>
            <p14:sldId id="492"/>
            <p14:sldId id="1343"/>
            <p14:sldId id="1331"/>
            <p14:sldId id="1334"/>
            <p14:sldId id="1350"/>
            <p14:sldId id="1351"/>
            <p14:sldId id="1352"/>
            <p14:sldId id="1357"/>
            <p14:sldId id="1353"/>
            <p14:sldId id="1354"/>
            <p14:sldId id="1355"/>
            <p14:sldId id="1356"/>
            <p14:sldId id="1346"/>
            <p14:sldId id="1349"/>
            <p14:sldId id="551"/>
            <p14:sldId id="555"/>
            <p14:sldId id="554"/>
            <p14:sldId id="549"/>
            <p14:sldId id="4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99"/>
    <a:srgbClr val="3333CC"/>
    <a:srgbClr val="6868D9"/>
    <a:srgbClr val="00A077"/>
    <a:srgbClr val="C00000"/>
    <a:srgbClr val="FFFFFF"/>
    <a:srgbClr val="262699"/>
    <a:srgbClr val="262626"/>
    <a:srgbClr val="03FA10"/>
    <a:srgbClr val="0001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E9DF39-7A3B-4BE9-BAA2-ED8A82F7AEF5}" v="2" dt="2025-03-27T14:17:37.553"/>
    <p1510:client id="{B7CEB60F-DEE1-4FF1-A225-BADFB620CE78}" v="172" dt="2025-03-27T14:15:43.0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88" autoAdjust="0"/>
    <p:restoredTop sz="96242" autoAdjust="0"/>
  </p:normalViewPr>
  <p:slideViewPr>
    <p:cSldViewPr snapToGrid="0">
      <p:cViewPr varScale="1">
        <p:scale>
          <a:sx n="63" d="100"/>
          <a:sy n="63" d="100"/>
        </p:scale>
        <p:origin x="15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崎維 李" userId="d4390ee11c1fc6cf" providerId="LiveId" clId="{60E9DF39-7A3B-4BE9-BAA2-ED8A82F7AEF5}"/>
    <pc:docChg chg="modSld">
      <pc:chgData name="崎維 李" userId="d4390ee11c1fc6cf" providerId="LiveId" clId="{60E9DF39-7A3B-4BE9-BAA2-ED8A82F7AEF5}" dt="2025-03-27T14:17:37.553" v="18"/>
      <pc:docMkLst>
        <pc:docMk/>
      </pc:docMkLst>
      <pc:sldChg chg="modSp mod">
        <pc:chgData name="崎維 李" userId="d4390ee11c1fc6cf" providerId="LiveId" clId="{60E9DF39-7A3B-4BE9-BAA2-ED8A82F7AEF5}" dt="2025-03-27T14:17:04.684" v="3" actId="20577"/>
        <pc:sldMkLst>
          <pc:docMk/>
          <pc:sldMk cId="0" sldId="256"/>
        </pc:sldMkLst>
        <pc:spChg chg="mod">
          <ac:chgData name="崎維 李" userId="d4390ee11c1fc6cf" providerId="LiveId" clId="{60E9DF39-7A3B-4BE9-BAA2-ED8A82F7AEF5}" dt="2025-03-27T14:17:04.684" v="3" actId="20577"/>
          <ac:spMkLst>
            <pc:docMk/>
            <pc:sldMk cId="0" sldId="256"/>
            <ac:spMk id="176" creationId="{00000000-0000-0000-0000-000000000000}"/>
          </ac:spMkLst>
        </pc:spChg>
      </pc:sldChg>
      <pc:sldChg chg="modSp mod">
        <pc:chgData name="崎維 李" userId="d4390ee11c1fc6cf" providerId="LiveId" clId="{60E9DF39-7A3B-4BE9-BAA2-ED8A82F7AEF5}" dt="2025-03-27T14:17:37.553" v="18"/>
        <pc:sldMkLst>
          <pc:docMk/>
          <pc:sldMk cId="1759611898" sldId="492"/>
        </pc:sldMkLst>
        <pc:spChg chg="mod">
          <ac:chgData name="崎維 李" userId="d4390ee11c1fc6cf" providerId="LiveId" clId="{60E9DF39-7A3B-4BE9-BAA2-ED8A82F7AEF5}" dt="2025-03-27T14:17:37.553" v="18"/>
          <ac:spMkLst>
            <pc:docMk/>
            <pc:sldMk cId="1759611898" sldId="492"/>
            <ac:spMk id="2" creationId="{FFDA5E2A-651A-2221-C4E1-4B3C8ABE1EF6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4390ee11c1fc6cf/&#26700;&#38754;/&#38663;&#30442;&#23376;/&#38663;&#30442;&#23376;&#32000;&#37636;&#27169;&#2649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4390ee11c1fc6cf/&#26700;&#38754;/&#38663;&#30442;&#23376;/&#38663;&#30442;&#23376;&#32000;&#37636;&#27169;&#2649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4390ee11c1fc6cf/&#26700;&#38754;/&#38663;&#30442;&#23376;/&#38663;&#30442;&#23376;&#32000;&#37636;&#27169;&#2649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d4390ee11c1fc6cf/&#26700;&#38754;/&#38663;&#30442;&#23376;/&#38663;&#30442;&#23376;&#32000;&#37636;&#27169;&#26495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電壓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工作表1!$A$2:$A$37</c:f>
              <c:numCache>
                <c:formatCode>h:mm</c:formatCode>
                <c:ptCount val="36"/>
                <c:pt idx="0">
                  <c:v>0</c:v>
                </c:pt>
                <c:pt idx="1">
                  <c:v>1.0416666666666666E-2</c:v>
                </c:pt>
                <c:pt idx="2">
                  <c:v>2.0833333333333301E-2</c:v>
                </c:pt>
                <c:pt idx="3">
                  <c:v>3.125E-2</c:v>
                </c:pt>
                <c:pt idx="4">
                  <c:v>4.1666666666666699E-2</c:v>
                </c:pt>
                <c:pt idx="5">
                  <c:v>5.2083333333333301E-2</c:v>
                </c:pt>
                <c:pt idx="6">
                  <c:v>6.25E-2</c:v>
                </c:pt>
                <c:pt idx="7">
                  <c:v>7.2916666666666699E-2</c:v>
                </c:pt>
                <c:pt idx="8">
                  <c:v>8.3333333333333301E-2</c:v>
                </c:pt>
                <c:pt idx="9">
                  <c:v>9.375E-2</c:v>
                </c:pt>
                <c:pt idx="10">
                  <c:v>0.104166666666667</c:v>
                </c:pt>
                <c:pt idx="11">
                  <c:v>0.114583333333333</c:v>
                </c:pt>
                <c:pt idx="12">
                  <c:v>0.125</c:v>
                </c:pt>
                <c:pt idx="13">
                  <c:v>0.13541666666666699</c:v>
                </c:pt>
                <c:pt idx="14">
                  <c:v>0.14583333333333301</c:v>
                </c:pt>
                <c:pt idx="15">
                  <c:v>0.15625</c:v>
                </c:pt>
                <c:pt idx="16">
                  <c:v>0.16666666666666699</c:v>
                </c:pt>
                <c:pt idx="17">
                  <c:v>0.17708333333333301</c:v>
                </c:pt>
                <c:pt idx="18">
                  <c:v>0.1875</c:v>
                </c:pt>
                <c:pt idx="19">
                  <c:v>0.19791666666666699</c:v>
                </c:pt>
                <c:pt idx="20">
                  <c:v>0.20833333333333301</c:v>
                </c:pt>
                <c:pt idx="21">
                  <c:v>0.21875</c:v>
                </c:pt>
                <c:pt idx="22">
                  <c:v>0.22916666666666699</c:v>
                </c:pt>
                <c:pt idx="23">
                  <c:v>0.23958333333333301</c:v>
                </c:pt>
                <c:pt idx="24">
                  <c:v>0.25</c:v>
                </c:pt>
                <c:pt idx="25">
                  <c:v>0.26041666666666702</c:v>
                </c:pt>
                <c:pt idx="26">
                  <c:v>0.27083333333333298</c:v>
                </c:pt>
                <c:pt idx="27">
                  <c:v>0.28125</c:v>
                </c:pt>
                <c:pt idx="28">
                  <c:v>0.29166666666666702</c:v>
                </c:pt>
                <c:pt idx="29">
                  <c:v>0.30208333333333298</c:v>
                </c:pt>
                <c:pt idx="30">
                  <c:v>0.3125</c:v>
                </c:pt>
                <c:pt idx="31">
                  <c:v>0.32291666666666702</c:v>
                </c:pt>
                <c:pt idx="32">
                  <c:v>0.33333333333333298</c:v>
                </c:pt>
                <c:pt idx="33">
                  <c:v>0.34375</c:v>
                </c:pt>
                <c:pt idx="34">
                  <c:v>0.35416666666666702</c:v>
                </c:pt>
                <c:pt idx="35">
                  <c:v>0.36458333333333298</c:v>
                </c:pt>
              </c:numCache>
            </c:numRef>
          </c:cat>
          <c:val>
            <c:numRef>
              <c:f>工作表1!$B$2:$B$21</c:f>
              <c:numCache>
                <c:formatCode>General</c:formatCode>
                <c:ptCount val="20"/>
                <c:pt idx="0">
                  <c:v>436.09</c:v>
                </c:pt>
                <c:pt idx="1">
                  <c:v>437.42</c:v>
                </c:pt>
                <c:pt idx="2">
                  <c:v>487.28</c:v>
                </c:pt>
                <c:pt idx="3">
                  <c:v>430.31</c:v>
                </c:pt>
                <c:pt idx="4">
                  <c:v>449.07</c:v>
                </c:pt>
                <c:pt idx="5">
                  <c:v>478.77</c:v>
                </c:pt>
                <c:pt idx="6">
                  <c:v>502.01</c:v>
                </c:pt>
                <c:pt idx="7">
                  <c:v>468.87</c:v>
                </c:pt>
                <c:pt idx="8">
                  <c:v>456.49</c:v>
                </c:pt>
                <c:pt idx="9">
                  <c:v>445.04</c:v>
                </c:pt>
                <c:pt idx="10">
                  <c:v>433.25</c:v>
                </c:pt>
                <c:pt idx="11">
                  <c:v>428.14</c:v>
                </c:pt>
                <c:pt idx="12">
                  <c:v>433.86</c:v>
                </c:pt>
                <c:pt idx="13">
                  <c:v>436.66</c:v>
                </c:pt>
                <c:pt idx="14">
                  <c:v>434.1</c:v>
                </c:pt>
                <c:pt idx="15">
                  <c:v>439.57</c:v>
                </c:pt>
                <c:pt idx="16">
                  <c:v>442.33</c:v>
                </c:pt>
                <c:pt idx="17">
                  <c:v>438.22</c:v>
                </c:pt>
                <c:pt idx="18">
                  <c:v>436.06</c:v>
                </c:pt>
                <c:pt idx="19">
                  <c:v>471.44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6E7-4F9D-BD75-20A10E19A9A2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工作表1!$A$2:$A$37</c:f>
              <c:numCache>
                <c:formatCode>h:mm</c:formatCode>
                <c:ptCount val="36"/>
                <c:pt idx="0">
                  <c:v>0</c:v>
                </c:pt>
                <c:pt idx="1">
                  <c:v>1.0416666666666666E-2</c:v>
                </c:pt>
                <c:pt idx="2">
                  <c:v>2.0833333333333301E-2</c:v>
                </c:pt>
                <c:pt idx="3">
                  <c:v>3.125E-2</c:v>
                </c:pt>
                <c:pt idx="4">
                  <c:v>4.1666666666666699E-2</c:v>
                </c:pt>
                <c:pt idx="5">
                  <c:v>5.2083333333333301E-2</c:v>
                </c:pt>
                <c:pt idx="6">
                  <c:v>6.25E-2</c:v>
                </c:pt>
                <c:pt idx="7">
                  <c:v>7.2916666666666699E-2</c:v>
                </c:pt>
                <c:pt idx="8">
                  <c:v>8.3333333333333301E-2</c:v>
                </c:pt>
                <c:pt idx="9">
                  <c:v>9.375E-2</c:v>
                </c:pt>
                <c:pt idx="10">
                  <c:v>0.104166666666667</c:v>
                </c:pt>
                <c:pt idx="11">
                  <c:v>0.114583333333333</c:v>
                </c:pt>
                <c:pt idx="12">
                  <c:v>0.125</c:v>
                </c:pt>
                <c:pt idx="13">
                  <c:v>0.13541666666666699</c:v>
                </c:pt>
                <c:pt idx="14">
                  <c:v>0.14583333333333301</c:v>
                </c:pt>
                <c:pt idx="15">
                  <c:v>0.15625</c:v>
                </c:pt>
                <c:pt idx="16">
                  <c:v>0.16666666666666699</c:v>
                </c:pt>
                <c:pt idx="17">
                  <c:v>0.17708333333333301</c:v>
                </c:pt>
                <c:pt idx="18">
                  <c:v>0.1875</c:v>
                </c:pt>
                <c:pt idx="19">
                  <c:v>0.19791666666666699</c:v>
                </c:pt>
                <c:pt idx="20">
                  <c:v>0.20833333333333301</c:v>
                </c:pt>
                <c:pt idx="21">
                  <c:v>0.21875</c:v>
                </c:pt>
                <c:pt idx="22">
                  <c:v>0.22916666666666699</c:v>
                </c:pt>
                <c:pt idx="23">
                  <c:v>0.23958333333333301</c:v>
                </c:pt>
                <c:pt idx="24">
                  <c:v>0.25</c:v>
                </c:pt>
                <c:pt idx="25">
                  <c:v>0.26041666666666702</c:v>
                </c:pt>
                <c:pt idx="26">
                  <c:v>0.27083333333333298</c:v>
                </c:pt>
                <c:pt idx="27">
                  <c:v>0.28125</c:v>
                </c:pt>
                <c:pt idx="28">
                  <c:v>0.29166666666666702</c:v>
                </c:pt>
                <c:pt idx="29">
                  <c:v>0.30208333333333298</c:v>
                </c:pt>
                <c:pt idx="30">
                  <c:v>0.3125</c:v>
                </c:pt>
                <c:pt idx="31">
                  <c:v>0.32291666666666702</c:v>
                </c:pt>
                <c:pt idx="32">
                  <c:v>0.33333333333333298</c:v>
                </c:pt>
                <c:pt idx="33">
                  <c:v>0.34375</c:v>
                </c:pt>
                <c:pt idx="34">
                  <c:v>0.35416666666666702</c:v>
                </c:pt>
                <c:pt idx="35">
                  <c:v>0.36458333333333298</c:v>
                </c:pt>
              </c:numCache>
            </c:numRef>
          </c:cat>
          <c:val>
            <c:numRef>
              <c:f>工作表1!$F$2:$F$37</c:f>
              <c:numCache>
                <c:formatCode>General</c:formatCode>
                <c:ptCount val="36"/>
                <c:pt idx="0">
                  <c:v>436.21</c:v>
                </c:pt>
                <c:pt idx="1">
                  <c:v>437.54</c:v>
                </c:pt>
                <c:pt idx="2">
                  <c:v>487.42</c:v>
                </c:pt>
                <c:pt idx="3">
                  <c:v>430.43</c:v>
                </c:pt>
                <c:pt idx="4">
                  <c:v>449.22</c:v>
                </c:pt>
                <c:pt idx="5">
                  <c:v>478.92</c:v>
                </c:pt>
                <c:pt idx="6">
                  <c:v>502.16</c:v>
                </c:pt>
                <c:pt idx="7">
                  <c:v>469.01</c:v>
                </c:pt>
                <c:pt idx="8">
                  <c:v>456.62</c:v>
                </c:pt>
                <c:pt idx="9">
                  <c:v>445.17</c:v>
                </c:pt>
                <c:pt idx="10">
                  <c:v>433.38</c:v>
                </c:pt>
                <c:pt idx="11">
                  <c:v>428.27</c:v>
                </c:pt>
                <c:pt idx="12">
                  <c:v>433.99</c:v>
                </c:pt>
                <c:pt idx="13">
                  <c:v>436.79</c:v>
                </c:pt>
                <c:pt idx="14">
                  <c:v>434.23</c:v>
                </c:pt>
                <c:pt idx="15">
                  <c:v>439.7</c:v>
                </c:pt>
                <c:pt idx="16">
                  <c:v>442.46</c:v>
                </c:pt>
                <c:pt idx="17">
                  <c:v>438.35</c:v>
                </c:pt>
                <c:pt idx="18">
                  <c:v>436.19</c:v>
                </c:pt>
                <c:pt idx="19">
                  <c:v>471.58</c:v>
                </c:pt>
                <c:pt idx="20">
                  <c:v>462.56</c:v>
                </c:pt>
                <c:pt idx="21">
                  <c:v>459.59</c:v>
                </c:pt>
                <c:pt idx="22">
                  <c:v>506.63</c:v>
                </c:pt>
                <c:pt idx="23">
                  <c:v>483.03</c:v>
                </c:pt>
                <c:pt idx="24">
                  <c:v>486.46</c:v>
                </c:pt>
                <c:pt idx="25">
                  <c:v>482.09</c:v>
                </c:pt>
                <c:pt idx="26">
                  <c:v>496.01</c:v>
                </c:pt>
                <c:pt idx="27">
                  <c:v>468.46</c:v>
                </c:pt>
                <c:pt idx="28">
                  <c:v>473.43</c:v>
                </c:pt>
                <c:pt idx="29">
                  <c:v>483.18</c:v>
                </c:pt>
                <c:pt idx="30">
                  <c:v>448.77</c:v>
                </c:pt>
                <c:pt idx="31">
                  <c:v>450.43</c:v>
                </c:pt>
                <c:pt idx="32">
                  <c:v>449.03</c:v>
                </c:pt>
                <c:pt idx="33">
                  <c:v>449.99</c:v>
                </c:pt>
                <c:pt idx="34">
                  <c:v>450.39</c:v>
                </c:pt>
                <c:pt idx="35">
                  <c:v>449.43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6E7-4F9D-BD75-20A10E19A9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5052575"/>
        <c:axId val="1145055455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工作表1!$J$2:$J$37</c:f>
              <c:numCache>
                <c:formatCode>General</c:formatCode>
                <c:ptCount val="36"/>
                <c:pt idx="0">
                  <c:v>26.73</c:v>
                </c:pt>
                <c:pt idx="1">
                  <c:v>26.73</c:v>
                </c:pt>
                <c:pt idx="2">
                  <c:v>26.73</c:v>
                </c:pt>
                <c:pt idx="3">
                  <c:v>26.73</c:v>
                </c:pt>
                <c:pt idx="4">
                  <c:v>26.7</c:v>
                </c:pt>
                <c:pt idx="5">
                  <c:v>26.7</c:v>
                </c:pt>
                <c:pt idx="6">
                  <c:v>26.7</c:v>
                </c:pt>
                <c:pt idx="7">
                  <c:v>26.7</c:v>
                </c:pt>
                <c:pt idx="8">
                  <c:v>26.7</c:v>
                </c:pt>
                <c:pt idx="9">
                  <c:v>26.7</c:v>
                </c:pt>
                <c:pt idx="10">
                  <c:v>26.7</c:v>
                </c:pt>
                <c:pt idx="11">
                  <c:v>26.7</c:v>
                </c:pt>
                <c:pt idx="12">
                  <c:v>26.7</c:v>
                </c:pt>
                <c:pt idx="13">
                  <c:v>26.7</c:v>
                </c:pt>
                <c:pt idx="14">
                  <c:v>26.7</c:v>
                </c:pt>
                <c:pt idx="15">
                  <c:v>26.7</c:v>
                </c:pt>
                <c:pt idx="16">
                  <c:v>26.7</c:v>
                </c:pt>
                <c:pt idx="17">
                  <c:v>26.7</c:v>
                </c:pt>
                <c:pt idx="18">
                  <c:v>26.7</c:v>
                </c:pt>
                <c:pt idx="19">
                  <c:v>26.57</c:v>
                </c:pt>
                <c:pt idx="20">
                  <c:v>26.7</c:v>
                </c:pt>
                <c:pt idx="21">
                  <c:v>26.7</c:v>
                </c:pt>
                <c:pt idx="22">
                  <c:v>26.54</c:v>
                </c:pt>
                <c:pt idx="23">
                  <c:v>26.54</c:v>
                </c:pt>
                <c:pt idx="24">
                  <c:v>26.54</c:v>
                </c:pt>
                <c:pt idx="25">
                  <c:v>26.54</c:v>
                </c:pt>
                <c:pt idx="26">
                  <c:v>26.54</c:v>
                </c:pt>
                <c:pt idx="27">
                  <c:v>26.54</c:v>
                </c:pt>
                <c:pt idx="28">
                  <c:v>26.54</c:v>
                </c:pt>
                <c:pt idx="29">
                  <c:v>26.54</c:v>
                </c:pt>
                <c:pt idx="30">
                  <c:v>26.54</c:v>
                </c:pt>
                <c:pt idx="31">
                  <c:v>26.54</c:v>
                </c:pt>
                <c:pt idx="32">
                  <c:v>26.54</c:v>
                </c:pt>
                <c:pt idx="33">
                  <c:v>26.54</c:v>
                </c:pt>
                <c:pt idx="34">
                  <c:v>26.54</c:v>
                </c:pt>
                <c:pt idx="35">
                  <c:v>26.54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6E7-4F9D-BD75-20A10E19A9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2763807"/>
        <c:axId val="1252765727"/>
      </c:lineChart>
      <c:catAx>
        <c:axId val="1145052575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5055455"/>
        <c:crosses val="autoZero"/>
        <c:auto val="1"/>
        <c:lblAlgn val="ctr"/>
        <c:lblOffset val="100"/>
        <c:noMultiLvlLbl val="0"/>
      </c:catAx>
      <c:valAx>
        <c:axId val="11450554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5052575"/>
        <c:crosses val="autoZero"/>
        <c:crossBetween val="between"/>
      </c:valAx>
      <c:valAx>
        <c:axId val="1252765727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2763807"/>
        <c:crosses val="max"/>
        <c:crossBetween val="between"/>
      </c:valAx>
      <c:catAx>
        <c:axId val="1252763807"/>
        <c:scaling>
          <c:orientation val="minMax"/>
        </c:scaling>
        <c:delete val="1"/>
        <c:axPos val="b"/>
        <c:majorTickMark val="out"/>
        <c:minorTickMark val="none"/>
        <c:tickLblPos val="nextTo"/>
        <c:crossAx val="125276572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電流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工作表1!$A$2:$A$37</c:f>
              <c:numCache>
                <c:formatCode>h:mm</c:formatCode>
                <c:ptCount val="36"/>
                <c:pt idx="0">
                  <c:v>0</c:v>
                </c:pt>
                <c:pt idx="1">
                  <c:v>1.0416666666666666E-2</c:v>
                </c:pt>
                <c:pt idx="2">
                  <c:v>2.0833333333333301E-2</c:v>
                </c:pt>
                <c:pt idx="3">
                  <c:v>3.125E-2</c:v>
                </c:pt>
                <c:pt idx="4">
                  <c:v>4.1666666666666699E-2</c:v>
                </c:pt>
                <c:pt idx="5">
                  <c:v>5.2083333333333301E-2</c:v>
                </c:pt>
                <c:pt idx="6">
                  <c:v>6.25E-2</c:v>
                </c:pt>
                <c:pt idx="7">
                  <c:v>7.2916666666666699E-2</c:v>
                </c:pt>
                <c:pt idx="8">
                  <c:v>8.3333333333333301E-2</c:v>
                </c:pt>
                <c:pt idx="9">
                  <c:v>9.375E-2</c:v>
                </c:pt>
                <c:pt idx="10">
                  <c:v>0.104166666666667</c:v>
                </c:pt>
                <c:pt idx="11">
                  <c:v>0.114583333333333</c:v>
                </c:pt>
                <c:pt idx="12">
                  <c:v>0.125</c:v>
                </c:pt>
                <c:pt idx="13">
                  <c:v>0.13541666666666699</c:v>
                </c:pt>
                <c:pt idx="14">
                  <c:v>0.14583333333333301</c:v>
                </c:pt>
                <c:pt idx="15">
                  <c:v>0.15625</c:v>
                </c:pt>
                <c:pt idx="16">
                  <c:v>0.16666666666666699</c:v>
                </c:pt>
                <c:pt idx="17">
                  <c:v>0.17708333333333301</c:v>
                </c:pt>
                <c:pt idx="18">
                  <c:v>0.1875</c:v>
                </c:pt>
                <c:pt idx="19">
                  <c:v>0.19791666666666699</c:v>
                </c:pt>
                <c:pt idx="20">
                  <c:v>0.20833333333333301</c:v>
                </c:pt>
                <c:pt idx="21">
                  <c:v>0.21875</c:v>
                </c:pt>
                <c:pt idx="22">
                  <c:v>0.22916666666666699</c:v>
                </c:pt>
                <c:pt idx="23">
                  <c:v>0.23958333333333301</c:v>
                </c:pt>
                <c:pt idx="24">
                  <c:v>0.25</c:v>
                </c:pt>
                <c:pt idx="25">
                  <c:v>0.26041666666666702</c:v>
                </c:pt>
                <c:pt idx="26">
                  <c:v>0.27083333333333298</c:v>
                </c:pt>
                <c:pt idx="27">
                  <c:v>0.28125</c:v>
                </c:pt>
                <c:pt idx="28">
                  <c:v>0.29166666666666702</c:v>
                </c:pt>
                <c:pt idx="29">
                  <c:v>0.30208333333333298</c:v>
                </c:pt>
                <c:pt idx="30">
                  <c:v>0.3125</c:v>
                </c:pt>
                <c:pt idx="31">
                  <c:v>0.32291666666666702</c:v>
                </c:pt>
                <c:pt idx="32">
                  <c:v>0.33333333333333298</c:v>
                </c:pt>
                <c:pt idx="33">
                  <c:v>0.34375</c:v>
                </c:pt>
                <c:pt idx="34">
                  <c:v>0.35416666666666702</c:v>
                </c:pt>
                <c:pt idx="35">
                  <c:v>0.36458333333333298</c:v>
                </c:pt>
              </c:numCache>
            </c:numRef>
          </c:cat>
          <c:val>
            <c:numRef>
              <c:f>工作表1!$C$2:$C$37</c:f>
              <c:numCache>
                <c:formatCode>General</c:formatCode>
                <c:ptCount val="36"/>
                <c:pt idx="0">
                  <c:v>7.7600000000000002E-2</c:v>
                </c:pt>
                <c:pt idx="1">
                  <c:v>7.7399999999999997E-2</c:v>
                </c:pt>
                <c:pt idx="2">
                  <c:v>6.9500000000000006E-2</c:v>
                </c:pt>
                <c:pt idx="3">
                  <c:v>6.3299999999999995E-2</c:v>
                </c:pt>
                <c:pt idx="4">
                  <c:v>8.6099999999999996E-2</c:v>
                </c:pt>
                <c:pt idx="5">
                  <c:v>8.0799999999999997E-2</c:v>
                </c:pt>
                <c:pt idx="6">
                  <c:v>7.0900000000000005E-2</c:v>
                </c:pt>
                <c:pt idx="7">
                  <c:v>6.5100000000000005E-2</c:v>
                </c:pt>
                <c:pt idx="8">
                  <c:v>6.4399999999999999E-2</c:v>
                </c:pt>
                <c:pt idx="9">
                  <c:v>6.3399999999999998E-2</c:v>
                </c:pt>
                <c:pt idx="10">
                  <c:v>6.3399999999999998E-2</c:v>
                </c:pt>
                <c:pt idx="11">
                  <c:v>6.3299999999999995E-2</c:v>
                </c:pt>
                <c:pt idx="12">
                  <c:v>6.0600000000000001E-2</c:v>
                </c:pt>
                <c:pt idx="13">
                  <c:v>5.8999999999999997E-2</c:v>
                </c:pt>
                <c:pt idx="14">
                  <c:v>6.13E-2</c:v>
                </c:pt>
                <c:pt idx="15">
                  <c:v>6.3799999999999996E-2</c:v>
                </c:pt>
                <c:pt idx="16">
                  <c:v>6.4500000000000002E-2</c:v>
                </c:pt>
                <c:pt idx="17">
                  <c:v>6.4600000000000005E-2</c:v>
                </c:pt>
                <c:pt idx="18">
                  <c:v>6.4600000000000005E-2</c:v>
                </c:pt>
                <c:pt idx="19">
                  <c:v>6.6799999999999998E-2</c:v>
                </c:pt>
                <c:pt idx="20">
                  <c:v>6.6000000000000003E-2</c:v>
                </c:pt>
                <c:pt idx="21">
                  <c:v>6.5199999999999994E-2</c:v>
                </c:pt>
                <c:pt idx="22">
                  <c:v>7.3599999999999999E-2</c:v>
                </c:pt>
                <c:pt idx="23">
                  <c:v>6.7599999999999993E-2</c:v>
                </c:pt>
                <c:pt idx="24">
                  <c:v>7.0400000000000004E-2</c:v>
                </c:pt>
                <c:pt idx="25">
                  <c:v>7.2400000000000006E-2</c:v>
                </c:pt>
                <c:pt idx="26">
                  <c:v>7.7299999999999994E-2</c:v>
                </c:pt>
                <c:pt idx="27">
                  <c:v>6.83E-2</c:v>
                </c:pt>
                <c:pt idx="28">
                  <c:v>7.0000000000000007E-2</c:v>
                </c:pt>
                <c:pt idx="29">
                  <c:v>7.7799999999999994E-2</c:v>
                </c:pt>
                <c:pt idx="30">
                  <c:v>6.8099999999999994E-2</c:v>
                </c:pt>
                <c:pt idx="31">
                  <c:v>6.7299999999999999E-2</c:v>
                </c:pt>
                <c:pt idx="32">
                  <c:v>6.7599999999999993E-2</c:v>
                </c:pt>
                <c:pt idx="33">
                  <c:v>6.7599999999999993E-2</c:v>
                </c:pt>
                <c:pt idx="34">
                  <c:v>6.7500000000000004E-2</c:v>
                </c:pt>
                <c:pt idx="35">
                  <c:v>6.7799999999999999E-2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ED6-48E2-B0EF-4783EBACF2E8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工作表1!$A$2:$A$37</c:f>
              <c:numCache>
                <c:formatCode>h:mm</c:formatCode>
                <c:ptCount val="36"/>
                <c:pt idx="0">
                  <c:v>0</c:v>
                </c:pt>
                <c:pt idx="1">
                  <c:v>1.0416666666666666E-2</c:v>
                </c:pt>
                <c:pt idx="2">
                  <c:v>2.0833333333333301E-2</c:v>
                </c:pt>
                <c:pt idx="3">
                  <c:v>3.125E-2</c:v>
                </c:pt>
                <c:pt idx="4">
                  <c:v>4.1666666666666699E-2</c:v>
                </c:pt>
                <c:pt idx="5">
                  <c:v>5.2083333333333301E-2</c:v>
                </c:pt>
                <c:pt idx="6">
                  <c:v>6.25E-2</c:v>
                </c:pt>
                <c:pt idx="7">
                  <c:v>7.2916666666666699E-2</c:v>
                </c:pt>
                <c:pt idx="8">
                  <c:v>8.3333333333333301E-2</c:v>
                </c:pt>
                <c:pt idx="9">
                  <c:v>9.375E-2</c:v>
                </c:pt>
                <c:pt idx="10">
                  <c:v>0.104166666666667</c:v>
                </c:pt>
                <c:pt idx="11">
                  <c:v>0.114583333333333</c:v>
                </c:pt>
                <c:pt idx="12">
                  <c:v>0.125</c:v>
                </c:pt>
                <c:pt idx="13">
                  <c:v>0.13541666666666699</c:v>
                </c:pt>
                <c:pt idx="14">
                  <c:v>0.14583333333333301</c:v>
                </c:pt>
                <c:pt idx="15">
                  <c:v>0.15625</c:v>
                </c:pt>
                <c:pt idx="16">
                  <c:v>0.16666666666666699</c:v>
                </c:pt>
                <c:pt idx="17">
                  <c:v>0.17708333333333301</c:v>
                </c:pt>
                <c:pt idx="18">
                  <c:v>0.1875</c:v>
                </c:pt>
                <c:pt idx="19">
                  <c:v>0.19791666666666699</c:v>
                </c:pt>
                <c:pt idx="20">
                  <c:v>0.20833333333333301</c:v>
                </c:pt>
                <c:pt idx="21">
                  <c:v>0.21875</c:v>
                </c:pt>
                <c:pt idx="22">
                  <c:v>0.22916666666666699</c:v>
                </c:pt>
                <c:pt idx="23">
                  <c:v>0.23958333333333301</c:v>
                </c:pt>
                <c:pt idx="24">
                  <c:v>0.25</c:v>
                </c:pt>
                <c:pt idx="25">
                  <c:v>0.26041666666666702</c:v>
                </c:pt>
                <c:pt idx="26">
                  <c:v>0.27083333333333298</c:v>
                </c:pt>
                <c:pt idx="27">
                  <c:v>0.28125</c:v>
                </c:pt>
                <c:pt idx="28">
                  <c:v>0.29166666666666702</c:v>
                </c:pt>
                <c:pt idx="29">
                  <c:v>0.30208333333333298</c:v>
                </c:pt>
                <c:pt idx="30">
                  <c:v>0.3125</c:v>
                </c:pt>
                <c:pt idx="31">
                  <c:v>0.32291666666666702</c:v>
                </c:pt>
                <c:pt idx="32">
                  <c:v>0.33333333333333298</c:v>
                </c:pt>
                <c:pt idx="33">
                  <c:v>0.34375</c:v>
                </c:pt>
                <c:pt idx="34">
                  <c:v>0.35416666666666702</c:v>
                </c:pt>
                <c:pt idx="35">
                  <c:v>0.36458333333333298</c:v>
                </c:pt>
              </c:numCache>
            </c:numRef>
          </c:cat>
          <c:val>
            <c:numRef>
              <c:f>工作表1!$G$2:$G$37</c:f>
              <c:numCache>
                <c:formatCode>General</c:formatCode>
                <c:ptCount val="36"/>
                <c:pt idx="0">
                  <c:v>0.1004</c:v>
                </c:pt>
                <c:pt idx="1">
                  <c:v>0.1008</c:v>
                </c:pt>
                <c:pt idx="2">
                  <c:v>0.1137</c:v>
                </c:pt>
                <c:pt idx="3">
                  <c:v>0.1148</c:v>
                </c:pt>
                <c:pt idx="4">
                  <c:v>9.0700000000000003E-2</c:v>
                </c:pt>
                <c:pt idx="5">
                  <c:v>0.10009999999999999</c:v>
                </c:pt>
                <c:pt idx="6">
                  <c:v>0.1148</c:v>
                </c:pt>
                <c:pt idx="7">
                  <c:v>0.11700000000000001</c:v>
                </c:pt>
                <c:pt idx="8">
                  <c:v>0.11799999999999999</c:v>
                </c:pt>
                <c:pt idx="9">
                  <c:v>0.11890000000000001</c:v>
                </c:pt>
                <c:pt idx="10">
                  <c:v>0.11799999999999999</c:v>
                </c:pt>
                <c:pt idx="11">
                  <c:v>0.1176</c:v>
                </c:pt>
                <c:pt idx="12">
                  <c:v>0.12039999999999999</c:v>
                </c:pt>
                <c:pt idx="13">
                  <c:v>0.1225</c:v>
                </c:pt>
                <c:pt idx="14">
                  <c:v>0.1212</c:v>
                </c:pt>
                <c:pt idx="15">
                  <c:v>0.11849999999999999</c:v>
                </c:pt>
                <c:pt idx="16">
                  <c:v>0.1179</c:v>
                </c:pt>
                <c:pt idx="17">
                  <c:v>0.1176</c:v>
                </c:pt>
                <c:pt idx="18">
                  <c:v>0.11749999999999999</c:v>
                </c:pt>
                <c:pt idx="19">
                  <c:v>0.1164</c:v>
                </c:pt>
                <c:pt idx="20">
                  <c:v>0.1166</c:v>
                </c:pt>
                <c:pt idx="21">
                  <c:v>0.1129</c:v>
                </c:pt>
                <c:pt idx="22">
                  <c:v>0.1033</c:v>
                </c:pt>
                <c:pt idx="23">
                  <c:v>0.111</c:v>
                </c:pt>
                <c:pt idx="24">
                  <c:v>0.1079</c:v>
                </c:pt>
                <c:pt idx="25">
                  <c:v>0.1056</c:v>
                </c:pt>
                <c:pt idx="26">
                  <c:v>9.8799999999999999E-2</c:v>
                </c:pt>
                <c:pt idx="27">
                  <c:v>0.1106</c:v>
                </c:pt>
                <c:pt idx="28">
                  <c:v>0.1077</c:v>
                </c:pt>
                <c:pt idx="29">
                  <c:v>9.7100000000000006E-2</c:v>
                </c:pt>
                <c:pt idx="30">
                  <c:v>0.107</c:v>
                </c:pt>
                <c:pt idx="31">
                  <c:v>0.1056</c:v>
                </c:pt>
                <c:pt idx="32">
                  <c:v>0.10539999999999999</c:v>
                </c:pt>
                <c:pt idx="33">
                  <c:v>0.1053</c:v>
                </c:pt>
                <c:pt idx="34">
                  <c:v>0.1055</c:v>
                </c:pt>
                <c:pt idx="35">
                  <c:v>0.10539999999999999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ED6-48E2-B0EF-4783EBACF2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54841791"/>
        <c:axId val="1254838911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工作表1!$J$2:$J$37</c:f>
              <c:numCache>
                <c:formatCode>General</c:formatCode>
                <c:ptCount val="36"/>
                <c:pt idx="0">
                  <c:v>26.73</c:v>
                </c:pt>
                <c:pt idx="1">
                  <c:v>26.73</c:v>
                </c:pt>
                <c:pt idx="2">
                  <c:v>26.73</c:v>
                </c:pt>
                <c:pt idx="3">
                  <c:v>26.73</c:v>
                </c:pt>
                <c:pt idx="4">
                  <c:v>26.7</c:v>
                </c:pt>
                <c:pt idx="5">
                  <c:v>26.7</c:v>
                </c:pt>
                <c:pt idx="6">
                  <c:v>26.7</c:v>
                </c:pt>
                <c:pt idx="7">
                  <c:v>26.7</c:v>
                </c:pt>
                <c:pt idx="8">
                  <c:v>26.7</c:v>
                </c:pt>
                <c:pt idx="9">
                  <c:v>26.7</c:v>
                </c:pt>
                <c:pt idx="10">
                  <c:v>26.7</c:v>
                </c:pt>
                <c:pt idx="11">
                  <c:v>26.7</c:v>
                </c:pt>
                <c:pt idx="12">
                  <c:v>26.7</c:v>
                </c:pt>
                <c:pt idx="13">
                  <c:v>26.7</c:v>
                </c:pt>
                <c:pt idx="14">
                  <c:v>26.7</c:v>
                </c:pt>
                <c:pt idx="15">
                  <c:v>26.7</c:v>
                </c:pt>
                <c:pt idx="16">
                  <c:v>26.7</c:v>
                </c:pt>
                <c:pt idx="17">
                  <c:v>26.7</c:v>
                </c:pt>
                <c:pt idx="18">
                  <c:v>26.7</c:v>
                </c:pt>
                <c:pt idx="19">
                  <c:v>26.57</c:v>
                </c:pt>
                <c:pt idx="20">
                  <c:v>26.7</c:v>
                </c:pt>
                <c:pt idx="21">
                  <c:v>26.7</c:v>
                </c:pt>
                <c:pt idx="22">
                  <c:v>26.54</c:v>
                </c:pt>
                <c:pt idx="23">
                  <c:v>26.54</c:v>
                </c:pt>
                <c:pt idx="24">
                  <c:v>26.54</c:v>
                </c:pt>
                <c:pt idx="25">
                  <c:v>26.54</c:v>
                </c:pt>
                <c:pt idx="26">
                  <c:v>26.54</c:v>
                </c:pt>
                <c:pt idx="27">
                  <c:v>26.54</c:v>
                </c:pt>
                <c:pt idx="28">
                  <c:v>26.54</c:v>
                </c:pt>
                <c:pt idx="29">
                  <c:v>26.54</c:v>
                </c:pt>
                <c:pt idx="30">
                  <c:v>26.54</c:v>
                </c:pt>
                <c:pt idx="31">
                  <c:v>26.54</c:v>
                </c:pt>
                <c:pt idx="32">
                  <c:v>26.54</c:v>
                </c:pt>
                <c:pt idx="33">
                  <c:v>26.54</c:v>
                </c:pt>
                <c:pt idx="34">
                  <c:v>26.54</c:v>
                </c:pt>
                <c:pt idx="35">
                  <c:v>26.54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ED6-48E2-B0EF-4783EBACF2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86413951"/>
        <c:axId val="1186416831"/>
      </c:lineChart>
      <c:catAx>
        <c:axId val="1254841791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4838911"/>
        <c:crosses val="autoZero"/>
        <c:auto val="1"/>
        <c:lblAlgn val="ctr"/>
        <c:lblOffset val="100"/>
        <c:tickMarkSkip val="3"/>
        <c:noMultiLvlLbl val="0"/>
      </c:catAx>
      <c:valAx>
        <c:axId val="12548389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254841791"/>
        <c:crosses val="autoZero"/>
        <c:crossBetween val="between"/>
      </c:valAx>
      <c:valAx>
        <c:axId val="118641683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86413951"/>
        <c:crosses val="max"/>
        <c:crossBetween val="between"/>
      </c:valAx>
      <c:catAx>
        <c:axId val="1186413951"/>
        <c:scaling>
          <c:orientation val="minMax"/>
        </c:scaling>
        <c:delete val="1"/>
        <c:axPos val="b"/>
        <c:majorTickMark val="out"/>
        <c:minorTickMark val="none"/>
        <c:tickLblPos val="nextTo"/>
        <c:crossAx val="118641683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相位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工作表1!$A$2:$A$37</c:f>
              <c:numCache>
                <c:formatCode>h:mm</c:formatCode>
                <c:ptCount val="36"/>
                <c:pt idx="0">
                  <c:v>0</c:v>
                </c:pt>
                <c:pt idx="1">
                  <c:v>1.0416666666666666E-2</c:v>
                </c:pt>
                <c:pt idx="2">
                  <c:v>2.0833333333333301E-2</c:v>
                </c:pt>
                <c:pt idx="3">
                  <c:v>3.125E-2</c:v>
                </c:pt>
                <c:pt idx="4">
                  <c:v>4.1666666666666699E-2</c:v>
                </c:pt>
                <c:pt idx="5">
                  <c:v>5.2083333333333301E-2</c:v>
                </c:pt>
                <c:pt idx="6">
                  <c:v>6.25E-2</c:v>
                </c:pt>
                <c:pt idx="7">
                  <c:v>7.2916666666666699E-2</c:v>
                </c:pt>
                <c:pt idx="8">
                  <c:v>8.3333333333333301E-2</c:v>
                </c:pt>
                <c:pt idx="9">
                  <c:v>9.375E-2</c:v>
                </c:pt>
                <c:pt idx="10">
                  <c:v>0.104166666666667</c:v>
                </c:pt>
                <c:pt idx="11">
                  <c:v>0.114583333333333</c:v>
                </c:pt>
                <c:pt idx="12">
                  <c:v>0.125</c:v>
                </c:pt>
                <c:pt idx="13">
                  <c:v>0.13541666666666699</c:v>
                </c:pt>
                <c:pt idx="14">
                  <c:v>0.14583333333333301</c:v>
                </c:pt>
                <c:pt idx="15">
                  <c:v>0.15625</c:v>
                </c:pt>
                <c:pt idx="16">
                  <c:v>0.16666666666666699</c:v>
                </c:pt>
                <c:pt idx="17">
                  <c:v>0.17708333333333301</c:v>
                </c:pt>
                <c:pt idx="18">
                  <c:v>0.1875</c:v>
                </c:pt>
                <c:pt idx="19">
                  <c:v>0.19791666666666699</c:v>
                </c:pt>
                <c:pt idx="20">
                  <c:v>0.20833333333333301</c:v>
                </c:pt>
                <c:pt idx="21">
                  <c:v>0.21875</c:v>
                </c:pt>
                <c:pt idx="22">
                  <c:v>0.22916666666666699</c:v>
                </c:pt>
                <c:pt idx="23">
                  <c:v>0.23958333333333301</c:v>
                </c:pt>
                <c:pt idx="24">
                  <c:v>0.25</c:v>
                </c:pt>
                <c:pt idx="25">
                  <c:v>0.26041666666666702</c:v>
                </c:pt>
                <c:pt idx="26">
                  <c:v>0.27083333333333298</c:v>
                </c:pt>
                <c:pt idx="27">
                  <c:v>0.28125</c:v>
                </c:pt>
                <c:pt idx="28">
                  <c:v>0.29166666666666702</c:v>
                </c:pt>
                <c:pt idx="29">
                  <c:v>0.30208333333333298</c:v>
                </c:pt>
                <c:pt idx="30">
                  <c:v>0.3125</c:v>
                </c:pt>
                <c:pt idx="31">
                  <c:v>0.32291666666666702</c:v>
                </c:pt>
                <c:pt idx="32">
                  <c:v>0.33333333333333298</c:v>
                </c:pt>
                <c:pt idx="33">
                  <c:v>0.34375</c:v>
                </c:pt>
                <c:pt idx="34">
                  <c:v>0.35416666666666702</c:v>
                </c:pt>
                <c:pt idx="35">
                  <c:v>0.36458333333333298</c:v>
                </c:pt>
              </c:numCache>
            </c:numRef>
          </c:cat>
          <c:val>
            <c:numRef>
              <c:f>工作表1!$D$2:$D$37</c:f>
              <c:numCache>
                <c:formatCode>General</c:formatCode>
                <c:ptCount val="36"/>
                <c:pt idx="0">
                  <c:v>30.8</c:v>
                </c:pt>
                <c:pt idx="1">
                  <c:v>28.8</c:v>
                </c:pt>
                <c:pt idx="2">
                  <c:v>26.88</c:v>
                </c:pt>
                <c:pt idx="3">
                  <c:v>48.55</c:v>
                </c:pt>
                <c:pt idx="4">
                  <c:v>25.72</c:v>
                </c:pt>
                <c:pt idx="5">
                  <c:v>19.760000000000002</c:v>
                </c:pt>
                <c:pt idx="6">
                  <c:v>16.91</c:v>
                </c:pt>
                <c:pt idx="7">
                  <c:v>35.46</c:v>
                </c:pt>
                <c:pt idx="8">
                  <c:v>36.53</c:v>
                </c:pt>
                <c:pt idx="9">
                  <c:v>38.51</c:v>
                </c:pt>
                <c:pt idx="10">
                  <c:v>40.43</c:v>
                </c:pt>
                <c:pt idx="11">
                  <c:v>41.59</c:v>
                </c:pt>
                <c:pt idx="12">
                  <c:v>43.22</c:v>
                </c:pt>
                <c:pt idx="13">
                  <c:v>41.64</c:v>
                </c:pt>
                <c:pt idx="14">
                  <c:v>44.75</c:v>
                </c:pt>
                <c:pt idx="15">
                  <c:v>47.44</c:v>
                </c:pt>
                <c:pt idx="16">
                  <c:v>48.6</c:v>
                </c:pt>
                <c:pt idx="17">
                  <c:v>49.97</c:v>
                </c:pt>
                <c:pt idx="18">
                  <c:v>49.65</c:v>
                </c:pt>
                <c:pt idx="19">
                  <c:v>39.729999999999997</c:v>
                </c:pt>
                <c:pt idx="20">
                  <c:v>44.26</c:v>
                </c:pt>
                <c:pt idx="21">
                  <c:v>43.71</c:v>
                </c:pt>
                <c:pt idx="22">
                  <c:v>22.08</c:v>
                </c:pt>
                <c:pt idx="23">
                  <c:v>37.94</c:v>
                </c:pt>
                <c:pt idx="24">
                  <c:v>43.72</c:v>
                </c:pt>
                <c:pt idx="25">
                  <c:v>43.52</c:v>
                </c:pt>
                <c:pt idx="26">
                  <c:v>48.79</c:v>
                </c:pt>
                <c:pt idx="27">
                  <c:v>44.02</c:v>
                </c:pt>
                <c:pt idx="28">
                  <c:v>45.91</c:v>
                </c:pt>
                <c:pt idx="29">
                  <c:v>51.52</c:v>
                </c:pt>
                <c:pt idx="30">
                  <c:v>45.58</c:v>
                </c:pt>
                <c:pt idx="31">
                  <c:v>45.28</c:v>
                </c:pt>
                <c:pt idx="32">
                  <c:v>45.27</c:v>
                </c:pt>
                <c:pt idx="33">
                  <c:v>45.79</c:v>
                </c:pt>
                <c:pt idx="34">
                  <c:v>45.6</c:v>
                </c:pt>
                <c:pt idx="35">
                  <c:v>45.99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D8E-45DD-BB6C-3A25A7DCE514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工作表1!$A$2:$A$37</c:f>
              <c:numCache>
                <c:formatCode>h:mm</c:formatCode>
                <c:ptCount val="36"/>
                <c:pt idx="0">
                  <c:v>0</c:v>
                </c:pt>
                <c:pt idx="1">
                  <c:v>1.0416666666666666E-2</c:v>
                </c:pt>
                <c:pt idx="2">
                  <c:v>2.0833333333333301E-2</c:v>
                </c:pt>
                <c:pt idx="3">
                  <c:v>3.125E-2</c:v>
                </c:pt>
                <c:pt idx="4">
                  <c:v>4.1666666666666699E-2</c:v>
                </c:pt>
                <c:pt idx="5">
                  <c:v>5.2083333333333301E-2</c:v>
                </c:pt>
                <c:pt idx="6">
                  <c:v>6.25E-2</c:v>
                </c:pt>
                <c:pt idx="7">
                  <c:v>7.2916666666666699E-2</c:v>
                </c:pt>
                <c:pt idx="8">
                  <c:v>8.3333333333333301E-2</c:v>
                </c:pt>
                <c:pt idx="9">
                  <c:v>9.375E-2</c:v>
                </c:pt>
                <c:pt idx="10">
                  <c:v>0.104166666666667</c:v>
                </c:pt>
                <c:pt idx="11">
                  <c:v>0.114583333333333</c:v>
                </c:pt>
                <c:pt idx="12">
                  <c:v>0.125</c:v>
                </c:pt>
                <c:pt idx="13">
                  <c:v>0.13541666666666699</c:v>
                </c:pt>
                <c:pt idx="14">
                  <c:v>0.14583333333333301</c:v>
                </c:pt>
                <c:pt idx="15">
                  <c:v>0.15625</c:v>
                </c:pt>
                <c:pt idx="16">
                  <c:v>0.16666666666666699</c:v>
                </c:pt>
                <c:pt idx="17">
                  <c:v>0.17708333333333301</c:v>
                </c:pt>
                <c:pt idx="18">
                  <c:v>0.1875</c:v>
                </c:pt>
                <c:pt idx="19">
                  <c:v>0.19791666666666699</c:v>
                </c:pt>
                <c:pt idx="20">
                  <c:v>0.20833333333333301</c:v>
                </c:pt>
                <c:pt idx="21">
                  <c:v>0.21875</c:v>
                </c:pt>
                <c:pt idx="22">
                  <c:v>0.22916666666666699</c:v>
                </c:pt>
                <c:pt idx="23">
                  <c:v>0.23958333333333301</c:v>
                </c:pt>
                <c:pt idx="24">
                  <c:v>0.25</c:v>
                </c:pt>
                <c:pt idx="25">
                  <c:v>0.26041666666666702</c:v>
                </c:pt>
                <c:pt idx="26">
                  <c:v>0.27083333333333298</c:v>
                </c:pt>
                <c:pt idx="27">
                  <c:v>0.28125</c:v>
                </c:pt>
                <c:pt idx="28">
                  <c:v>0.29166666666666702</c:v>
                </c:pt>
                <c:pt idx="29">
                  <c:v>0.30208333333333298</c:v>
                </c:pt>
                <c:pt idx="30">
                  <c:v>0.3125</c:v>
                </c:pt>
                <c:pt idx="31">
                  <c:v>0.32291666666666702</c:v>
                </c:pt>
                <c:pt idx="32">
                  <c:v>0.33333333333333298</c:v>
                </c:pt>
                <c:pt idx="33">
                  <c:v>0.34375</c:v>
                </c:pt>
                <c:pt idx="34">
                  <c:v>0.35416666666666702</c:v>
                </c:pt>
                <c:pt idx="35">
                  <c:v>0.36458333333333298</c:v>
                </c:pt>
              </c:numCache>
            </c:numRef>
          </c:cat>
          <c:val>
            <c:numRef>
              <c:f>工作表1!$H$2:$H$37</c:f>
              <c:numCache>
                <c:formatCode>General</c:formatCode>
                <c:ptCount val="36"/>
                <c:pt idx="0">
                  <c:v>56.77</c:v>
                </c:pt>
                <c:pt idx="1">
                  <c:v>56.91</c:v>
                </c:pt>
                <c:pt idx="2">
                  <c:v>58.49</c:v>
                </c:pt>
                <c:pt idx="3">
                  <c:v>65.5</c:v>
                </c:pt>
                <c:pt idx="4">
                  <c:v>43.04</c:v>
                </c:pt>
                <c:pt idx="5">
                  <c:v>48.01</c:v>
                </c:pt>
                <c:pt idx="6">
                  <c:v>57.52</c:v>
                </c:pt>
                <c:pt idx="7">
                  <c:v>62.61</c:v>
                </c:pt>
                <c:pt idx="8">
                  <c:v>64.209999999999994</c:v>
                </c:pt>
                <c:pt idx="9">
                  <c:v>65.91</c:v>
                </c:pt>
                <c:pt idx="10">
                  <c:v>66.61</c:v>
                </c:pt>
                <c:pt idx="11">
                  <c:v>66.88</c:v>
                </c:pt>
                <c:pt idx="12">
                  <c:v>67.58</c:v>
                </c:pt>
                <c:pt idx="13">
                  <c:v>68.08</c:v>
                </c:pt>
                <c:pt idx="14">
                  <c:v>68.06</c:v>
                </c:pt>
                <c:pt idx="15">
                  <c:v>68.599999999999994</c:v>
                </c:pt>
                <c:pt idx="16">
                  <c:v>68.989999999999995</c:v>
                </c:pt>
                <c:pt idx="17">
                  <c:v>69.25</c:v>
                </c:pt>
                <c:pt idx="18">
                  <c:v>69.47</c:v>
                </c:pt>
                <c:pt idx="19">
                  <c:v>65.75</c:v>
                </c:pt>
                <c:pt idx="20">
                  <c:v>66.91</c:v>
                </c:pt>
                <c:pt idx="21">
                  <c:v>66.5</c:v>
                </c:pt>
                <c:pt idx="22">
                  <c:v>55.14</c:v>
                </c:pt>
                <c:pt idx="23">
                  <c:v>62.64</c:v>
                </c:pt>
                <c:pt idx="24">
                  <c:v>63.83</c:v>
                </c:pt>
                <c:pt idx="25">
                  <c:v>64.319999999999993</c:v>
                </c:pt>
                <c:pt idx="26">
                  <c:v>60.88</c:v>
                </c:pt>
                <c:pt idx="27">
                  <c:v>65.77</c:v>
                </c:pt>
                <c:pt idx="28">
                  <c:v>65.319999999999993</c:v>
                </c:pt>
                <c:pt idx="29">
                  <c:v>61.05</c:v>
                </c:pt>
                <c:pt idx="30">
                  <c:v>64.150000000000006</c:v>
                </c:pt>
                <c:pt idx="31">
                  <c:v>63.4</c:v>
                </c:pt>
                <c:pt idx="32">
                  <c:v>63.42</c:v>
                </c:pt>
                <c:pt idx="33">
                  <c:v>63.48</c:v>
                </c:pt>
                <c:pt idx="34">
                  <c:v>63.52</c:v>
                </c:pt>
                <c:pt idx="35">
                  <c:v>63.52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D8E-45DD-BB6C-3A25A7DCE5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50409695"/>
        <c:axId val="1050410175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val>
            <c:numRef>
              <c:f>工作表1!$J$2:$J$37</c:f>
              <c:numCache>
                <c:formatCode>General</c:formatCode>
                <c:ptCount val="36"/>
                <c:pt idx="0">
                  <c:v>26.73</c:v>
                </c:pt>
                <c:pt idx="1">
                  <c:v>26.73</c:v>
                </c:pt>
                <c:pt idx="2">
                  <c:v>26.73</c:v>
                </c:pt>
                <c:pt idx="3">
                  <c:v>26.73</c:v>
                </c:pt>
                <c:pt idx="4">
                  <c:v>26.7</c:v>
                </c:pt>
                <c:pt idx="5">
                  <c:v>26.7</c:v>
                </c:pt>
                <c:pt idx="6">
                  <c:v>26.7</c:v>
                </c:pt>
                <c:pt idx="7">
                  <c:v>26.7</c:v>
                </c:pt>
                <c:pt idx="8">
                  <c:v>26.7</c:v>
                </c:pt>
                <c:pt idx="9">
                  <c:v>26.7</c:v>
                </c:pt>
                <c:pt idx="10">
                  <c:v>26.7</c:v>
                </c:pt>
                <c:pt idx="11">
                  <c:v>26.7</c:v>
                </c:pt>
                <c:pt idx="12">
                  <c:v>26.7</c:v>
                </c:pt>
                <c:pt idx="13">
                  <c:v>26.7</c:v>
                </c:pt>
                <c:pt idx="14">
                  <c:v>26.7</c:v>
                </c:pt>
                <c:pt idx="15">
                  <c:v>26.7</c:v>
                </c:pt>
                <c:pt idx="16">
                  <c:v>26.7</c:v>
                </c:pt>
                <c:pt idx="17">
                  <c:v>26.7</c:v>
                </c:pt>
                <c:pt idx="18">
                  <c:v>26.7</c:v>
                </c:pt>
                <c:pt idx="19">
                  <c:v>26.57</c:v>
                </c:pt>
                <c:pt idx="20">
                  <c:v>26.7</c:v>
                </c:pt>
                <c:pt idx="21">
                  <c:v>26.7</c:v>
                </c:pt>
                <c:pt idx="22">
                  <c:v>26.54</c:v>
                </c:pt>
                <c:pt idx="23">
                  <c:v>26.54</c:v>
                </c:pt>
                <c:pt idx="24">
                  <c:v>26.54</c:v>
                </c:pt>
                <c:pt idx="25">
                  <c:v>26.54</c:v>
                </c:pt>
                <c:pt idx="26">
                  <c:v>26.54</c:v>
                </c:pt>
                <c:pt idx="27">
                  <c:v>26.54</c:v>
                </c:pt>
                <c:pt idx="28">
                  <c:v>26.54</c:v>
                </c:pt>
                <c:pt idx="29">
                  <c:v>26.54</c:v>
                </c:pt>
                <c:pt idx="30">
                  <c:v>26.54</c:v>
                </c:pt>
                <c:pt idx="31">
                  <c:v>26.54</c:v>
                </c:pt>
                <c:pt idx="32">
                  <c:v>26.54</c:v>
                </c:pt>
                <c:pt idx="33">
                  <c:v>26.54</c:v>
                </c:pt>
                <c:pt idx="34">
                  <c:v>26.54</c:v>
                </c:pt>
                <c:pt idx="35">
                  <c:v>26.54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D8E-45DD-BB6C-3A25A7DCE5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84646303"/>
        <c:axId val="800258623"/>
      </c:lineChart>
      <c:catAx>
        <c:axId val="1050409695"/>
        <c:scaling>
          <c:orientation val="minMax"/>
        </c:scaling>
        <c:delete val="0"/>
        <c:axPos val="b"/>
        <c:numFmt formatCode="h:mm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50410175"/>
        <c:crosses val="autoZero"/>
        <c:auto val="1"/>
        <c:lblAlgn val="ctr"/>
        <c:lblOffset val="100"/>
        <c:noMultiLvlLbl val="0"/>
      </c:catAx>
      <c:valAx>
        <c:axId val="1050410175"/>
        <c:scaling>
          <c:orientation val="minMax"/>
          <c:max val="80"/>
          <c:min val="1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050409695"/>
        <c:crosses val="autoZero"/>
        <c:crossBetween val="between"/>
      </c:valAx>
      <c:valAx>
        <c:axId val="800258623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84646303"/>
        <c:crosses val="max"/>
        <c:crossBetween val="between"/>
      </c:valAx>
      <c:catAx>
        <c:axId val="1184646303"/>
        <c:scaling>
          <c:orientation val="minMax"/>
        </c:scaling>
        <c:delete val="1"/>
        <c:axPos val="t"/>
        <c:majorTickMark val="out"/>
        <c:minorTickMark val="none"/>
        <c:tickLblPos val="nextTo"/>
        <c:crossAx val="800258623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TW" altLang="en-US"/>
              <a:t>功率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工作表1!$A$2:$A$37</c:f>
              <c:numCache>
                <c:formatCode>h:mm</c:formatCode>
                <c:ptCount val="36"/>
                <c:pt idx="0">
                  <c:v>0</c:v>
                </c:pt>
                <c:pt idx="1">
                  <c:v>1.0416666666666666E-2</c:v>
                </c:pt>
                <c:pt idx="2">
                  <c:v>2.0833333333333301E-2</c:v>
                </c:pt>
                <c:pt idx="3">
                  <c:v>3.125E-2</c:v>
                </c:pt>
                <c:pt idx="4">
                  <c:v>4.1666666666666699E-2</c:v>
                </c:pt>
                <c:pt idx="5">
                  <c:v>5.2083333333333301E-2</c:v>
                </c:pt>
                <c:pt idx="6">
                  <c:v>6.25E-2</c:v>
                </c:pt>
                <c:pt idx="7">
                  <c:v>7.2916666666666699E-2</c:v>
                </c:pt>
                <c:pt idx="8">
                  <c:v>8.3333333333333301E-2</c:v>
                </c:pt>
                <c:pt idx="9">
                  <c:v>9.375E-2</c:v>
                </c:pt>
                <c:pt idx="10">
                  <c:v>0.104166666666667</c:v>
                </c:pt>
                <c:pt idx="11">
                  <c:v>0.114583333333333</c:v>
                </c:pt>
                <c:pt idx="12">
                  <c:v>0.125</c:v>
                </c:pt>
                <c:pt idx="13">
                  <c:v>0.13541666666666699</c:v>
                </c:pt>
                <c:pt idx="14">
                  <c:v>0.14583333333333301</c:v>
                </c:pt>
                <c:pt idx="15">
                  <c:v>0.15625</c:v>
                </c:pt>
                <c:pt idx="16">
                  <c:v>0.16666666666666699</c:v>
                </c:pt>
                <c:pt idx="17">
                  <c:v>0.17708333333333301</c:v>
                </c:pt>
                <c:pt idx="18">
                  <c:v>0.1875</c:v>
                </c:pt>
                <c:pt idx="19">
                  <c:v>0.19791666666666699</c:v>
                </c:pt>
                <c:pt idx="20">
                  <c:v>0.20833333333333301</c:v>
                </c:pt>
                <c:pt idx="21">
                  <c:v>0.21875</c:v>
                </c:pt>
                <c:pt idx="22">
                  <c:v>0.22916666666666699</c:v>
                </c:pt>
                <c:pt idx="23">
                  <c:v>0.23958333333333301</c:v>
                </c:pt>
                <c:pt idx="24">
                  <c:v>0.25</c:v>
                </c:pt>
                <c:pt idx="25">
                  <c:v>0.26041666666666702</c:v>
                </c:pt>
                <c:pt idx="26">
                  <c:v>0.27083333333333298</c:v>
                </c:pt>
                <c:pt idx="27">
                  <c:v>0.28125</c:v>
                </c:pt>
                <c:pt idx="28">
                  <c:v>0.29166666666666702</c:v>
                </c:pt>
                <c:pt idx="29">
                  <c:v>0.30208333333333298</c:v>
                </c:pt>
                <c:pt idx="30">
                  <c:v>0.3125</c:v>
                </c:pt>
                <c:pt idx="31">
                  <c:v>0.32291666666666702</c:v>
                </c:pt>
                <c:pt idx="32">
                  <c:v>0.33333333333333298</c:v>
                </c:pt>
                <c:pt idx="33">
                  <c:v>0.34375</c:v>
                </c:pt>
                <c:pt idx="34">
                  <c:v>0.35416666666666702</c:v>
                </c:pt>
                <c:pt idx="35">
                  <c:v>0.36458333333333298</c:v>
                </c:pt>
              </c:numCache>
            </c:numRef>
          </c:cat>
          <c:val>
            <c:numRef>
              <c:f>工作表1!$E$2:$E$37</c:f>
              <c:numCache>
                <c:formatCode>General</c:formatCode>
                <c:ptCount val="36"/>
                <c:pt idx="0">
                  <c:v>29.1</c:v>
                </c:pt>
                <c:pt idx="1">
                  <c:v>31.57</c:v>
                </c:pt>
                <c:pt idx="2">
                  <c:v>30.2</c:v>
                </c:pt>
                <c:pt idx="3">
                  <c:v>18.02</c:v>
                </c:pt>
                <c:pt idx="4">
                  <c:v>34.82</c:v>
                </c:pt>
                <c:pt idx="5">
                  <c:v>36.4</c:v>
                </c:pt>
                <c:pt idx="6">
                  <c:v>34.03</c:v>
                </c:pt>
                <c:pt idx="7">
                  <c:v>24.87</c:v>
                </c:pt>
                <c:pt idx="8">
                  <c:v>23.64</c:v>
                </c:pt>
                <c:pt idx="9">
                  <c:v>22.09</c:v>
                </c:pt>
                <c:pt idx="10">
                  <c:v>20.92</c:v>
                </c:pt>
                <c:pt idx="11">
                  <c:v>20.260000000000002</c:v>
                </c:pt>
                <c:pt idx="12">
                  <c:v>19.149999999999999</c:v>
                </c:pt>
                <c:pt idx="13">
                  <c:v>19.27</c:v>
                </c:pt>
                <c:pt idx="14">
                  <c:v>18.91</c:v>
                </c:pt>
                <c:pt idx="15">
                  <c:v>18.95</c:v>
                </c:pt>
                <c:pt idx="16">
                  <c:v>18.87</c:v>
                </c:pt>
                <c:pt idx="17">
                  <c:v>18.22</c:v>
                </c:pt>
                <c:pt idx="18">
                  <c:v>18.25</c:v>
                </c:pt>
                <c:pt idx="19">
                  <c:v>24.23</c:v>
                </c:pt>
                <c:pt idx="20">
                  <c:v>21.87</c:v>
                </c:pt>
                <c:pt idx="21">
                  <c:v>21.66</c:v>
                </c:pt>
                <c:pt idx="22">
                  <c:v>34.07</c:v>
                </c:pt>
                <c:pt idx="23">
                  <c:v>25.73</c:v>
                </c:pt>
                <c:pt idx="24">
                  <c:v>24.73</c:v>
                </c:pt>
                <c:pt idx="25">
                  <c:v>25.32</c:v>
                </c:pt>
                <c:pt idx="26">
                  <c:v>25.25</c:v>
                </c:pt>
                <c:pt idx="27">
                  <c:v>23.01</c:v>
                </c:pt>
                <c:pt idx="28">
                  <c:v>23.04</c:v>
                </c:pt>
                <c:pt idx="29">
                  <c:v>23.39</c:v>
                </c:pt>
                <c:pt idx="30">
                  <c:v>21.38</c:v>
                </c:pt>
                <c:pt idx="31">
                  <c:v>21.32</c:v>
                </c:pt>
                <c:pt idx="32">
                  <c:v>21.37</c:v>
                </c:pt>
                <c:pt idx="33">
                  <c:v>21.19</c:v>
                </c:pt>
                <c:pt idx="34">
                  <c:v>21.27</c:v>
                </c:pt>
                <c:pt idx="35">
                  <c:v>21.16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D0F-4D85-B6F1-DF0616F4E52B}"/>
            </c:ext>
          </c:extLst>
        </c:ser>
        <c:ser>
          <c:idx val="1"/>
          <c:order val="1"/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工作表1!$A$2:$A$37</c:f>
              <c:numCache>
                <c:formatCode>h:mm</c:formatCode>
                <c:ptCount val="36"/>
                <c:pt idx="0">
                  <c:v>0</c:v>
                </c:pt>
                <c:pt idx="1">
                  <c:v>1.0416666666666666E-2</c:v>
                </c:pt>
                <c:pt idx="2">
                  <c:v>2.0833333333333301E-2</c:v>
                </c:pt>
                <c:pt idx="3">
                  <c:v>3.125E-2</c:v>
                </c:pt>
                <c:pt idx="4">
                  <c:v>4.1666666666666699E-2</c:v>
                </c:pt>
                <c:pt idx="5">
                  <c:v>5.2083333333333301E-2</c:v>
                </c:pt>
                <c:pt idx="6">
                  <c:v>6.25E-2</c:v>
                </c:pt>
                <c:pt idx="7">
                  <c:v>7.2916666666666699E-2</c:v>
                </c:pt>
                <c:pt idx="8">
                  <c:v>8.3333333333333301E-2</c:v>
                </c:pt>
                <c:pt idx="9">
                  <c:v>9.375E-2</c:v>
                </c:pt>
                <c:pt idx="10">
                  <c:v>0.104166666666667</c:v>
                </c:pt>
                <c:pt idx="11">
                  <c:v>0.114583333333333</c:v>
                </c:pt>
                <c:pt idx="12">
                  <c:v>0.125</c:v>
                </c:pt>
                <c:pt idx="13">
                  <c:v>0.13541666666666699</c:v>
                </c:pt>
                <c:pt idx="14">
                  <c:v>0.14583333333333301</c:v>
                </c:pt>
                <c:pt idx="15">
                  <c:v>0.15625</c:v>
                </c:pt>
                <c:pt idx="16">
                  <c:v>0.16666666666666699</c:v>
                </c:pt>
                <c:pt idx="17">
                  <c:v>0.17708333333333301</c:v>
                </c:pt>
                <c:pt idx="18">
                  <c:v>0.1875</c:v>
                </c:pt>
                <c:pt idx="19">
                  <c:v>0.19791666666666699</c:v>
                </c:pt>
                <c:pt idx="20">
                  <c:v>0.20833333333333301</c:v>
                </c:pt>
                <c:pt idx="21">
                  <c:v>0.21875</c:v>
                </c:pt>
                <c:pt idx="22">
                  <c:v>0.22916666666666699</c:v>
                </c:pt>
                <c:pt idx="23">
                  <c:v>0.23958333333333301</c:v>
                </c:pt>
                <c:pt idx="24">
                  <c:v>0.25</c:v>
                </c:pt>
                <c:pt idx="25">
                  <c:v>0.26041666666666702</c:v>
                </c:pt>
                <c:pt idx="26">
                  <c:v>0.27083333333333298</c:v>
                </c:pt>
                <c:pt idx="27">
                  <c:v>0.28125</c:v>
                </c:pt>
                <c:pt idx="28">
                  <c:v>0.29166666666666702</c:v>
                </c:pt>
                <c:pt idx="29">
                  <c:v>0.30208333333333298</c:v>
                </c:pt>
                <c:pt idx="30">
                  <c:v>0.3125</c:v>
                </c:pt>
                <c:pt idx="31">
                  <c:v>0.32291666666666702</c:v>
                </c:pt>
                <c:pt idx="32">
                  <c:v>0.33333333333333298</c:v>
                </c:pt>
                <c:pt idx="33">
                  <c:v>0.34375</c:v>
                </c:pt>
                <c:pt idx="34">
                  <c:v>0.35416666666666702</c:v>
                </c:pt>
                <c:pt idx="35">
                  <c:v>0.36458333333333298</c:v>
                </c:pt>
              </c:numCache>
            </c:numRef>
          </c:cat>
          <c:val>
            <c:numRef>
              <c:f>工作表1!$I$2:$I$37</c:f>
              <c:numCache>
                <c:formatCode>General</c:formatCode>
                <c:ptCount val="36"/>
                <c:pt idx="0">
                  <c:v>24</c:v>
                </c:pt>
                <c:pt idx="1">
                  <c:v>24.1</c:v>
                </c:pt>
                <c:pt idx="2">
                  <c:v>29</c:v>
                </c:pt>
                <c:pt idx="3">
                  <c:v>20.49</c:v>
                </c:pt>
                <c:pt idx="4">
                  <c:v>29.77</c:v>
                </c:pt>
                <c:pt idx="5">
                  <c:v>32.07</c:v>
                </c:pt>
                <c:pt idx="6">
                  <c:v>30.96</c:v>
                </c:pt>
                <c:pt idx="7">
                  <c:v>25.24</c:v>
                </c:pt>
                <c:pt idx="8">
                  <c:v>23.44</c:v>
                </c:pt>
                <c:pt idx="9">
                  <c:v>21.6</c:v>
                </c:pt>
                <c:pt idx="10">
                  <c:v>20.3</c:v>
                </c:pt>
                <c:pt idx="11">
                  <c:v>19.77</c:v>
                </c:pt>
                <c:pt idx="12">
                  <c:v>19.940000000000001</c:v>
                </c:pt>
                <c:pt idx="13">
                  <c:v>19.98</c:v>
                </c:pt>
                <c:pt idx="14">
                  <c:v>19.66</c:v>
                </c:pt>
                <c:pt idx="15">
                  <c:v>19.100000000000001</c:v>
                </c:pt>
                <c:pt idx="16">
                  <c:v>18.7</c:v>
                </c:pt>
                <c:pt idx="17">
                  <c:v>18.25</c:v>
                </c:pt>
                <c:pt idx="18">
                  <c:v>17.97</c:v>
                </c:pt>
                <c:pt idx="19">
                  <c:v>22.54</c:v>
                </c:pt>
                <c:pt idx="20">
                  <c:v>21.15</c:v>
                </c:pt>
                <c:pt idx="21">
                  <c:v>20.69</c:v>
                </c:pt>
                <c:pt idx="22">
                  <c:v>29.93</c:v>
                </c:pt>
                <c:pt idx="23">
                  <c:v>24.64</c:v>
                </c:pt>
                <c:pt idx="24">
                  <c:v>23.14</c:v>
                </c:pt>
                <c:pt idx="25">
                  <c:v>22.06</c:v>
                </c:pt>
                <c:pt idx="26">
                  <c:v>23.85</c:v>
                </c:pt>
                <c:pt idx="27">
                  <c:v>21.26</c:v>
                </c:pt>
                <c:pt idx="28">
                  <c:v>21.28</c:v>
                </c:pt>
                <c:pt idx="29">
                  <c:v>22.71</c:v>
                </c:pt>
                <c:pt idx="30">
                  <c:v>20.93</c:v>
                </c:pt>
                <c:pt idx="31">
                  <c:v>21.3</c:v>
                </c:pt>
                <c:pt idx="32">
                  <c:v>21.18</c:v>
                </c:pt>
                <c:pt idx="33">
                  <c:v>21.16</c:v>
                </c:pt>
                <c:pt idx="34">
                  <c:v>21.18</c:v>
                </c:pt>
                <c:pt idx="35">
                  <c:v>21.12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D0F-4D85-B6F1-DF0616F4E5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90443119"/>
        <c:axId val="1190443599"/>
      </c:lineChart>
      <c:lineChart>
        <c:grouping val="standard"/>
        <c:varyColors val="0"/>
        <c:ser>
          <c:idx val="2"/>
          <c:order val="2"/>
          <c:spPr>
            <a:ln w="28575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工作表1!$A$2:$A$37</c:f>
              <c:numCache>
                <c:formatCode>h:mm</c:formatCode>
                <c:ptCount val="36"/>
                <c:pt idx="0">
                  <c:v>0</c:v>
                </c:pt>
                <c:pt idx="1">
                  <c:v>1.0416666666666666E-2</c:v>
                </c:pt>
                <c:pt idx="2">
                  <c:v>2.0833333333333301E-2</c:v>
                </c:pt>
                <c:pt idx="3">
                  <c:v>3.125E-2</c:v>
                </c:pt>
                <c:pt idx="4">
                  <c:v>4.1666666666666699E-2</c:v>
                </c:pt>
                <c:pt idx="5">
                  <c:v>5.2083333333333301E-2</c:v>
                </c:pt>
                <c:pt idx="6">
                  <c:v>6.25E-2</c:v>
                </c:pt>
                <c:pt idx="7">
                  <c:v>7.2916666666666699E-2</c:v>
                </c:pt>
                <c:pt idx="8">
                  <c:v>8.3333333333333301E-2</c:v>
                </c:pt>
                <c:pt idx="9">
                  <c:v>9.375E-2</c:v>
                </c:pt>
                <c:pt idx="10">
                  <c:v>0.104166666666667</c:v>
                </c:pt>
                <c:pt idx="11">
                  <c:v>0.114583333333333</c:v>
                </c:pt>
                <c:pt idx="12">
                  <c:v>0.125</c:v>
                </c:pt>
                <c:pt idx="13">
                  <c:v>0.13541666666666699</c:v>
                </c:pt>
                <c:pt idx="14">
                  <c:v>0.14583333333333301</c:v>
                </c:pt>
                <c:pt idx="15">
                  <c:v>0.15625</c:v>
                </c:pt>
                <c:pt idx="16">
                  <c:v>0.16666666666666699</c:v>
                </c:pt>
                <c:pt idx="17">
                  <c:v>0.17708333333333301</c:v>
                </c:pt>
                <c:pt idx="18">
                  <c:v>0.1875</c:v>
                </c:pt>
                <c:pt idx="19">
                  <c:v>0.19791666666666699</c:v>
                </c:pt>
                <c:pt idx="20">
                  <c:v>0.20833333333333301</c:v>
                </c:pt>
                <c:pt idx="21">
                  <c:v>0.21875</c:v>
                </c:pt>
                <c:pt idx="22">
                  <c:v>0.22916666666666699</c:v>
                </c:pt>
                <c:pt idx="23">
                  <c:v>0.23958333333333301</c:v>
                </c:pt>
                <c:pt idx="24">
                  <c:v>0.25</c:v>
                </c:pt>
                <c:pt idx="25">
                  <c:v>0.26041666666666702</c:v>
                </c:pt>
                <c:pt idx="26">
                  <c:v>0.27083333333333298</c:v>
                </c:pt>
                <c:pt idx="27">
                  <c:v>0.28125</c:v>
                </c:pt>
                <c:pt idx="28">
                  <c:v>0.29166666666666702</c:v>
                </c:pt>
                <c:pt idx="29">
                  <c:v>0.30208333333333298</c:v>
                </c:pt>
                <c:pt idx="30">
                  <c:v>0.3125</c:v>
                </c:pt>
                <c:pt idx="31">
                  <c:v>0.32291666666666702</c:v>
                </c:pt>
                <c:pt idx="32">
                  <c:v>0.33333333333333298</c:v>
                </c:pt>
                <c:pt idx="33">
                  <c:v>0.34375</c:v>
                </c:pt>
                <c:pt idx="34">
                  <c:v>0.35416666666666702</c:v>
                </c:pt>
                <c:pt idx="35">
                  <c:v>0.36458333333333298</c:v>
                </c:pt>
              </c:numCache>
            </c:numRef>
          </c:cat>
          <c:val>
            <c:numRef>
              <c:f>工作表1!$J$2:$J$37</c:f>
              <c:numCache>
                <c:formatCode>General</c:formatCode>
                <c:ptCount val="36"/>
                <c:pt idx="0">
                  <c:v>26.73</c:v>
                </c:pt>
                <c:pt idx="1">
                  <c:v>26.73</c:v>
                </c:pt>
                <c:pt idx="2">
                  <c:v>26.73</c:v>
                </c:pt>
                <c:pt idx="3">
                  <c:v>26.73</c:v>
                </c:pt>
                <c:pt idx="4">
                  <c:v>26.7</c:v>
                </c:pt>
                <c:pt idx="5">
                  <c:v>26.7</c:v>
                </c:pt>
                <c:pt idx="6">
                  <c:v>26.7</c:v>
                </c:pt>
                <c:pt idx="7">
                  <c:v>26.7</c:v>
                </c:pt>
                <c:pt idx="8">
                  <c:v>26.7</c:v>
                </c:pt>
                <c:pt idx="9">
                  <c:v>26.7</c:v>
                </c:pt>
                <c:pt idx="10">
                  <c:v>26.7</c:v>
                </c:pt>
                <c:pt idx="11">
                  <c:v>26.7</c:v>
                </c:pt>
                <c:pt idx="12">
                  <c:v>26.7</c:v>
                </c:pt>
                <c:pt idx="13">
                  <c:v>26.7</c:v>
                </c:pt>
                <c:pt idx="14">
                  <c:v>26.7</c:v>
                </c:pt>
                <c:pt idx="15">
                  <c:v>26.7</c:v>
                </c:pt>
                <c:pt idx="16">
                  <c:v>26.7</c:v>
                </c:pt>
                <c:pt idx="17">
                  <c:v>26.7</c:v>
                </c:pt>
                <c:pt idx="18">
                  <c:v>26.7</c:v>
                </c:pt>
                <c:pt idx="19">
                  <c:v>26.57</c:v>
                </c:pt>
                <c:pt idx="20">
                  <c:v>26.7</c:v>
                </c:pt>
                <c:pt idx="21">
                  <c:v>26.7</c:v>
                </c:pt>
                <c:pt idx="22">
                  <c:v>26.54</c:v>
                </c:pt>
                <c:pt idx="23">
                  <c:v>26.54</c:v>
                </c:pt>
                <c:pt idx="24">
                  <c:v>26.54</c:v>
                </c:pt>
                <c:pt idx="25">
                  <c:v>26.54</c:v>
                </c:pt>
                <c:pt idx="26">
                  <c:v>26.54</c:v>
                </c:pt>
                <c:pt idx="27">
                  <c:v>26.54</c:v>
                </c:pt>
                <c:pt idx="28">
                  <c:v>26.54</c:v>
                </c:pt>
                <c:pt idx="29">
                  <c:v>26.54</c:v>
                </c:pt>
                <c:pt idx="30">
                  <c:v>26.54</c:v>
                </c:pt>
                <c:pt idx="31">
                  <c:v>26.54</c:v>
                </c:pt>
                <c:pt idx="32">
                  <c:v>26.54</c:v>
                </c:pt>
                <c:pt idx="33">
                  <c:v>26.54</c:v>
                </c:pt>
                <c:pt idx="34">
                  <c:v>26.54</c:v>
                </c:pt>
                <c:pt idx="35">
                  <c:v>26.54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D0F-4D85-B6F1-DF0616F4E5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40114047"/>
        <c:axId val="1186417791"/>
      </c:lineChart>
      <c:catAx>
        <c:axId val="1190443119"/>
        <c:scaling>
          <c:orientation val="minMax"/>
        </c:scaling>
        <c:delete val="0"/>
        <c:axPos val="b"/>
        <c:numFmt formatCode="h:mm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90443599"/>
        <c:crosses val="autoZero"/>
        <c:auto val="1"/>
        <c:lblAlgn val="ctr"/>
        <c:lblOffset val="100"/>
        <c:noMultiLvlLbl val="0"/>
      </c:catAx>
      <c:valAx>
        <c:axId val="11904435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90443119"/>
        <c:crosses val="autoZero"/>
        <c:crossBetween val="between"/>
      </c:valAx>
      <c:valAx>
        <c:axId val="118641779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1140114047"/>
        <c:crosses val="max"/>
        <c:crossBetween val="between"/>
      </c:valAx>
      <c:catAx>
        <c:axId val="1140114047"/>
        <c:scaling>
          <c:orientation val="minMax"/>
        </c:scaling>
        <c:delete val="1"/>
        <c:axPos val="b"/>
        <c:numFmt formatCode="h:mm" sourceLinked="1"/>
        <c:majorTickMark val="out"/>
        <c:minorTickMark val="none"/>
        <c:tickLblPos val="nextTo"/>
        <c:crossAx val="118641779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請按這裡移動投影片</a:t>
            </a:r>
          </a:p>
        </p:txBody>
      </p:sp>
      <p:sp>
        <p:nvSpPr>
          <p:cNvPr id="16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2000" b="0" strike="noStrike" spc="-1">
                <a:latin typeface="Arial"/>
              </a:rPr>
              <a:t>請按這裡編輯備註格式</a:t>
            </a:r>
          </a:p>
        </p:txBody>
      </p:sp>
      <p:sp>
        <p:nvSpPr>
          <p:cNvPr id="17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1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2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 </a:t>
            </a:r>
          </a:p>
        </p:txBody>
      </p:sp>
      <p:sp>
        <p:nvSpPr>
          <p:cNvPr id="173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0CD3B9F3-201B-4B69-901F-02896E85694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947738" y="736600"/>
            <a:ext cx="4911725" cy="3683000"/>
          </a:xfrm>
          <a:prstGeom prst="rect">
            <a:avLst/>
          </a:prstGeom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1120" y="4665600"/>
            <a:ext cx="5445720" cy="4420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226" name="CustomShape 3"/>
          <p:cNvSpPr/>
          <p:nvPr/>
        </p:nvSpPr>
        <p:spPr>
          <a:xfrm>
            <a:off x="3855960" y="9331200"/>
            <a:ext cx="2950200" cy="489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BE9C13E-3E9E-4AA5-A455-D9A33D96897F}" type="slidenum">
              <a:rPr lang="en-US" sz="1200" b="0" strike="noStrike" spc="-1">
                <a:solidFill>
                  <a:srgbClr val="000000"/>
                </a:solidFill>
                <a:latin typeface="굴림"/>
                <a:ea typeface="굴림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97EABE-0A3A-4775-A543-63C326F6E4C9}" type="slidenum">
              <a:rPr lang="zh-TW" altLang="en-US" smtClean="0"/>
              <a:pPr>
                <a:defRPr/>
              </a:pPr>
              <a:t>16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64992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19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1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22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1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8613BA-92E1-471D-9ABD-60FB8E452BB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244496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w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wmf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 hidden="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3" name="CustomShape 2" hidden="1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4"/>
          <p:cNvPicPr/>
          <p:nvPr/>
        </p:nvPicPr>
        <p:blipFill>
          <a:blip r:embed="rId14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3" name="CustomShape 3" hidden="1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CustomShape 4" hidden="1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CustomShape 5" hidden="1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6" name="Picture 10"/>
          <p:cNvPicPr/>
          <p:nvPr/>
        </p:nvPicPr>
        <p:blipFill>
          <a:blip r:embed="rId15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7" name="CustomShape 6"/>
          <p:cNvSpPr/>
          <p:nvPr/>
        </p:nvSpPr>
        <p:spPr>
          <a:xfrm>
            <a:off x="0" y="0"/>
            <a:ext cx="9139680" cy="37980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CustomShape 7"/>
          <p:cNvSpPr/>
          <p:nvPr/>
        </p:nvSpPr>
        <p:spPr>
          <a:xfrm>
            <a:off x="0" y="3162240"/>
            <a:ext cx="9139680" cy="3732840"/>
          </a:xfrm>
          <a:prstGeom prst="rect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9" name="CustomShape 8"/>
          <p:cNvSpPr/>
          <p:nvPr/>
        </p:nvSpPr>
        <p:spPr>
          <a:xfrm>
            <a:off x="-33480" y="2847960"/>
            <a:ext cx="9139680" cy="400896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" name="CustomShape 9"/>
          <p:cNvSpPr/>
          <p:nvPr/>
        </p:nvSpPr>
        <p:spPr>
          <a:xfrm>
            <a:off x="17557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CustomShape 10"/>
          <p:cNvSpPr/>
          <p:nvPr/>
        </p:nvSpPr>
        <p:spPr>
          <a:xfrm>
            <a:off x="1755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2" name="CustomShape 11"/>
          <p:cNvSpPr/>
          <p:nvPr/>
        </p:nvSpPr>
        <p:spPr>
          <a:xfrm>
            <a:off x="1755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3" name="CustomShape 12"/>
          <p:cNvSpPr/>
          <p:nvPr/>
        </p:nvSpPr>
        <p:spPr>
          <a:xfrm>
            <a:off x="2562120" y="36957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4" name="CustomShape 13"/>
          <p:cNvSpPr/>
          <p:nvPr/>
        </p:nvSpPr>
        <p:spPr>
          <a:xfrm>
            <a:off x="25621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5" name="CustomShape 14"/>
          <p:cNvSpPr/>
          <p:nvPr/>
        </p:nvSpPr>
        <p:spPr>
          <a:xfrm>
            <a:off x="2562120" y="540216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6" name="CustomShape 15"/>
          <p:cNvSpPr/>
          <p:nvPr/>
        </p:nvSpPr>
        <p:spPr>
          <a:xfrm>
            <a:off x="94932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7" name="CustomShape 16"/>
          <p:cNvSpPr/>
          <p:nvPr/>
        </p:nvSpPr>
        <p:spPr>
          <a:xfrm>
            <a:off x="9493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8" name="CustomShape 17"/>
          <p:cNvSpPr/>
          <p:nvPr/>
        </p:nvSpPr>
        <p:spPr>
          <a:xfrm>
            <a:off x="414972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9" name="CustomShape 18"/>
          <p:cNvSpPr/>
          <p:nvPr/>
        </p:nvSpPr>
        <p:spPr>
          <a:xfrm>
            <a:off x="9493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0" name="CustomShape 19"/>
          <p:cNvSpPr/>
          <p:nvPr/>
        </p:nvSpPr>
        <p:spPr>
          <a:xfrm>
            <a:off x="94932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0"/>
          <p:cNvSpPr/>
          <p:nvPr/>
        </p:nvSpPr>
        <p:spPr>
          <a:xfrm>
            <a:off x="33415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2" name="CustomShape 21"/>
          <p:cNvSpPr/>
          <p:nvPr/>
        </p:nvSpPr>
        <p:spPr>
          <a:xfrm>
            <a:off x="414972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3" name="CustomShape 22"/>
          <p:cNvSpPr/>
          <p:nvPr/>
        </p:nvSpPr>
        <p:spPr>
          <a:xfrm>
            <a:off x="1917720" y="385776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" name="CustomShape 23"/>
          <p:cNvSpPr/>
          <p:nvPr/>
        </p:nvSpPr>
        <p:spPr>
          <a:xfrm>
            <a:off x="2716200" y="38577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2" y="20"/>
                  <a:pt x="21" y="19"/>
                  <a:pt x="20" y="18"/>
                </a:cubicBezTo>
                <a:cubicBezTo>
                  <a:pt x="20" y="18"/>
                  <a:pt x="20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6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9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" name="CustomShape 24"/>
          <p:cNvSpPr/>
          <p:nvPr/>
        </p:nvSpPr>
        <p:spPr>
          <a:xfrm>
            <a:off x="271620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6" name="CustomShape 25"/>
          <p:cNvSpPr/>
          <p:nvPr/>
        </p:nvSpPr>
        <p:spPr>
          <a:xfrm>
            <a:off x="3513240" y="4705200"/>
            <a:ext cx="281520" cy="292680"/>
          </a:xfrm>
          <a:custGeom>
            <a:avLst/>
            <a:gdLst/>
            <a:ahLst/>
            <a:cxnLst/>
            <a:rect l="l" t="t" r="r" b="b"/>
            <a:pathLst>
              <a:path w="28" h="29">
                <a:moveTo>
                  <a:pt x="26" y="17"/>
                </a:moveTo>
                <a:cubicBezTo>
                  <a:pt x="26" y="18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9"/>
                </a:cubicBezTo>
                <a:cubicBezTo>
                  <a:pt x="3" y="29"/>
                  <a:pt x="2" y="28"/>
                  <a:pt x="1" y="27"/>
                </a:cubicBezTo>
                <a:cubicBezTo>
                  <a:pt x="0" y="27"/>
                  <a:pt x="0" y="26"/>
                  <a:pt x="0" y="25"/>
                </a:cubicBezTo>
                <a:cubicBezTo>
                  <a:pt x="0" y="24"/>
                  <a:pt x="0" y="23"/>
                  <a:pt x="1" y="22"/>
                </a:cubicBezTo>
                <a:lnTo>
                  <a:pt x="15" y="8"/>
                </a:lnTo>
                <a:lnTo>
                  <a:pt x="12" y="9"/>
                </a:lnTo>
                <a:cubicBezTo>
                  <a:pt x="11" y="9"/>
                  <a:pt x="10" y="9"/>
                  <a:pt x="9" y="8"/>
                </a:cubicBezTo>
                <a:cubicBezTo>
                  <a:pt x="9" y="7"/>
                  <a:pt x="8" y="7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3"/>
                  <a:pt x="10" y="2"/>
                  <a:pt x="11" y="2"/>
                </a:cubicBezTo>
                <a:lnTo>
                  <a:pt x="23" y="1"/>
                </a:lnTo>
                <a:cubicBezTo>
                  <a:pt x="24" y="0"/>
                  <a:pt x="24" y="0"/>
                  <a:pt x="25" y="1"/>
                </a:cubicBezTo>
                <a:cubicBezTo>
                  <a:pt x="26" y="1"/>
                  <a:pt x="26" y="1"/>
                  <a:pt x="27" y="2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5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7" name="CustomShape 26"/>
          <p:cNvSpPr/>
          <p:nvPr/>
        </p:nvSpPr>
        <p:spPr>
          <a:xfrm>
            <a:off x="2716200" y="5564160"/>
            <a:ext cx="28152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20"/>
                  <a:pt x="24" y="20"/>
                  <a:pt x="23" y="20"/>
                </a:cubicBezTo>
                <a:cubicBezTo>
                  <a:pt x="22" y="20"/>
                  <a:pt x="21" y="20"/>
                  <a:pt x="20" y="19"/>
                </a:cubicBezTo>
                <a:cubicBezTo>
                  <a:pt x="20" y="18"/>
                  <a:pt x="20" y="17"/>
                  <a:pt x="20" y="16"/>
                </a:cubicBezTo>
                <a:lnTo>
                  <a:pt x="20" y="13"/>
                </a:lnTo>
                <a:lnTo>
                  <a:pt x="6" y="27"/>
                </a:lnTo>
                <a:cubicBezTo>
                  <a:pt x="6" y="28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3"/>
                  <a:pt x="1" y="22"/>
                </a:cubicBezTo>
                <a:lnTo>
                  <a:pt x="15" y="8"/>
                </a:lnTo>
                <a:lnTo>
                  <a:pt x="12" y="8"/>
                </a:lnTo>
                <a:cubicBezTo>
                  <a:pt x="11" y="8"/>
                  <a:pt x="10" y="8"/>
                  <a:pt x="9" y="8"/>
                </a:cubicBezTo>
                <a:cubicBezTo>
                  <a:pt x="9" y="7"/>
                  <a:pt x="8" y="6"/>
                  <a:pt x="8" y="6"/>
                </a:cubicBezTo>
                <a:cubicBezTo>
                  <a:pt x="8" y="5"/>
                  <a:pt x="8" y="4"/>
                  <a:pt x="9" y="3"/>
                </a:cubicBezTo>
                <a:cubicBezTo>
                  <a:pt x="10" y="2"/>
                  <a:pt x="10" y="2"/>
                  <a:pt x="11" y="2"/>
                </a:cubicBezTo>
                <a:lnTo>
                  <a:pt x="23" y="0"/>
                </a:lnTo>
                <a:cubicBezTo>
                  <a:pt x="24" y="0"/>
                  <a:pt x="24" y="0"/>
                  <a:pt x="25" y="0"/>
                </a:cubicBezTo>
                <a:cubicBezTo>
                  <a:pt x="26" y="0"/>
                  <a:pt x="26" y="1"/>
                  <a:pt x="27" y="1"/>
                </a:cubicBezTo>
                <a:cubicBezTo>
                  <a:pt x="28" y="2"/>
                  <a:pt x="28" y="3"/>
                  <a:pt x="28" y="4"/>
                </a:cubicBezTo>
                <a:cubicBezTo>
                  <a:pt x="28" y="4"/>
                  <a:pt x="28" y="6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8" name="CustomShape 27"/>
          <p:cNvSpPr/>
          <p:nvPr/>
        </p:nvSpPr>
        <p:spPr>
          <a:xfrm>
            <a:off x="152280" y="36957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9" name="CustomShape 28"/>
          <p:cNvSpPr/>
          <p:nvPr/>
        </p:nvSpPr>
        <p:spPr>
          <a:xfrm>
            <a:off x="152280" y="4545000"/>
            <a:ext cx="614880" cy="6037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" name="CustomShape 29"/>
          <p:cNvSpPr/>
          <p:nvPr/>
        </p:nvSpPr>
        <p:spPr>
          <a:xfrm>
            <a:off x="152280" y="54021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" name="CustomShape 30"/>
          <p:cNvSpPr/>
          <p:nvPr/>
        </p:nvSpPr>
        <p:spPr>
          <a:xfrm>
            <a:off x="152280" y="614196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2" name="CustomShape 31"/>
          <p:cNvSpPr/>
          <p:nvPr/>
        </p:nvSpPr>
        <p:spPr>
          <a:xfrm>
            <a:off x="3343320" y="4545000"/>
            <a:ext cx="614880" cy="6037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3" name="CustomShape 32"/>
          <p:cNvSpPr/>
          <p:nvPr/>
        </p:nvSpPr>
        <p:spPr>
          <a:xfrm>
            <a:off x="1755720" y="2886120"/>
            <a:ext cx="614880" cy="605520"/>
          </a:xfrm>
          <a:prstGeom prst="ellipse">
            <a:avLst/>
          </a:prstGeom>
          <a:noFill/>
          <a:ln w="25560">
            <a:solidFill>
              <a:schemeClr val="bg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" name="CustomShape 33"/>
          <p:cNvSpPr/>
          <p:nvPr/>
        </p:nvSpPr>
        <p:spPr>
          <a:xfrm>
            <a:off x="94932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5" name="CustomShape 34"/>
          <p:cNvSpPr/>
          <p:nvPr/>
        </p:nvSpPr>
        <p:spPr>
          <a:xfrm>
            <a:off x="1917720" y="3048120"/>
            <a:ext cx="282960" cy="281520"/>
          </a:xfrm>
          <a:custGeom>
            <a:avLst/>
            <a:gdLst/>
            <a:ahLst/>
            <a:cxnLst/>
            <a:rect l="l" t="t" r="r" b="b"/>
            <a:pathLst>
              <a:path w="28" h="28">
                <a:moveTo>
                  <a:pt x="26" y="17"/>
                </a:moveTo>
                <a:cubicBezTo>
                  <a:pt x="26" y="17"/>
                  <a:pt x="26" y="18"/>
                  <a:pt x="25" y="19"/>
                </a:cubicBezTo>
                <a:cubicBezTo>
                  <a:pt x="25" y="19"/>
                  <a:pt x="24" y="20"/>
                  <a:pt x="23" y="20"/>
                </a:cubicBezTo>
                <a:cubicBezTo>
                  <a:pt x="21" y="20"/>
                  <a:pt x="21" y="19"/>
                  <a:pt x="20" y="18"/>
                </a:cubicBezTo>
                <a:cubicBezTo>
                  <a:pt x="20" y="18"/>
                  <a:pt x="19" y="17"/>
                  <a:pt x="20" y="16"/>
                </a:cubicBezTo>
                <a:lnTo>
                  <a:pt x="20" y="12"/>
                </a:lnTo>
                <a:lnTo>
                  <a:pt x="6" y="27"/>
                </a:lnTo>
                <a:cubicBezTo>
                  <a:pt x="5" y="27"/>
                  <a:pt x="5" y="28"/>
                  <a:pt x="4" y="28"/>
                </a:cubicBezTo>
                <a:cubicBezTo>
                  <a:pt x="3" y="28"/>
                  <a:pt x="2" y="28"/>
                  <a:pt x="1" y="27"/>
                </a:cubicBezTo>
                <a:cubicBezTo>
                  <a:pt x="0" y="26"/>
                  <a:pt x="0" y="25"/>
                  <a:pt x="0" y="24"/>
                </a:cubicBezTo>
                <a:cubicBezTo>
                  <a:pt x="0" y="23"/>
                  <a:pt x="0" y="22"/>
                  <a:pt x="1" y="22"/>
                </a:cubicBezTo>
                <a:lnTo>
                  <a:pt x="15" y="7"/>
                </a:lnTo>
                <a:lnTo>
                  <a:pt x="12" y="8"/>
                </a:lnTo>
                <a:cubicBezTo>
                  <a:pt x="11" y="8"/>
                  <a:pt x="10" y="8"/>
                  <a:pt x="9" y="7"/>
                </a:cubicBezTo>
                <a:cubicBezTo>
                  <a:pt x="8" y="7"/>
                  <a:pt x="8" y="6"/>
                  <a:pt x="8" y="5"/>
                </a:cubicBezTo>
                <a:cubicBezTo>
                  <a:pt x="8" y="4"/>
                  <a:pt x="8" y="3"/>
                  <a:pt x="9" y="3"/>
                </a:cubicBezTo>
                <a:cubicBezTo>
                  <a:pt x="9" y="2"/>
                  <a:pt x="10" y="2"/>
                  <a:pt x="11" y="2"/>
                </a:cubicBezTo>
                <a:lnTo>
                  <a:pt x="23" y="0"/>
                </a:lnTo>
                <a:cubicBezTo>
                  <a:pt x="23" y="0"/>
                  <a:pt x="24" y="0"/>
                  <a:pt x="25" y="0"/>
                </a:cubicBezTo>
                <a:cubicBezTo>
                  <a:pt x="26" y="0"/>
                  <a:pt x="26" y="0"/>
                  <a:pt x="27" y="1"/>
                </a:cubicBezTo>
                <a:cubicBezTo>
                  <a:pt x="28" y="2"/>
                  <a:pt x="28" y="3"/>
                  <a:pt x="28" y="3"/>
                </a:cubicBezTo>
                <a:cubicBezTo>
                  <a:pt x="28" y="4"/>
                  <a:pt x="28" y="5"/>
                  <a:pt x="28" y="7"/>
                </a:cubicBezTo>
                <a:lnTo>
                  <a:pt x="26" y="1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6" name="CustomShape 35"/>
          <p:cNvSpPr/>
          <p:nvPr/>
        </p:nvSpPr>
        <p:spPr>
          <a:xfrm>
            <a:off x="152280" y="2886120"/>
            <a:ext cx="614880" cy="605520"/>
          </a:xfrm>
          <a:prstGeom prst="ellipse">
            <a:avLst/>
          </a:prstGeom>
          <a:solidFill>
            <a:srgbClr val="E8B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7" name="Picture 32"/>
          <p:cNvPicPr/>
          <p:nvPr/>
        </p:nvPicPr>
        <p:blipFill>
          <a:blip r:embed="rId16"/>
          <a:stretch/>
        </p:blipFill>
        <p:spPr>
          <a:xfrm>
            <a:off x="3851280" y="260280"/>
            <a:ext cx="1370520" cy="1027800"/>
          </a:xfrm>
          <a:prstGeom prst="rect">
            <a:avLst/>
          </a:prstGeom>
          <a:ln>
            <a:noFill/>
          </a:ln>
        </p:spPr>
      </p:pic>
      <p:sp>
        <p:nvSpPr>
          <p:cNvPr id="38" name="CustomShape 36"/>
          <p:cNvSpPr/>
          <p:nvPr/>
        </p:nvSpPr>
        <p:spPr>
          <a:xfrm>
            <a:off x="4243320" y="6111000"/>
            <a:ext cx="4897800" cy="5767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 </a:t>
            </a:r>
            <a:br/>
            <a:r>
              <a:rPr lang="en-US" sz="16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National Yunlin University of Science and Technology</a:t>
            </a:r>
            <a:endParaRPr lang="en-US" sz="1600" b="0" strike="noStrike" spc="-1">
              <a:latin typeface="Arial"/>
            </a:endParaRPr>
          </a:p>
        </p:txBody>
      </p:sp>
      <p:pic>
        <p:nvPicPr>
          <p:cNvPr id="39" name="Picture 10"/>
          <p:cNvPicPr/>
          <p:nvPr/>
        </p:nvPicPr>
        <p:blipFill>
          <a:blip r:embed="rId15"/>
          <a:stretch/>
        </p:blipFill>
        <p:spPr>
          <a:xfrm>
            <a:off x="3811680" y="6197760"/>
            <a:ext cx="430560" cy="421200"/>
          </a:xfrm>
          <a:prstGeom prst="rect">
            <a:avLst/>
          </a:prstGeom>
          <a:ln>
            <a:noFill/>
          </a:ln>
        </p:spPr>
      </p:pic>
      <p:sp>
        <p:nvSpPr>
          <p:cNvPr id="40" name="PlaceHolder 37"/>
          <p:cNvSpPr>
            <a:spLocks noGrp="1"/>
          </p:cNvSpPr>
          <p:nvPr>
            <p:ph type="title"/>
          </p:nvPr>
        </p:nvSpPr>
        <p:spPr>
          <a:xfrm>
            <a:off x="457200" y="273240"/>
            <a:ext cx="8228880" cy="11451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r>
              <a:rPr lang="en-US" sz="18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41" name="PlaceHolder 38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0" y="19080"/>
            <a:ext cx="9155520" cy="68443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79" name="CustomShape 2"/>
          <p:cNvSpPr/>
          <p:nvPr/>
        </p:nvSpPr>
        <p:spPr>
          <a:xfrm>
            <a:off x="0" y="0"/>
            <a:ext cx="9155520" cy="75240"/>
          </a:xfrm>
          <a:prstGeom prst="rect">
            <a:avLst/>
          </a:prstGeom>
          <a:solidFill>
            <a:srgbClr val="DC59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0" name="Picture 4"/>
          <p:cNvPicPr/>
          <p:nvPr/>
        </p:nvPicPr>
        <p:blipFill>
          <a:blip r:embed="rId15"/>
          <a:stretch/>
        </p:blipFill>
        <p:spPr>
          <a:xfrm>
            <a:off x="184320" y="192240"/>
            <a:ext cx="538560" cy="608400"/>
          </a:xfrm>
          <a:prstGeom prst="rect">
            <a:avLst/>
          </a:prstGeom>
          <a:ln>
            <a:noFill/>
          </a:ln>
        </p:spPr>
      </p:pic>
      <p:sp>
        <p:nvSpPr>
          <p:cNvPr id="81" name="CustomShape 3"/>
          <p:cNvSpPr/>
          <p:nvPr/>
        </p:nvSpPr>
        <p:spPr>
          <a:xfrm>
            <a:off x="0" y="914400"/>
            <a:ext cx="9154080" cy="548532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2" name="CustomShape 4"/>
          <p:cNvSpPr/>
          <p:nvPr/>
        </p:nvSpPr>
        <p:spPr>
          <a:xfrm flipV="1">
            <a:off x="0" y="6462360"/>
            <a:ext cx="9158760" cy="430560"/>
          </a:xfrm>
          <a:prstGeom prst="roundRect">
            <a:avLst>
              <a:gd name="adj" fmla="val 0"/>
            </a:avLst>
          </a:prstGeom>
          <a:solidFill>
            <a:srgbClr val="E85E0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3" name="CustomShape 5"/>
          <p:cNvSpPr/>
          <p:nvPr/>
        </p:nvSpPr>
        <p:spPr>
          <a:xfrm>
            <a:off x="820800" y="6496200"/>
            <a:ext cx="7415640" cy="303120"/>
          </a:xfrm>
          <a:prstGeom prst="rect">
            <a:avLst/>
          </a:prstGeom>
          <a:noFill/>
          <a:ln>
            <a:noFill/>
          </a:ln>
          <a:effectLst>
            <a:outerShdw dist="16800" dir="2700000" algn="ctr" rotWithShape="0">
              <a:schemeClr val="bg1">
                <a:alpha val="5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400" b="1" strike="noStrike" spc="-1">
                <a:solidFill>
                  <a:srgbClr val="0099FF"/>
                </a:solidFill>
                <a:latin typeface="Times New Roman"/>
                <a:ea typeface="新細明體"/>
              </a:rPr>
              <a:t>Department of Electrical Engineering, National Yunlin University of Science and Technology</a:t>
            </a:r>
            <a:endParaRPr lang="en-US" sz="1400" b="0" strike="noStrike" spc="-1">
              <a:latin typeface="Arial"/>
            </a:endParaRPr>
          </a:p>
        </p:txBody>
      </p:sp>
      <p:pic>
        <p:nvPicPr>
          <p:cNvPr id="84" name="Picture 10"/>
          <p:cNvPicPr/>
          <p:nvPr/>
        </p:nvPicPr>
        <p:blipFill>
          <a:blip r:embed="rId16"/>
          <a:stretch/>
        </p:blipFill>
        <p:spPr>
          <a:xfrm>
            <a:off x="539640" y="6450120"/>
            <a:ext cx="402120" cy="394200"/>
          </a:xfrm>
          <a:prstGeom prst="rect">
            <a:avLst/>
          </a:prstGeom>
          <a:ln>
            <a:noFill/>
          </a:ln>
        </p:spPr>
      </p:pic>
      <p:sp>
        <p:nvSpPr>
          <p:cNvPr id="85" name="PlaceHolder 6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en-US" sz="4400" b="0" strike="noStrike" spc="-1">
                <a:latin typeface="Arial"/>
              </a:rPr>
              <a:t>請按這裡編輯題名文字格式</a:t>
            </a: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video" Target="../media/media1.mp4"/><Relationship Id="rId7" Type="http://schemas.openxmlformats.org/officeDocument/2006/relationships/image" Target="../media/image6.png"/><Relationship Id="rId2" Type="http://schemas.microsoft.com/office/2007/relationships/media" Target="../media/media1.mp4"/><Relationship Id="rId1" Type="http://schemas.openxmlformats.org/officeDocument/2006/relationships/tags" Target="../tags/tag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0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0" y="2997360"/>
            <a:ext cx="9034920" cy="7833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Department of Electrical Engineering, National Yunlin University of Science and Technology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E-mail: </a:t>
            </a:r>
            <a:r>
              <a:rPr lang="en-US" sz="1500" b="1" spc="-1" dirty="0">
                <a:solidFill>
                  <a:srgbClr val="000000"/>
                </a:solidFill>
                <a:latin typeface="Tahoma"/>
                <a:ea typeface="新細明體"/>
              </a:rPr>
              <a:t>M11312107</a:t>
            </a:r>
            <a:r>
              <a:rPr lang="en-US" sz="1500" b="1" strike="noStrike" spc="-1" dirty="0">
                <a:solidFill>
                  <a:srgbClr val="000000"/>
                </a:solidFill>
                <a:latin typeface="Tahoma"/>
                <a:ea typeface="新細明體"/>
              </a:rPr>
              <a:t>@yuntech.edu.tw</a:t>
            </a:r>
            <a:endParaRPr lang="en-US" sz="15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1500" b="0" strike="noStrike" spc="-1" dirty="0">
              <a:latin typeface="Arial"/>
            </a:endParaRPr>
          </a:p>
        </p:txBody>
      </p:sp>
      <p:sp>
        <p:nvSpPr>
          <p:cNvPr id="175" name="CustomShape 2"/>
          <p:cNvSpPr/>
          <p:nvPr/>
        </p:nvSpPr>
        <p:spPr>
          <a:xfrm>
            <a:off x="611280" y="1197000"/>
            <a:ext cx="7771320" cy="1438920"/>
          </a:xfrm>
          <a:prstGeom prst="rect">
            <a:avLst/>
          </a:prstGeom>
          <a:noFill/>
          <a:ln>
            <a:noFill/>
          </a:ln>
          <a:effectLst>
            <a:outerShdw dist="27691" dir="1573916">
              <a:srgbClr val="FF66FF">
                <a:alpha val="5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400" b="1" strike="noStrike" spc="-1" dirty="0" err="1">
                <a:solidFill>
                  <a:srgbClr val="000000"/>
                </a:solidFill>
                <a:latin typeface="Times New Roman"/>
                <a:ea typeface="標楷體"/>
              </a:rPr>
              <a:t>進度報告</a:t>
            </a:r>
            <a:endParaRPr lang="en-US" sz="3400" b="0" strike="noStrike" spc="-1" dirty="0">
              <a:latin typeface="Arial"/>
            </a:endParaRPr>
          </a:p>
        </p:txBody>
      </p:sp>
      <p:sp>
        <p:nvSpPr>
          <p:cNvPr id="176" name="CustomShape 3"/>
          <p:cNvSpPr/>
          <p:nvPr/>
        </p:nvSpPr>
        <p:spPr>
          <a:xfrm>
            <a:off x="2070000" y="4005360"/>
            <a:ext cx="5093280" cy="1654560"/>
          </a:xfrm>
          <a:prstGeom prst="rect">
            <a:avLst/>
          </a:prstGeom>
          <a:noFill/>
          <a:ln w="38160">
            <a:solidFill>
              <a:srgbClr val="CC99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Professor :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洪崇文 博士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Student : </a:t>
            </a:r>
            <a:r>
              <a:rPr lang="zh-TW" alt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李崎維</a:t>
            </a:r>
            <a:endParaRPr lang="en-US" sz="3200" b="0" strike="noStrike" spc="-1" dirty="0">
              <a:latin typeface="Arial"/>
            </a:endParaRPr>
          </a:p>
          <a:p>
            <a:pPr>
              <a:lnSpc>
                <a:spcPct val="90000"/>
              </a:lnSpc>
              <a:spcBef>
                <a:spcPts val="641"/>
              </a:spcBef>
            </a:pP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             Date : </a:t>
            </a:r>
            <a:r>
              <a:rPr lang="en-US" sz="3200" spc="-1" dirty="0">
                <a:solidFill>
                  <a:srgbClr val="282F86"/>
                </a:solidFill>
                <a:latin typeface="Times New Roman"/>
                <a:ea typeface="標楷體"/>
              </a:rPr>
              <a:t>03</a:t>
            </a:r>
            <a:r>
              <a:rPr lang="en-US" sz="3200" b="0" strike="noStrike" spc="-1" dirty="0">
                <a:solidFill>
                  <a:srgbClr val="282F86"/>
                </a:solidFill>
                <a:latin typeface="Times New Roman"/>
                <a:ea typeface="標楷體"/>
              </a:rPr>
              <a:t>/28/2025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641"/>
              </a:spcBef>
            </a:pP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720"/>
              </a:spcBef>
            </a:pPr>
            <a:endParaRPr lang="en-US" sz="32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4365C36C-CB49-71B5-4975-8B8C2BAB9FE6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當前進度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1D4E199E-5B88-1DBD-1695-5F86FC0314C6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FFDA5E2A-651A-2221-C4E1-4B3C8ABE1EF6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震盪子並聯測試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兩次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4HRS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測試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),8</a:t>
            </a:r>
            <a:r>
              <a:rPr lang="zh-TW" altLang="en-US" sz="2000" spc="-1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小時測試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新並聯電路焊接及測試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震動量測試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9611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CB50E-738D-AAB1-EF9E-CDD17984E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stomShape 1">
            <a:extLst>
              <a:ext uri="{FF2B5EF4-FFF2-40B4-BE49-F238E27FC236}">
                <a16:creationId xmlns:a16="http://schemas.microsoft.com/office/drawing/2014/main" id="{0039AD83-3A78-F2C5-7091-C7D4FD265AAB}"/>
              </a:ext>
            </a:extLst>
          </p:cNvPr>
          <p:cNvSpPr/>
          <p:nvPr/>
        </p:nvSpPr>
        <p:spPr>
          <a:xfrm>
            <a:off x="682920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  <a:defRPr/>
            </a:pPr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並聯測試 </a:t>
            </a:r>
            <a:r>
              <a:rPr kumimoji="1" lang="en-US" altLang="zh-TW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3/20</a:t>
            </a:r>
            <a:endParaRPr lang="en-US" sz="32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CustomShape 2">
            <a:extLst>
              <a:ext uri="{FF2B5EF4-FFF2-40B4-BE49-F238E27FC236}">
                <a16:creationId xmlns:a16="http://schemas.microsoft.com/office/drawing/2014/main" id="{9BBA31CE-F1C7-F6BD-4E92-2889B3827D65}"/>
              </a:ext>
            </a:extLst>
          </p:cNvPr>
          <p:cNvSpPr/>
          <p:nvPr/>
        </p:nvSpPr>
        <p:spPr>
          <a:xfrm>
            <a:off x="180000" y="1040870"/>
            <a:ext cx="8784000" cy="52567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kumimoji="1" lang="en-US" altLang="zh-TW" sz="2000" kern="0" dirty="0">
              <a:solidFill>
                <a:srgbClr val="000000"/>
              </a:solidFill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  <p:sp>
        <p:nvSpPr>
          <p:cNvPr id="2" name="CustomShape 2">
            <a:extLst>
              <a:ext uri="{FF2B5EF4-FFF2-40B4-BE49-F238E27FC236}">
                <a16:creationId xmlns:a16="http://schemas.microsoft.com/office/drawing/2014/main" id="{DA08E2BE-59F9-8468-A5AF-75E583A950C4}"/>
              </a:ext>
            </a:extLst>
          </p:cNvPr>
          <p:cNvSpPr/>
          <p:nvPr/>
        </p:nvSpPr>
        <p:spPr>
          <a:xfrm>
            <a:off x="180000" y="750320"/>
            <a:ext cx="8784000" cy="543276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solidFill>
                <a:srgbClr val="282F8E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功率分析儀上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震盪子瓦數只有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11W,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震動量還是很大</a:t>
            </a:r>
            <a:r>
              <a:rPr lang="en-US" altLang="zh-TW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可能有異常</a:t>
            </a: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5"/>
              </a:buBlip>
            </a:pPr>
            <a:r>
              <a:rPr lang="zh-TW" altLang="en-US" sz="2000" spc="-1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測試結束後掃頻</a:t>
            </a: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8280" lvl="1">
              <a:spcBef>
                <a:spcPts val="479"/>
              </a:spcBef>
              <a:buSzPct val="100000"/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280" lvl="1" indent="-342000">
              <a:spcBef>
                <a:spcPts val="479"/>
              </a:spcBef>
              <a:buSzPct val="100000"/>
              <a:buBlip>
                <a:blip r:embed="rId5"/>
              </a:buBlip>
            </a:pPr>
            <a:endParaRPr lang="en-US" altLang="zh-TW" sz="2000" spc="-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4" name="圖片 3" descr="一張含有 文字, 電子產品, 電子工程, 機器 的圖片&#10;&#10;AI 產生的內容可能不正確。">
            <a:extLst>
              <a:ext uri="{FF2B5EF4-FFF2-40B4-BE49-F238E27FC236}">
                <a16:creationId xmlns:a16="http://schemas.microsoft.com/office/drawing/2014/main" id="{4C56D530-DA7C-0028-44DB-A2EFF6963E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33107"/>
            <a:ext cx="3590524" cy="2693501"/>
          </a:xfrm>
          <a:prstGeom prst="rect">
            <a:avLst/>
          </a:prstGeom>
        </p:spPr>
      </p:pic>
      <p:pic>
        <p:nvPicPr>
          <p:cNvPr id="6" name="764773439.255839">
            <a:hlinkClick r:id="" action="ppaction://media"/>
            <a:extLst>
              <a:ext uri="{FF2B5EF4-FFF2-40B4-BE49-F238E27FC236}">
                <a16:creationId xmlns:a16="http://schemas.microsoft.com/office/drawing/2014/main" id="{FBC6C52A-F4C8-8CF5-7CF1-6C9E016C4DC2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3590524" y="2542903"/>
            <a:ext cx="5553306" cy="312373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56917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7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6EBDBD1D-EFF9-F19C-57B3-46ADB4C1B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340376"/>
            <a:ext cx="7491412" cy="443198"/>
          </a:xfrm>
        </p:spPr>
        <p:txBody>
          <a:bodyPr/>
          <a:lstStyle/>
          <a:p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震盪子</a:t>
            </a:r>
            <a:r>
              <a:rPr kumimoji="1" lang="en-US" altLang="zh-TW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_</a:t>
            </a:r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測試前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圖片 3" descr="一張含有 螢幕擷取畫面, 繪圖, 行 的圖片&#10;&#10;AI 產生的內容可能不正確。">
            <a:extLst>
              <a:ext uri="{FF2B5EF4-FFF2-40B4-BE49-F238E27FC236}">
                <a16:creationId xmlns:a16="http://schemas.microsoft.com/office/drawing/2014/main" id="{0BE0CAD1-41D7-6B64-8C87-610A8C44D9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961" y="946150"/>
            <a:ext cx="7694077" cy="440817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6FA777DF-8986-0F5C-B16A-B0E16A4D6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71176"/>
            <a:ext cx="9144000" cy="718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609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11D8C-6F9A-192B-83B4-22BC82664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C9BD42BE-334B-A7A3-B5ED-A1259466C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340376"/>
            <a:ext cx="7491412" cy="443198"/>
          </a:xfrm>
        </p:spPr>
        <p:txBody>
          <a:bodyPr/>
          <a:lstStyle/>
          <a:p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震盪子</a:t>
            </a:r>
            <a:r>
              <a:rPr kumimoji="1" lang="en-US" altLang="zh-TW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_4</a:t>
            </a:r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小時測試後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3" name="圖片 2" descr="一張含有 螢幕擷取畫面, 繪圖, 行, 文字 的圖片&#10;&#10;AI 產生的內容可能不正確。">
            <a:extLst>
              <a:ext uri="{FF2B5EF4-FFF2-40B4-BE49-F238E27FC236}">
                <a16:creationId xmlns:a16="http://schemas.microsoft.com/office/drawing/2014/main" id="{5E762166-27F0-B6EE-9809-B90252D3F1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895" y="885190"/>
            <a:ext cx="7552209" cy="432689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C6B8127B-6028-DB42-A347-32F58CA13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5212080"/>
            <a:ext cx="9144000" cy="81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843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FEBE2-608B-F4BE-A4CB-E80BDB282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9208F1B4-1359-D998-42E6-A5219DE2D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340376"/>
            <a:ext cx="7491412" cy="443198"/>
          </a:xfrm>
        </p:spPr>
        <p:txBody>
          <a:bodyPr/>
          <a:lstStyle/>
          <a:p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震盪子</a:t>
            </a:r>
            <a:r>
              <a:rPr kumimoji="1" lang="en-US" altLang="zh-TW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_4</a:t>
            </a:r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小時測試後放置</a:t>
            </a:r>
            <a:r>
              <a:rPr kumimoji="1" lang="en-US" altLang="zh-TW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2HR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圖片 3" descr="一張含有 螢幕擷取畫面, 繪圖, 行, 文字 的圖片&#10;&#10;AI 產生的內容可能不正確。">
            <a:extLst>
              <a:ext uri="{FF2B5EF4-FFF2-40B4-BE49-F238E27FC236}">
                <a16:creationId xmlns:a16="http://schemas.microsoft.com/office/drawing/2014/main" id="{4DF11DBF-DE0E-FE25-BF27-07FC241E0B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737" y="905510"/>
            <a:ext cx="7248525" cy="41529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1EB5BAF4-1FC4-361A-847C-7C7EBC8A5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5154946"/>
            <a:ext cx="9144000" cy="979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881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6F373-C0F6-A3A8-96C2-2E3940D40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36A75242-FDF3-58C2-A8C9-91203A3A9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340376"/>
            <a:ext cx="7491412" cy="443198"/>
          </a:xfrm>
        </p:spPr>
        <p:txBody>
          <a:bodyPr/>
          <a:lstStyle/>
          <a:p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震盪子</a:t>
            </a:r>
            <a:r>
              <a:rPr kumimoji="1" lang="en-US" altLang="zh-TW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_3/21</a:t>
            </a:r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測試前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3" name="圖片 2" descr="一張含有 螢幕擷取畫面, 行, 繪圖 的圖片&#10;&#10;AI 產生的內容可能不正確。">
            <a:extLst>
              <a:ext uri="{FF2B5EF4-FFF2-40B4-BE49-F238E27FC236}">
                <a16:creationId xmlns:a16="http://schemas.microsoft.com/office/drawing/2014/main" id="{CACB80D7-3CF1-3CFD-912F-A6E035E8D9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28" y="934720"/>
            <a:ext cx="7942344" cy="455041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03810068-43E9-A5EF-BBF6-111722D1B9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85130"/>
            <a:ext cx="9144000" cy="69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593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CA57C-BEFF-D5F6-F411-1AA2CCCAF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CA718AF0-50B9-8329-97CD-986B52FC9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340376"/>
            <a:ext cx="7491412" cy="443198"/>
          </a:xfrm>
        </p:spPr>
        <p:txBody>
          <a:bodyPr/>
          <a:lstStyle/>
          <a:p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震盪子</a:t>
            </a:r>
            <a:r>
              <a:rPr kumimoji="1" lang="en-US" altLang="zh-TW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_3/21(8</a:t>
            </a:r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小時測試後</a:t>
            </a:r>
            <a:r>
              <a:rPr kumimoji="1" lang="en-US" altLang="zh-TW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4" name="圖片 3" descr="一張含有 螢幕擷取畫面, 文字, 行, 繪圖 的圖片&#10;&#10;AI 產生的內容可能不正確。">
            <a:extLst>
              <a:ext uri="{FF2B5EF4-FFF2-40B4-BE49-F238E27FC236}">
                <a16:creationId xmlns:a16="http://schemas.microsoft.com/office/drawing/2014/main" id="{BFA5F0C6-BD31-3032-3819-260E752335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761" y="884555"/>
            <a:ext cx="8066478" cy="462153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35486854-8201-C8DF-B41C-B5D087C2FC24}"/>
              </a:ext>
            </a:extLst>
          </p:cNvPr>
          <p:cNvSpPr txBox="1"/>
          <p:nvPr/>
        </p:nvSpPr>
        <p:spPr>
          <a:xfrm>
            <a:off x="6004942" y="6332958"/>
            <a:ext cx="3236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結論</a:t>
            </a:r>
            <a:r>
              <a:rPr lang="en-US" altLang="zh-TW" dirty="0"/>
              <a:t>:3/20</a:t>
            </a:r>
            <a:r>
              <a:rPr lang="zh-TW" altLang="en-US" dirty="0"/>
              <a:t>的情況當作獨立事件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09D39C9-AD25-484A-F28C-9D259FB91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545471"/>
            <a:ext cx="9144000" cy="82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06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C14F58F-CA6D-F5EB-C82D-F5167C999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3148" y="3207401"/>
            <a:ext cx="7491412" cy="443198"/>
          </a:xfrm>
        </p:spPr>
        <p:txBody>
          <a:bodyPr/>
          <a:lstStyle/>
          <a:p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震盪子</a:t>
            </a:r>
            <a:r>
              <a:rPr kumimoji="1" lang="en-US" altLang="zh-TW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_3/21(8</a:t>
            </a:r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小時測試</a:t>
            </a:r>
            <a:r>
              <a:rPr kumimoji="1" lang="en-US" altLang="zh-TW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)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40180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B0F46-2ECF-2876-11A4-194DD51F7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D577B2AF-2B2B-3E26-186A-90054D6FB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340376"/>
            <a:ext cx="7491412" cy="443198"/>
          </a:xfrm>
        </p:spPr>
        <p:txBody>
          <a:bodyPr/>
          <a:lstStyle/>
          <a:p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震盪子</a:t>
            </a:r>
            <a:r>
              <a:rPr kumimoji="1" lang="en-US" altLang="zh-TW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_3/21(8</a:t>
            </a:r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小時長時間測試</a:t>
            </a:r>
            <a:r>
              <a:rPr kumimoji="1" lang="en-US" altLang="zh-TW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)_</a:t>
            </a:r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電壓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12" name="圖表 11">
            <a:extLst>
              <a:ext uri="{FF2B5EF4-FFF2-40B4-BE49-F238E27FC236}">
                <a16:creationId xmlns:a16="http://schemas.microsoft.com/office/drawing/2014/main" id="{35487C96-3CA2-B372-BDD1-385E12D1586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4641770"/>
              </p:ext>
            </p:extLst>
          </p:nvPr>
        </p:nvGraphicFramePr>
        <p:xfrm>
          <a:off x="0" y="883920"/>
          <a:ext cx="6871494" cy="55168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3" name="文字方塊 12">
            <a:extLst>
              <a:ext uri="{FF2B5EF4-FFF2-40B4-BE49-F238E27FC236}">
                <a16:creationId xmlns:a16="http://schemas.microsoft.com/office/drawing/2014/main" id="{06A31211-A6EB-4A2E-66D9-AB30820AC01E}"/>
              </a:ext>
            </a:extLst>
          </p:cNvPr>
          <p:cNvSpPr txBox="1"/>
          <p:nvPr/>
        </p:nvSpPr>
        <p:spPr>
          <a:xfrm>
            <a:off x="7105174" y="500062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震盪子電壓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7B2C136-9E18-9358-9B50-8E3A79AEBFF0}"/>
              </a:ext>
            </a:extLst>
          </p:cNvPr>
          <p:cNvSpPr txBox="1"/>
          <p:nvPr/>
        </p:nvSpPr>
        <p:spPr>
          <a:xfrm>
            <a:off x="7128257" y="546228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頻率</a:t>
            </a:r>
          </a:p>
        </p:txBody>
      </p:sp>
      <p:sp>
        <p:nvSpPr>
          <p:cNvPr id="15" name="減號 14">
            <a:extLst>
              <a:ext uri="{FF2B5EF4-FFF2-40B4-BE49-F238E27FC236}">
                <a16:creationId xmlns:a16="http://schemas.microsoft.com/office/drawing/2014/main" id="{41D3A862-6E3A-8E82-2D9A-3EB5269B6ECE}"/>
              </a:ext>
            </a:extLst>
          </p:cNvPr>
          <p:cNvSpPr/>
          <p:nvPr/>
        </p:nvSpPr>
        <p:spPr>
          <a:xfrm>
            <a:off x="8018728" y="5624093"/>
            <a:ext cx="850548" cy="45719"/>
          </a:xfrm>
          <a:prstGeom prst="mathMinus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減號 15">
            <a:extLst>
              <a:ext uri="{FF2B5EF4-FFF2-40B4-BE49-F238E27FC236}">
                <a16:creationId xmlns:a16="http://schemas.microsoft.com/office/drawing/2014/main" id="{1F0A3BDA-266B-DC5D-B62D-4232B3E14824}"/>
              </a:ext>
            </a:extLst>
          </p:cNvPr>
          <p:cNvSpPr/>
          <p:nvPr/>
        </p:nvSpPr>
        <p:spPr>
          <a:xfrm>
            <a:off x="8293452" y="5136795"/>
            <a:ext cx="850548" cy="45719"/>
          </a:xfrm>
          <a:prstGeom prst="mathMinus">
            <a:avLst/>
          </a:prstGeom>
          <a:ln w="76200">
            <a:solidFill>
              <a:srgbClr val="3333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93C0A61-463E-2C95-77C7-3E88D2CFD148}"/>
              </a:ext>
            </a:extLst>
          </p:cNvPr>
          <p:cNvSpPr txBox="1"/>
          <p:nvPr/>
        </p:nvSpPr>
        <p:spPr>
          <a:xfrm>
            <a:off x="7105174" y="460125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震盪子電壓</a:t>
            </a:r>
          </a:p>
        </p:txBody>
      </p:sp>
      <p:sp>
        <p:nvSpPr>
          <p:cNvPr id="18" name="減號 17">
            <a:extLst>
              <a:ext uri="{FF2B5EF4-FFF2-40B4-BE49-F238E27FC236}">
                <a16:creationId xmlns:a16="http://schemas.microsoft.com/office/drawing/2014/main" id="{03D6B9D8-D1C9-BE8F-F299-FB7323822160}"/>
              </a:ext>
            </a:extLst>
          </p:cNvPr>
          <p:cNvSpPr/>
          <p:nvPr/>
        </p:nvSpPr>
        <p:spPr>
          <a:xfrm>
            <a:off x="8293452" y="4737430"/>
            <a:ext cx="850548" cy="45719"/>
          </a:xfrm>
          <a:prstGeom prst="mathMinus">
            <a:avLst/>
          </a:prstGeom>
          <a:ln w="76200">
            <a:solidFill>
              <a:srgbClr val="00CC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374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7D336-F8F7-F4BB-EA53-D60516C7F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709118EA-6B94-66D7-CAEC-2A81712E0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340376"/>
            <a:ext cx="7491412" cy="443198"/>
          </a:xfrm>
        </p:spPr>
        <p:txBody>
          <a:bodyPr/>
          <a:lstStyle/>
          <a:p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震盪子</a:t>
            </a:r>
            <a:r>
              <a:rPr kumimoji="1" lang="en-US" altLang="zh-TW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_3/21(8</a:t>
            </a:r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小時長時間測試</a:t>
            </a:r>
            <a:r>
              <a:rPr kumimoji="1" lang="en-US" altLang="zh-TW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)_</a:t>
            </a:r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電流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3" name="圖表 2">
            <a:extLst>
              <a:ext uri="{FF2B5EF4-FFF2-40B4-BE49-F238E27FC236}">
                <a16:creationId xmlns:a16="http://schemas.microsoft.com/office/drawing/2014/main" id="{41D18339-76AF-9D5A-0FC7-61082369E76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5349069"/>
              </p:ext>
            </p:extLst>
          </p:nvPr>
        </p:nvGraphicFramePr>
        <p:xfrm>
          <a:off x="0" y="1036320"/>
          <a:ext cx="6695440" cy="5171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0757B213-B101-D994-3FB7-6CD690C08758}"/>
              </a:ext>
            </a:extLst>
          </p:cNvPr>
          <p:cNvSpPr txBox="1"/>
          <p:nvPr/>
        </p:nvSpPr>
        <p:spPr>
          <a:xfrm>
            <a:off x="7105174" y="500062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震盪子電壓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FC546D0-22BF-2D35-C8AB-59ED7DA969D2}"/>
              </a:ext>
            </a:extLst>
          </p:cNvPr>
          <p:cNvSpPr txBox="1"/>
          <p:nvPr/>
        </p:nvSpPr>
        <p:spPr>
          <a:xfrm>
            <a:off x="7128257" y="546228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頻率</a:t>
            </a:r>
          </a:p>
        </p:txBody>
      </p:sp>
      <p:sp>
        <p:nvSpPr>
          <p:cNvPr id="12" name="減號 11">
            <a:extLst>
              <a:ext uri="{FF2B5EF4-FFF2-40B4-BE49-F238E27FC236}">
                <a16:creationId xmlns:a16="http://schemas.microsoft.com/office/drawing/2014/main" id="{5635AA81-A82A-431D-73D0-2F52E16897A3}"/>
              </a:ext>
            </a:extLst>
          </p:cNvPr>
          <p:cNvSpPr/>
          <p:nvPr/>
        </p:nvSpPr>
        <p:spPr>
          <a:xfrm>
            <a:off x="8018728" y="5624093"/>
            <a:ext cx="850548" cy="45719"/>
          </a:xfrm>
          <a:prstGeom prst="mathMinus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減號 12">
            <a:extLst>
              <a:ext uri="{FF2B5EF4-FFF2-40B4-BE49-F238E27FC236}">
                <a16:creationId xmlns:a16="http://schemas.microsoft.com/office/drawing/2014/main" id="{43BB592A-B904-2B87-4042-6994564E4686}"/>
              </a:ext>
            </a:extLst>
          </p:cNvPr>
          <p:cNvSpPr/>
          <p:nvPr/>
        </p:nvSpPr>
        <p:spPr>
          <a:xfrm>
            <a:off x="8293452" y="5136795"/>
            <a:ext cx="850548" cy="45719"/>
          </a:xfrm>
          <a:prstGeom prst="mathMinus">
            <a:avLst/>
          </a:prstGeom>
          <a:ln w="76200">
            <a:solidFill>
              <a:srgbClr val="3333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55D94E0-97AD-6860-1BD9-06923351A570}"/>
              </a:ext>
            </a:extLst>
          </p:cNvPr>
          <p:cNvSpPr txBox="1"/>
          <p:nvPr/>
        </p:nvSpPr>
        <p:spPr>
          <a:xfrm>
            <a:off x="7105174" y="460125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震盪子電壓</a:t>
            </a:r>
          </a:p>
        </p:txBody>
      </p:sp>
      <p:sp>
        <p:nvSpPr>
          <p:cNvPr id="15" name="減號 14">
            <a:extLst>
              <a:ext uri="{FF2B5EF4-FFF2-40B4-BE49-F238E27FC236}">
                <a16:creationId xmlns:a16="http://schemas.microsoft.com/office/drawing/2014/main" id="{3DF8579F-C9C2-6DAB-A03F-5BEDFA57D8A7}"/>
              </a:ext>
            </a:extLst>
          </p:cNvPr>
          <p:cNvSpPr/>
          <p:nvPr/>
        </p:nvSpPr>
        <p:spPr>
          <a:xfrm>
            <a:off x="8293452" y="4737430"/>
            <a:ext cx="850548" cy="45719"/>
          </a:xfrm>
          <a:prstGeom prst="mathMinus">
            <a:avLst/>
          </a:prstGeom>
          <a:ln w="76200">
            <a:solidFill>
              <a:srgbClr val="00CC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9642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E8488-CAFF-1842-C104-61049D7B6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05A5C2EB-5AAB-937B-8AA3-7172CF17D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340376"/>
            <a:ext cx="7491412" cy="443198"/>
          </a:xfrm>
        </p:spPr>
        <p:txBody>
          <a:bodyPr/>
          <a:lstStyle/>
          <a:p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震盪子</a:t>
            </a:r>
            <a:r>
              <a:rPr kumimoji="1" lang="en-US" altLang="zh-TW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_3/21(8</a:t>
            </a:r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小時長時間測試</a:t>
            </a:r>
            <a:r>
              <a:rPr kumimoji="1" lang="en-US" altLang="zh-TW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)_</a:t>
            </a:r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相位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3" name="圖表 2">
            <a:extLst>
              <a:ext uri="{FF2B5EF4-FFF2-40B4-BE49-F238E27FC236}">
                <a16:creationId xmlns:a16="http://schemas.microsoft.com/office/drawing/2014/main" id="{CF7BD443-A1B2-5025-96CB-C55E96AB88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705950"/>
              </p:ext>
            </p:extLst>
          </p:nvPr>
        </p:nvGraphicFramePr>
        <p:xfrm>
          <a:off x="91440" y="1056640"/>
          <a:ext cx="6536318" cy="5069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BE106A6C-950B-6015-B2C3-8C9992E5515C}"/>
              </a:ext>
            </a:extLst>
          </p:cNvPr>
          <p:cNvSpPr txBox="1"/>
          <p:nvPr/>
        </p:nvSpPr>
        <p:spPr>
          <a:xfrm>
            <a:off x="7105174" y="500062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震盪子電壓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7BAA868-813A-027D-26D5-0713797AA0E9}"/>
              </a:ext>
            </a:extLst>
          </p:cNvPr>
          <p:cNvSpPr txBox="1"/>
          <p:nvPr/>
        </p:nvSpPr>
        <p:spPr>
          <a:xfrm>
            <a:off x="7128257" y="546228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頻率</a:t>
            </a:r>
          </a:p>
        </p:txBody>
      </p:sp>
      <p:sp>
        <p:nvSpPr>
          <p:cNvPr id="12" name="減號 11">
            <a:extLst>
              <a:ext uri="{FF2B5EF4-FFF2-40B4-BE49-F238E27FC236}">
                <a16:creationId xmlns:a16="http://schemas.microsoft.com/office/drawing/2014/main" id="{D747EF50-67AB-B666-8A9D-9748F550E505}"/>
              </a:ext>
            </a:extLst>
          </p:cNvPr>
          <p:cNvSpPr/>
          <p:nvPr/>
        </p:nvSpPr>
        <p:spPr>
          <a:xfrm>
            <a:off x="8018728" y="5624093"/>
            <a:ext cx="850548" cy="45719"/>
          </a:xfrm>
          <a:prstGeom prst="mathMinus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減號 12">
            <a:extLst>
              <a:ext uri="{FF2B5EF4-FFF2-40B4-BE49-F238E27FC236}">
                <a16:creationId xmlns:a16="http://schemas.microsoft.com/office/drawing/2014/main" id="{4242F9F1-DF51-DE15-4A7E-AC474009CDFE}"/>
              </a:ext>
            </a:extLst>
          </p:cNvPr>
          <p:cNvSpPr/>
          <p:nvPr/>
        </p:nvSpPr>
        <p:spPr>
          <a:xfrm>
            <a:off x="8293452" y="5136795"/>
            <a:ext cx="850548" cy="45719"/>
          </a:xfrm>
          <a:prstGeom prst="mathMinus">
            <a:avLst/>
          </a:prstGeom>
          <a:ln w="76200">
            <a:solidFill>
              <a:srgbClr val="3333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7DD65F5B-D3AC-5206-588F-44BFC1177446}"/>
              </a:ext>
            </a:extLst>
          </p:cNvPr>
          <p:cNvSpPr txBox="1"/>
          <p:nvPr/>
        </p:nvSpPr>
        <p:spPr>
          <a:xfrm>
            <a:off x="7105174" y="460125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震盪子電壓</a:t>
            </a:r>
          </a:p>
        </p:txBody>
      </p:sp>
      <p:sp>
        <p:nvSpPr>
          <p:cNvPr id="15" name="減號 14">
            <a:extLst>
              <a:ext uri="{FF2B5EF4-FFF2-40B4-BE49-F238E27FC236}">
                <a16:creationId xmlns:a16="http://schemas.microsoft.com/office/drawing/2014/main" id="{20D57A7B-A415-5437-A2C3-B1B1AC9A04DA}"/>
              </a:ext>
            </a:extLst>
          </p:cNvPr>
          <p:cNvSpPr/>
          <p:nvPr/>
        </p:nvSpPr>
        <p:spPr>
          <a:xfrm>
            <a:off x="8293452" y="4737430"/>
            <a:ext cx="850548" cy="45719"/>
          </a:xfrm>
          <a:prstGeom prst="mathMinus">
            <a:avLst/>
          </a:prstGeom>
          <a:ln w="76200">
            <a:solidFill>
              <a:srgbClr val="00CC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9451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22B0E-239B-539B-C175-934D4262E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2898498A-FE8B-0BB6-A78A-FB5565661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340376"/>
            <a:ext cx="7491412" cy="443198"/>
          </a:xfrm>
        </p:spPr>
        <p:txBody>
          <a:bodyPr/>
          <a:lstStyle/>
          <a:p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震盪子</a:t>
            </a:r>
            <a:r>
              <a:rPr kumimoji="1" lang="en-US" altLang="zh-TW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_3/21(8</a:t>
            </a:r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小時長時間測試</a:t>
            </a:r>
            <a:r>
              <a:rPr kumimoji="1" lang="en-US" altLang="zh-TW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)_</a:t>
            </a:r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功率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2" name="圖表 1">
            <a:extLst>
              <a:ext uri="{FF2B5EF4-FFF2-40B4-BE49-F238E27FC236}">
                <a16:creationId xmlns:a16="http://schemas.microsoft.com/office/drawing/2014/main" id="{30BB99B3-16CF-4310-7349-C6E865DEA3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92267237"/>
              </p:ext>
            </p:extLst>
          </p:nvPr>
        </p:nvGraphicFramePr>
        <p:xfrm>
          <a:off x="457200" y="1137920"/>
          <a:ext cx="6441440" cy="497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C7806E04-3FE5-EDE5-6986-DAA332927B3E}"/>
              </a:ext>
            </a:extLst>
          </p:cNvPr>
          <p:cNvSpPr txBox="1"/>
          <p:nvPr/>
        </p:nvSpPr>
        <p:spPr>
          <a:xfrm>
            <a:off x="7105174" y="500062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震盪子電壓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FFB6C42-FB10-329E-7489-6BD7FBCABC1E}"/>
              </a:ext>
            </a:extLst>
          </p:cNvPr>
          <p:cNvSpPr txBox="1"/>
          <p:nvPr/>
        </p:nvSpPr>
        <p:spPr>
          <a:xfrm>
            <a:off x="7128257" y="546228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頻率</a:t>
            </a:r>
          </a:p>
        </p:txBody>
      </p:sp>
      <p:sp>
        <p:nvSpPr>
          <p:cNvPr id="6" name="減號 5">
            <a:extLst>
              <a:ext uri="{FF2B5EF4-FFF2-40B4-BE49-F238E27FC236}">
                <a16:creationId xmlns:a16="http://schemas.microsoft.com/office/drawing/2014/main" id="{9CBA2C97-106A-E020-61AC-215E712AF567}"/>
              </a:ext>
            </a:extLst>
          </p:cNvPr>
          <p:cNvSpPr/>
          <p:nvPr/>
        </p:nvSpPr>
        <p:spPr>
          <a:xfrm>
            <a:off x="8018728" y="5624093"/>
            <a:ext cx="850548" cy="45719"/>
          </a:xfrm>
          <a:prstGeom prst="mathMinus">
            <a:avLst/>
          </a:prstGeom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減號 7">
            <a:extLst>
              <a:ext uri="{FF2B5EF4-FFF2-40B4-BE49-F238E27FC236}">
                <a16:creationId xmlns:a16="http://schemas.microsoft.com/office/drawing/2014/main" id="{3FFBB0E0-0DB0-334D-33E1-B55295803090}"/>
              </a:ext>
            </a:extLst>
          </p:cNvPr>
          <p:cNvSpPr/>
          <p:nvPr/>
        </p:nvSpPr>
        <p:spPr>
          <a:xfrm>
            <a:off x="8293452" y="5136795"/>
            <a:ext cx="850548" cy="45719"/>
          </a:xfrm>
          <a:prstGeom prst="mathMinus">
            <a:avLst/>
          </a:prstGeom>
          <a:ln w="76200">
            <a:solidFill>
              <a:srgbClr val="3333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BB41FA8-AE48-6D01-EEBE-92625F0BB79C}"/>
              </a:ext>
            </a:extLst>
          </p:cNvPr>
          <p:cNvSpPr txBox="1"/>
          <p:nvPr/>
        </p:nvSpPr>
        <p:spPr>
          <a:xfrm>
            <a:off x="7105174" y="460125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震盪子電壓</a:t>
            </a:r>
          </a:p>
        </p:txBody>
      </p:sp>
      <p:sp>
        <p:nvSpPr>
          <p:cNvPr id="10" name="減號 9">
            <a:extLst>
              <a:ext uri="{FF2B5EF4-FFF2-40B4-BE49-F238E27FC236}">
                <a16:creationId xmlns:a16="http://schemas.microsoft.com/office/drawing/2014/main" id="{2BA8606C-1CFE-6432-EE1E-3B24091EC82A}"/>
              </a:ext>
            </a:extLst>
          </p:cNvPr>
          <p:cNvSpPr/>
          <p:nvPr/>
        </p:nvSpPr>
        <p:spPr>
          <a:xfrm>
            <a:off x="8293452" y="4737430"/>
            <a:ext cx="850548" cy="45719"/>
          </a:xfrm>
          <a:prstGeom prst="mathMinus">
            <a:avLst/>
          </a:prstGeom>
          <a:ln w="76200">
            <a:solidFill>
              <a:srgbClr val="00CC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178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F7E17-3BBB-BB57-056F-FA602A880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3FBFA01A-326E-E184-770B-88665F0BC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340376"/>
            <a:ext cx="7491412" cy="443198"/>
          </a:xfrm>
        </p:spPr>
        <p:txBody>
          <a:bodyPr/>
          <a:lstStyle/>
          <a:p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原電路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5" name="圖片 4" descr="一張含有 室內, 牆, 機器, 電氣線路 的圖片&#10;&#10;AI 產生的內容可能不正確。">
            <a:extLst>
              <a:ext uri="{FF2B5EF4-FFF2-40B4-BE49-F238E27FC236}">
                <a16:creationId xmlns:a16="http://schemas.microsoft.com/office/drawing/2014/main" id="{EFD38D7B-614F-FF63-785D-6A18AF8827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999669" y="254000"/>
            <a:ext cx="51446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794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8FDFD-C1F3-F3A4-FD66-7E7F22B20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C5CC7BC4-C813-7D09-C98F-BD16A0965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340376"/>
            <a:ext cx="7491412" cy="443198"/>
          </a:xfrm>
        </p:spPr>
        <p:txBody>
          <a:bodyPr/>
          <a:lstStyle/>
          <a:p>
            <a:r>
              <a:rPr kumimoji="1" lang="zh-TW" altLang="en-US" sz="3200" kern="0" dirty="0"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標楷體"/>
              </a:rPr>
              <a:t>修改後電路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3" name="圖片 2" descr="一張含有 電路, 電子工程, 電氣線路, 電子產品 的圖片&#10;&#10;AI 產生的內容可能不正確。">
            <a:extLst>
              <a:ext uri="{FF2B5EF4-FFF2-40B4-BE49-F238E27FC236}">
                <a16:creationId xmlns:a16="http://schemas.microsoft.com/office/drawing/2014/main" id="{CB4AA1F3-C87B-7114-359E-875183275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89"/>
          <a:stretch/>
        </p:blipFill>
        <p:spPr>
          <a:xfrm rot="16200000">
            <a:off x="717334" y="578192"/>
            <a:ext cx="5144661" cy="6248398"/>
          </a:xfrm>
          <a:prstGeom prst="rect">
            <a:avLst/>
          </a:prstGeom>
        </p:spPr>
      </p:pic>
      <p:pic>
        <p:nvPicPr>
          <p:cNvPr id="4" name="圖片 3" descr="一張含有 文字, Rectangle 的圖片&#10;&#10;AI 產生的內容可能不正確。">
            <a:extLst>
              <a:ext uri="{FF2B5EF4-FFF2-40B4-BE49-F238E27FC236}">
                <a16:creationId xmlns:a16="http://schemas.microsoft.com/office/drawing/2014/main" id="{84C92EEC-21B6-AF96-00EB-E2EE298AC7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6" t="24983" r="8189" b="19365"/>
          <a:stretch/>
        </p:blipFill>
        <p:spPr>
          <a:xfrm>
            <a:off x="6340372" y="1257261"/>
            <a:ext cx="2803628" cy="2372035"/>
          </a:xfrm>
          <a:prstGeom prst="rect">
            <a:avLst/>
          </a:prstGeom>
        </p:spPr>
      </p:pic>
      <p:pic>
        <p:nvPicPr>
          <p:cNvPr id="5" name="圖片 4" descr="一張含有 Rectangle, 地圖, 文字, 行 的圖片&#10;&#10;AI 產生的內容可能不正確。">
            <a:extLst>
              <a:ext uri="{FF2B5EF4-FFF2-40B4-BE49-F238E27FC236}">
                <a16:creationId xmlns:a16="http://schemas.microsoft.com/office/drawing/2014/main" id="{C3F51099-9664-17D7-A823-1ACE956C0E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59" t="31492" r="12463" b="22032"/>
          <a:stretch/>
        </p:blipFill>
        <p:spPr>
          <a:xfrm>
            <a:off x="6340372" y="3702391"/>
            <a:ext cx="2818926" cy="2268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171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B4BD65-FBA8-4E57-8B4B-00FDECE7D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180" y="-69669"/>
            <a:ext cx="8229240" cy="1144800"/>
          </a:xfrm>
        </p:spPr>
        <p:txBody>
          <a:bodyPr/>
          <a:lstStyle/>
          <a:p>
            <a:r>
              <a:rPr kumimoji="1" lang="zh-TW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</a:rPr>
              <a:t>震盪子並聯 震動量</a:t>
            </a:r>
            <a:endParaRPr lang="zh-TW" altLang="en-US" sz="32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B5BF6B3-76D1-44BC-B226-872C4997A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8613BA-92E1-471D-9ABD-60FB8E452BB7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499BC3A-A6D1-42DB-B5C2-5F06070F40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4124250"/>
              </p:ext>
            </p:extLst>
          </p:nvPr>
        </p:nvGraphicFramePr>
        <p:xfrm>
          <a:off x="106473" y="2321560"/>
          <a:ext cx="8785224" cy="294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367">
                  <a:extLst>
                    <a:ext uri="{9D8B030D-6E8A-4147-A177-3AD203B41FA5}">
                      <a16:colId xmlns:a16="http://schemas.microsoft.com/office/drawing/2014/main" val="3409637517"/>
                    </a:ext>
                  </a:extLst>
                </a:gridCol>
                <a:gridCol w="1173675">
                  <a:extLst>
                    <a:ext uri="{9D8B030D-6E8A-4147-A177-3AD203B41FA5}">
                      <a16:colId xmlns:a16="http://schemas.microsoft.com/office/drawing/2014/main" val="2456431887"/>
                    </a:ext>
                  </a:extLst>
                </a:gridCol>
                <a:gridCol w="1300683">
                  <a:extLst>
                    <a:ext uri="{9D8B030D-6E8A-4147-A177-3AD203B41FA5}">
                      <a16:colId xmlns:a16="http://schemas.microsoft.com/office/drawing/2014/main" val="815340107"/>
                    </a:ext>
                  </a:extLst>
                </a:gridCol>
                <a:gridCol w="1300683">
                  <a:extLst>
                    <a:ext uri="{9D8B030D-6E8A-4147-A177-3AD203B41FA5}">
                      <a16:colId xmlns:a16="http://schemas.microsoft.com/office/drawing/2014/main" val="361869036"/>
                    </a:ext>
                  </a:extLst>
                </a:gridCol>
                <a:gridCol w="1496908">
                  <a:extLst>
                    <a:ext uri="{9D8B030D-6E8A-4147-A177-3AD203B41FA5}">
                      <a16:colId xmlns:a16="http://schemas.microsoft.com/office/drawing/2014/main" val="2786384987"/>
                    </a:ext>
                  </a:extLst>
                </a:gridCol>
                <a:gridCol w="1496908">
                  <a:extLst>
                    <a:ext uri="{9D8B030D-6E8A-4147-A177-3AD203B41FA5}">
                      <a16:colId xmlns:a16="http://schemas.microsoft.com/office/drawing/2014/main" val="31224757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震盪子型號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輸入電壓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輸入電流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功率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操作頻率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/>
                        <a:t>震動量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6629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M3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50W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OLD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0.076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9.12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26.20k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14192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  M3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50W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24HR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0.131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15.72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26.33k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10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420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 M3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50W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NEW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120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0.12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14.4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26.39k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6350926"/>
                  </a:ext>
                </a:extLst>
              </a:tr>
              <a:tr h="1512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50W</a:t>
                      </a:r>
                      <a:r>
                        <a:rPr lang="zh-TW" altLang="en-US" dirty="0"/>
                        <a:t>並聯</a:t>
                      </a:r>
                      <a:r>
                        <a:rPr lang="en-US" altLang="zh-TW" dirty="0"/>
                        <a:t>D_L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120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67W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26.33k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29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4147692"/>
                  </a:ext>
                </a:extLst>
              </a:tr>
              <a:tr h="146992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50W</a:t>
                      </a:r>
                      <a:r>
                        <a:rPr lang="zh-TW" altLang="en-US" dirty="0"/>
                        <a:t>並聯</a:t>
                      </a:r>
                      <a:r>
                        <a:rPr lang="en-US" altLang="zh-TW" dirty="0"/>
                        <a:t>C_L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120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26.33k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34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0125222"/>
                  </a:ext>
                </a:extLst>
              </a:tr>
              <a:tr h="1512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50W</a:t>
                      </a:r>
                      <a:r>
                        <a:rPr lang="zh-TW" altLang="en-US" dirty="0"/>
                        <a:t>並聯</a:t>
                      </a:r>
                      <a:r>
                        <a:rPr lang="en-US" altLang="zh-TW" dirty="0"/>
                        <a:t>D_L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200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0.3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60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26.33k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146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398764"/>
                  </a:ext>
                </a:extLst>
              </a:tr>
              <a:tr h="1512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50W</a:t>
                      </a:r>
                      <a:r>
                        <a:rPr lang="zh-TW" altLang="en-US" dirty="0"/>
                        <a:t>並聯</a:t>
                      </a:r>
                      <a:r>
                        <a:rPr lang="en-US" altLang="zh-TW" dirty="0"/>
                        <a:t>C_L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200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X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X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8514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8516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83C8F4-DCB4-4429-8634-F344D0144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990" y="44450"/>
            <a:ext cx="7491412" cy="914400"/>
          </a:xfrm>
        </p:spPr>
        <p:txBody>
          <a:bodyPr/>
          <a:lstStyle/>
          <a:p>
            <a:r>
              <a:rPr kumimoji="1" lang="zh-TW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</a:rPr>
              <a:t>震盪子並聯 震動量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9659216-0155-46BD-8125-7CAD3BC9C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8613BA-92E1-471D-9ABD-60FB8E452BB7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11EDF5D-DB69-4566-86E2-36361672A39D}"/>
              </a:ext>
            </a:extLst>
          </p:cNvPr>
          <p:cNvPicPr/>
          <p:nvPr/>
        </p:nvPicPr>
        <p:blipFill rotWithShape="1">
          <a:blip r:embed="rId2"/>
          <a:srcRect l="10230" t="12494" r="1812" b="30032"/>
          <a:stretch/>
        </p:blipFill>
        <p:spPr>
          <a:xfrm>
            <a:off x="899592" y="1042988"/>
            <a:ext cx="6261276" cy="272802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F3A33168-E52D-4355-BEA1-395723DEFBE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14990" y="3794820"/>
            <a:ext cx="6245878" cy="236798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FEB71068-3092-4364-B0DB-EFFE8D815D8A}"/>
              </a:ext>
            </a:extLst>
          </p:cNvPr>
          <p:cNvSpPr txBox="1"/>
          <p:nvPr/>
        </p:nvSpPr>
        <p:spPr>
          <a:xfrm>
            <a:off x="7599309" y="2406998"/>
            <a:ext cx="883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D_L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D57FB67-6B39-4893-8671-28E0EAB9D7B6}"/>
              </a:ext>
            </a:extLst>
          </p:cNvPr>
          <p:cNvSpPr txBox="1"/>
          <p:nvPr/>
        </p:nvSpPr>
        <p:spPr>
          <a:xfrm>
            <a:off x="7599309" y="4794144"/>
            <a:ext cx="8070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C_L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36C93C8-ADA5-72E5-E2F5-300FB587752A}"/>
              </a:ext>
            </a:extLst>
          </p:cNvPr>
          <p:cNvSpPr txBox="1"/>
          <p:nvPr/>
        </p:nvSpPr>
        <p:spPr>
          <a:xfrm>
            <a:off x="7367245" y="2776330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震動量</a:t>
            </a:r>
            <a:r>
              <a:rPr lang="en-US" altLang="zh-TW" dirty="0"/>
              <a:t>29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05635E8-B5D7-0AAD-EF69-B0EC8700F053}"/>
              </a:ext>
            </a:extLst>
          </p:cNvPr>
          <p:cNvSpPr txBox="1"/>
          <p:nvPr/>
        </p:nvSpPr>
        <p:spPr>
          <a:xfrm>
            <a:off x="7367245" y="5163476"/>
            <a:ext cx="1133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震動量</a:t>
            </a:r>
            <a:r>
              <a:rPr lang="en-US" altLang="zh-TW" dirty="0"/>
              <a:t>34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17314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828DA8D-16D2-426B-BE0F-F7ADC01FE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8613BA-92E1-471D-9ABD-60FB8E452BB7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37CA2B51-E544-4A72-AB08-A1C431E2071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496" y="1717040"/>
            <a:ext cx="9027224" cy="3313240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584835EF-D34E-461A-B4C8-BA814ADEA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44450"/>
            <a:ext cx="7491412" cy="914400"/>
          </a:xfrm>
        </p:spPr>
        <p:txBody>
          <a:bodyPr/>
          <a:lstStyle/>
          <a:p>
            <a:r>
              <a:rPr kumimoji="1" lang="zh-TW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</a:rPr>
              <a:t>震盪子並聯 震動量</a:t>
            </a:r>
            <a:endParaRPr lang="zh-TW" altLang="en-US" sz="3200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74CE4A7-F3DD-BA55-332F-C9EE2AE16708}"/>
              </a:ext>
            </a:extLst>
          </p:cNvPr>
          <p:cNvSpPr txBox="1"/>
          <p:nvPr/>
        </p:nvSpPr>
        <p:spPr>
          <a:xfrm>
            <a:off x="3056200" y="5491945"/>
            <a:ext cx="3031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加大電壓到</a:t>
            </a:r>
            <a:r>
              <a:rPr lang="en-US" altLang="zh-TW" dirty="0"/>
              <a:t>200V</a:t>
            </a:r>
            <a:r>
              <a:rPr lang="zh-TW" altLang="en-US" dirty="0"/>
              <a:t>震動量提升</a:t>
            </a:r>
            <a:endParaRPr lang="en-US" altLang="zh-TW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5201843-A05E-A8DE-12E9-8DA84D1E317C}"/>
              </a:ext>
            </a:extLst>
          </p:cNvPr>
          <p:cNvSpPr txBox="1"/>
          <p:nvPr/>
        </p:nvSpPr>
        <p:spPr>
          <a:xfrm>
            <a:off x="3613118" y="5030280"/>
            <a:ext cx="18719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18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並聯</a:t>
            </a:r>
            <a:r>
              <a:rPr lang="en-US" altLang="zh-TW" sz="18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 </a:t>
            </a:r>
            <a:r>
              <a:rPr lang="zh-TW" altLang="zh-TW" sz="1800" dirty="0">
                <a:effectLst/>
                <a:latin typeface="Aptos" panose="020B0004020202020204" pitchFamily="34" charset="0"/>
                <a:ea typeface="新細明體" panose="02020500000000000000" pitchFamily="18" charset="-120"/>
                <a:cs typeface="Times New Roman" panose="02020603050405020304" pitchFamily="18" charset="0"/>
              </a:rPr>
              <a:t>振動量</a:t>
            </a:r>
            <a:r>
              <a:rPr lang="zh-TW" altLang="zh-TW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D_L</a:t>
            </a:r>
            <a:br>
              <a:rPr lang="en-US" altLang="zh-TW" sz="18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957382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8287F6F-59C7-4205-92E3-3619906A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101013" y="6402388"/>
            <a:ext cx="862012" cy="41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2000" b="1" kern="1200">
                <a:solidFill>
                  <a:srgbClr val="FCFAD4"/>
                </a:solidFill>
                <a:latin typeface="-쉬리L" pitchFamily="18" charset="-127"/>
                <a:ea typeface="-쉬리L" pitchFamily="18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34" charset="-127"/>
                <a:ea typeface="굴림" pitchFamily="34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34" charset="-127"/>
                <a:ea typeface="굴림" pitchFamily="34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34" charset="-127"/>
                <a:ea typeface="굴림" pitchFamily="34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굴림" pitchFamily="34" charset="-127"/>
                <a:ea typeface="굴림" pitchFamily="34" charset="-127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굴림" pitchFamily="34" charset="-127"/>
                <a:ea typeface="굴림" pitchFamily="34" charset="-127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굴림" pitchFamily="34" charset="-127"/>
                <a:ea typeface="굴림" pitchFamily="34" charset="-127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굴림" pitchFamily="34" charset="-127"/>
                <a:ea typeface="굴림" pitchFamily="34" charset="-127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굴림" pitchFamily="34" charset="-127"/>
                <a:ea typeface="굴림" pitchFamily="34" charset="-127"/>
                <a:cs typeface="+mn-cs"/>
              </a:defRPr>
            </a:lvl9pPr>
          </a:lstStyle>
          <a:p>
            <a:pPr>
              <a:defRPr/>
            </a:pPr>
            <a:fld id="{DC62360B-15B1-4586-9B50-80B7841589DB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  <p:sp>
        <p:nvSpPr>
          <p:cNvPr id="5" name="CustomShape 1">
            <a:extLst>
              <a:ext uri="{FF2B5EF4-FFF2-40B4-BE49-F238E27FC236}">
                <a16:creationId xmlns:a16="http://schemas.microsoft.com/office/drawing/2014/main" id="{3556FAF1-18B1-435A-B5B6-E7802A859209}"/>
              </a:ext>
            </a:extLst>
          </p:cNvPr>
          <p:cNvSpPr/>
          <p:nvPr/>
        </p:nvSpPr>
        <p:spPr>
          <a:xfrm>
            <a:off x="755576" y="0"/>
            <a:ext cx="7488720" cy="9133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3200" b="0" i="0" u="none" strike="noStrike" kern="1200" cap="none" spc="-1" normalizeH="0" baseline="0" noProof="0" dirty="0">
                <a:ln>
                  <a:noFill/>
                </a:ln>
                <a:solidFill>
                  <a:srgbClr val="282F8E"/>
                </a:solidFill>
                <a:effectLst/>
                <a:uLnTx/>
                <a:uFillTx/>
                <a:latin typeface="標楷體"/>
                <a:ea typeface="標楷體"/>
                <a:cs typeface="+mn-cs"/>
              </a:rPr>
              <a:t>吳老師建議</a:t>
            </a:r>
            <a:endParaRPr kumimoji="1" lang="en-US" altLang="zh-TW" sz="3200" b="0" i="0" u="none" strike="noStrike" kern="1200" cap="none" spc="-1" normalizeH="0" baseline="0" noProof="0" dirty="0">
              <a:ln>
                <a:noFill/>
              </a:ln>
              <a:solidFill>
                <a:srgbClr val="282F8E"/>
              </a:solidFill>
              <a:effectLst/>
              <a:uLnTx/>
              <a:uFillTx/>
              <a:latin typeface="標楷體"/>
              <a:ea typeface="標楷體"/>
              <a:cs typeface="+mn-cs"/>
            </a:endParaRPr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B30C4C1-FCF5-4237-A9B9-02BF0657DD62}"/>
              </a:ext>
            </a:extLst>
          </p:cNvPr>
          <p:cNvSpPr/>
          <p:nvPr/>
        </p:nvSpPr>
        <p:spPr>
          <a:xfrm>
            <a:off x="150649" y="988545"/>
            <a:ext cx="8842702" cy="541369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2"/>
              </a:buBlip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共用電感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電容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2"/>
              </a:buBlip>
            </a:pP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共用電感</a:t>
            </a:r>
            <a:r>
              <a:rPr lang="en-US" altLang="zh-TW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不共用電容</a:t>
            </a:r>
            <a:endParaRPr lang="en-US" altLang="zh-TW" sz="24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2"/>
              </a:buBlip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2677036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6B9CA8A-B146-B2EF-1181-E123EB993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650" y="223678"/>
            <a:ext cx="8229240" cy="443198"/>
          </a:xfrm>
        </p:spPr>
        <p:txBody>
          <a:bodyPr/>
          <a:lstStyle/>
          <a:p>
            <a:r>
              <a:rPr kumimoji="1" lang="zh-TW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282F8E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/>
                <a:ea typeface="標楷體"/>
                <a:cs typeface="+mj-cs"/>
              </a:rPr>
              <a:t>預計進度</a:t>
            </a:r>
            <a:endParaRPr lang="zh-TW" altLang="en-US" sz="3600" b="1" spc="-1" dirty="0">
              <a:solidFill>
                <a:srgbClr val="282F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2E39C81-BAA4-4820-7604-F82FAB8F11E6}"/>
              </a:ext>
            </a:extLst>
          </p:cNvPr>
          <p:cNvSpPr txBox="1"/>
          <p:nvPr/>
        </p:nvSpPr>
        <p:spPr>
          <a:xfrm>
            <a:off x="333735" y="1523476"/>
            <a:ext cx="5309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zh-TW" altLang="en-US" sz="2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AA806A-5F35-3E68-504B-CBB909CDBD48}"/>
              </a:ext>
            </a:extLst>
          </p:cNvPr>
          <p:cNvSpPr txBox="1"/>
          <p:nvPr/>
        </p:nvSpPr>
        <p:spPr>
          <a:xfrm>
            <a:off x="447756" y="1210997"/>
            <a:ext cx="7175452" cy="71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en-US" altLang="zh-TW" spc="-1" dirty="0">
              <a:solidFill>
                <a:srgbClr val="282F8E"/>
              </a:solidFill>
              <a:latin typeface="+mj-ea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1800" dirty="0"/>
          </a:p>
        </p:txBody>
      </p:sp>
      <p:sp>
        <p:nvSpPr>
          <p:cNvPr id="6" name="CustomShape 2">
            <a:extLst>
              <a:ext uri="{FF2B5EF4-FFF2-40B4-BE49-F238E27FC236}">
                <a16:creationId xmlns:a16="http://schemas.microsoft.com/office/drawing/2014/main" id="{254CC07A-9104-BFF8-CC32-E6A910233C69}"/>
              </a:ext>
            </a:extLst>
          </p:cNvPr>
          <p:cNvSpPr/>
          <p:nvPr/>
        </p:nvSpPr>
        <p:spPr>
          <a:xfrm>
            <a:off x="180000" y="755191"/>
            <a:ext cx="8784000" cy="17023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1080">
              <a:spcBef>
                <a:spcPts val="479"/>
              </a:spcBef>
              <a:buSzPct val="100000"/>
            </a:pPr>
            <a:r>
              <a:rPr lang="zh-TW" altLang="en-US" sz="2000" spc="-1" dirty="0">
                <a:latin typeface="+mj-ea"/>
              </a:rPr>
              <a:t> 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 dirty="0">
                <a:latin typeface="標楷體" panose="03000509000000000000" pitchFamily="65" charset="-120"/>
                <a:ea typeface="標楷體" panose="03000509000000000000" pitchFamily="65" charset="-120"/>
              </a:rPr>
              <a:t>震盪子長時間並聯測試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r>
              <a:rPr lang="zh-TW" altLang="en-US" sz="2400" spc="-1">
                <a:latin typeface="標楷體" panose="03000509000000000000" pitchFamily="65" charset="-120"/>
                <a:ea typeface="標楷體" panose="03000509000000000000" pitchFamily="65" charset="-120"/>
              </a:rPr>
              <a:t>電路測試</a:t>
            </a:r>
            <a:endParaRPr lang="en-US" altLang="zh-TW" sz="24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1080">
              <a:spcBef>
                <a:spcPts val="479"/>
              </a:spcBef>
              <a:buSzPct val="100000"/>
            </a:pPr>
            <a:endParaRPr lang="en-US" altLang="zh-TW" sz="2000" spc="-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343080" indent="-342000">
              <a:spcBef>
                <a:spcPts val="479"/>
              </a:spcBef>
              <a:buSzPct val="100000"/>
              <a:buBlip>
                <a:blip r:embed="rId3"/>
              </a:buBlip>
            </a:pPr>
            <a:endParaRPr lang="zh-TW" altLang="en-US" sz="2000" dirty="0"/>
          </a:p>
          <a:p>
            <a:pPr marL="1080">
              <a:spcBef>
                <a:spcPts val="479"/>
              </a:spcBef>
              <a:buSzPct val="100000"/>
            </a:pPr>
            <a:endParaRPr kumimoji="1" lang="en-US" altLang="zh-TW" sz="2000" kern="0" dirty="0">
              <a:latin typeface="Times New Roman" panose="02020603050405020304" pitchFamily="18" charset="0"/>
              <a:ea typeface="標楷體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09297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MA" val="3.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C:\coolpt\TempSlide\B198.POT</Template>
  <TotalTime>190934</TotalTime>
  <Words>368</Words>
  <Application>Microsoft Office PowerPoint</Application>
  <PresentationFormat>如螢幕大小 (4:3)</PresentationFormat>
  <Paragraphs>118</Paragraphs>
  <Slides>20</Slides>
  <Notes>2</Notes>
  <HiddenSlides>0</HiddenSlides>
  <MMClips>1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20</vt:i4>
      </vt:variant>
    </vt:vector>
  </HeadingPairs>
  <TitlesOfParts>
    <vt:vector size="30" baseType="lpstr">
      <vt:lpstr>굴림</vt:lpstr>
      <vt:lpstr>標楷體</vt:lpstr>
      <vt:lpstr>Aptos</vt:lpstr>
      <vt:lpstr>Arial</vt:lpstr>
      <vt:lpstr>Symbol</vt:lpstr>
      <vt:lpstr>Tahoma</vt:lpstr>
      <vt:lpstr>Times New Roman</vt:lpstr>
      <vt:lpstr>Wingdings</vt:lpstr>
      <vt:lpstr>Office Theme</vt:lpstr>
      <vt:lpstr>Office Theme</vt:lpstr>
      <vt:lpstr>PowerPoint 簡報</vt:lpstr>
      <vt:lpstr>PowerPoint 簡報</vt:lpstr>
      <vt:lpstr>PowerPoint 簡報</vt:lpstr>
      <vt:lpstr>震盪子_測試前</vt:lpstr>
      <vt:lpstr>震盪子_4小時測試後</vt:lpstr>
      <vt:lpstr>震盪子_4小時測試後放置2HR</vt:lpstr>
      <vt:lpstr>震盪子_3/21測試前</vt:lpstr>
      <vt:lpstr>震盪子_3/21(8小時測試後)</vt:lpstr>
      <vt:lpstr>震盪子_3/21(8小時測試)</vt:lpstr>
      <vt:lpstr>震盪子_3/21(8小時長時間測試)_電壓</vt:lpstr>
      <vt:lpstr>震盪子_3/21(8小時長時間測試)_電流</vt:lpstr>
      <vt:lpstr>震盪子_3/21(8小時長時間測試)_相位</vt:lpstr>
      <vt:lpstr>震盪子_3/21(8小時長時間測試)_功率</vt:lpstr>
      <vt:lpstr>原電路</vt:lpstr>
      <vt:lpstr>修改後電路</vt:lpstr>
      <vt:lpstr>震盪子並聯 震動量</vt:lpstr>
      <vt:lpstr>震盪子並聯 震動量</vt:lpstr>
      <vt:lpstr>震盪子並聯 震動量</vt:lpstr>
      <vt:lpstr>PowerPoint 簡報</vt:lpstr>
      <vt:lpstr>預計進度</vt:lpstr>
    </vt:vector>
  </TitlesOfParts>
  <Company>大公司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TYM投影片</dc:title>
  <dc:subject/>
  <dc:creator>TYM</dc:creator>
  <dc:description/>
  <cp:lastModifiedBy>崎維 李</cp:lastModifiedBy>
  <cp:revision>2266</cp:revision>
  <dcterms:created xsi:type="dcterms:W3CDTF">2001-07-18T23:57:34Z</dcterms:created>
  <dcterms:modified xsi:type="dcterms:W3CDTF">2025-03-27T14:17:39Z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大公司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2</vt:i4>
  </property>
  <property fmtid="{D5CDD505-2E9C-101B-9397-08002B2CF9AE}" pid="9" name="PresentationFormat">
    <vt:lpwstr>如螢幕大小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20</vt:i4>
  </property>
</Properties>
</file>