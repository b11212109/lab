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1611" r:id="rId4"/>
    <p:sldId id="1657" r:id="rId5"/>
    <p:sldId id="1659" r:id="rId6"/>
    <p:sldId id="1618" r:id="rId7"/>
    <p:sldId id="1654" r:id="rId8"/>
    <p:sldId id="1656" r:id="rId9"/>
    <p:sldId id="1655" r:id="rId10"/>
    <p:sldId id="1658" r:id="rId11"/>
    <p:sldId id="1660" r:id="rId12"/>
    <p:sldId id="1650" r:id="rId13"/>
    <p:sldId id="493" r:id="rId14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1611"/>
            <p14:sldId id="1657"/>
            <p14:sldId id="1659"/>
            <p14:sldId id="1618"/>
            <p14:sldId id="1654"/>
            <p14:sldId id="1656"/>
            <p14:sldId id="1655"/>
            <p14:sldId id="1658"/>
            <p14:sldId id="1660"/>
            <p14:sldId id="1650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6242" autoAdjust="0"/>
  </p:normalViewPr>
  <p:slideViewPr>
    <p:cSldViewPr snapToGrid="0">
      <p:cViewPr>
        <p:scale>
          <a:sx n="160" d="100"/>
          <a:sy n="160" d="100"/>
        </p:scale>
        <p:origin x="18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1.mp4"/><Relationship Id="rId2" Type="http://schemas.openxmlformats.org/officeDocument/2006/relationships/video" Target="NULL" TargetMode="Externa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7" Type="http://schemas.openxmlformats.org/officeDocument/2006/relationships/image" Target="../media/image13.jpeg"/><Relationship Id="rId2" Type="http://schemas.microsoft.com/office/2007/relationships/media" Target="../media/media2.mp4"/><Relationship Id="rId1" Type="http://schemas.openxmlformats.org/officeDocument/2006/relationships/tags" Target="../tags/tag8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12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03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實際測試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修電路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功率計算程式修改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LAYOUT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562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實際測試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要使震盪子霧化有一個閥值 功率要先到達一個足夠大的點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後面如果再下降 也可以維持一段時間有比較好的效果</a:t>
            </a: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86385816.928195">
            <a:hlinkClick r:id="" action="ppaction://media"/>
            <a:extLst>
              <a:ext uri="{FF2B5EF4-FFF2-40B4-BE49-F238E27FC236}">
                <a16:creationId xmlns:a16="http://schemas.microsoft.com/office/drawing/2014/main" id="{46711A4E-3A05-4476-8645-865D595F554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st="3462" end="748.3333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3729" y="1906911"/>
            <a:ext cx="7027911" cy="3953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894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80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遭遇問題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實際測試功率及數據異常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電路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程式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震盪子可能有問題</a:t>
            </a: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252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實際測試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功率計算錯誤 一直誤調頻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A575E6D-9FE5-4EC8-BA0D-85CF3EBE7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378" y="1504295"/>
            <a:ext cx="1135207" cy="459456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70C7B05F-AA30-4180-BC11-9DFB1ECA7B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0825" y="1504295"/>
            <a:ext cx="1490798" cy="4692238"/>
          </a:xfrm>
          <a:prstGeom prst="rect">
            <a:avLst/>
          </a:prstGeom>
        </p:spPr>
      </p:pic>
      <p:sp>
        <p:nvSpPr>
          <p:cNvPr id="15" name="CustomShape 2">
            <a:extLst>
              <a:ext uri="{FF2B5EF4-FFF2-40B4-BE49-F238E27FC236}">
                <a16:creationId xmlns:a16="http://schemas.microsoft.com/office/drawing/2014/main" id="{E777CA2F-2567-4DC0-B592-0C36B913088E}"/>
              </a:ext>
            </a:extLst>
          </p:cNvPr>
          <p:cNvSpPr/>
          <p:nvPr/>
        </p:nvSpPr>
        <p:spPr>
          <a:xfrm>
            <a:off x="828677" y="1084845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MCU1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EE5BB19-DB26-494C-9D13-9D75620FDEB6}"/>
              </a:ext>
            </a:extLst>
          </p:cNvPr>
          <p:cNvSpPr txBox="1"/>
          <p:nvPr/>
        </p:nvSpPr>
        <p:spPr>
          <a:xfrm>
            <a:off x="4337540" y="1504295"/>
            <a:ext cx="4806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18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1596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實際測試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用同一塊電路板不同塊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CustomShape 2">
            <a:extLst>
              <a:ext uri="{FF2B5EF4-FFF2-40B4-BE49-F238E27FC236}">
                <a16:creationId xmlns:a16="http://schemas.microsoft.com/office/drawing/2014/main" id="{E777CA2F-2567-4DC0-B592-0C36B913088E}"/>
              </a:ext>
            </a:extLst>
          </p:cNvPr>
          <p:cNvSpPr/>
          <p:nvPr/>
        </p:nvSpPr>
        <p:spPr>
          <a:xfrm>
            <a:off x="828677" y="1084845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MCU1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EE5BB19-DB26-494C-9D13-9D75620FDEB6}"/>
              </a:ext>
            </a:extLst>
          </p:cNvPr>
          <p:cNvSpPr txBox="1"/>
          <p:nvPr/>
        </p:nvSpPr>
        <p:spPr>
          <a:xfrm>
            <a:off x="4337540" y="1504295"/>
            <a:ext cx="4806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18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MCU2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AFBEFB0-45B0-466A-A5C1-39D1A4AA5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313" y="1504295"/>
            <a:ext cx="1587550" cy="4689001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8B6E8A3-C977-45C4-8329-E32A8D684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759" y="1504295"/>
            <a:ext cx="1659672" cy="475594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90063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實際測試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MCU1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回授有問題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CustomShape 2">
            <a:extLst>
              <a:ext uri="{FF2B5EF4-FFF2-40B4-BE49-F238E27FC236}">
                <a16:creationId xmlns:a16="http://schemas.microsoft.com/office/drawing/2014/main" id="{E777CA2F-2567-4DC0-B592-0C36B913088E}"/>
              </a:ext>
            </a:extLst>
          </p:cNvPr>
          <p:cNvSpPr/>
          <p:nvPr/>
        </p:nvSpPr>
        <p:spPr>
          <a:xfrm>
            <a:off x="828677" y="1084845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修前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EE5BB19-DB26-494C-9D13-9D75620FDEB6}"/>
              </a:ext>
            </a:extLst>
          </p:cNvPr>
          <p:cNvSpPr txBox="1"/>
          <p:nvPr/>
        </p:nvSpPr>
        <p:spPr>
          <a:xfrm>
            <a:off x="4337540" y="1504295"/>
            <a:ext cx="4806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修後</a:t>
            </a:r>
            <a:endParaRPr lang="en-US" altLang="zh-TW" sz="18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AFBEFB0-45B0-466A-A5C1-39D1A4AA5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313" y="1504295"/>
            <a:ext cx="1587550" cy="468900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2094053-BA31-4C4B-8D41-D8935B9A82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083" y="1504295"/>
            <a:ext cx="1514347" cy="46890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66572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實際測試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主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更改頻率或是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會導致功率算不準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831E498-7234-4B74-A4B4-3D14C22B4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006" y="1440238"/>
            <a:ext cx="2024548" cy="47559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31263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實際測試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全部改完後的實際效果，一顆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24W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，一顆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32W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震動量差很多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損耗程度差不多 ，重鎖後效果差不多</a:t>
            </a: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86385817.056045">
            <a:hlinkClick r:id="" action="ppaction://media"/>
            <a:extLst>
              <a:ext uri="{FF2B5EF4-FFF2-40B4-BE49-F238E27FC236}">
                <a16:creationId xmlns:a16="http://schemas.microsoft.com/office/drawing/2014/main" id="{74FF406B-3ED6-467D-BB14-25AF7A066BE6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1581" y="1755830"/>
            <a:ext cx="7320059" cy="411753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181B920-91CB-4BAD-89F8-338E8484FBE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60" t="25111" r="41449" b="21555"/>
          <a:stretch/>
        </p:blipFill>
        <p:spPr>
          <a:xfrm>
            <a:off x="7854046" y="3130163"/>
            <a:ext cx="1274944" cy="2743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9719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6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遭遇問題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一次只能看到一組震盪子的功率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若要一次從電腦看到多組可能需要通多顆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0399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改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LAYOUT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LAYOUT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立板要不要改掉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8567DBD-D724-4F43-9F13-6C4E7A3F2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956" y="1798685"/>
            <a:ext cx="4258241" cy="374109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CAFB808-4411-4837-95B0-8C30C0419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198" y="2285494"/>
            <a:ext cx="4492818" cy="29645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50958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長時間測試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並聯測試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210932</TotalTime>
  <Words>238</Words>
  <Application>Microsoft Office PowerPoint</Application>
  <PresentationFormat>如螢幕大小 (4:3)</PresentationFormat>
  <Paragraphs>144</Paragraphs>
  <Slides>12</Slides>
  <Notes>1</Notes>
  <HiddenSlides>0</HiddenSlides>
  <MMClips>2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12</vt:i4>
      </vt:variant>
    </vt:vector>
  </HeadingPairs>
  <TitlesOfParts>
    <vt:vector size="22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2500</cp:revision>
  <dcterms:created xsi:type="dcterms:W3CDTF">2001-07-18T23:57:34Z</dcterms:created>
  <dcterms:modified xsi:type="dcterms:W3CDTF">2025-12-02T17:51:53Z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