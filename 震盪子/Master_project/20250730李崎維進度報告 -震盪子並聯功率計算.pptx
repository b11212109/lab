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5.xml" ContentType="application/vnd.openxmlformats-officedocument.presentationml.tag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6.xml" ContentType="application/vnd.openxmlformats-officedocument.presentationml.tag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ags/tag7.xml" ContentType="application/vnd.openxmlformats-officedocument.presentationml.tag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ags/tag8.xml" ContentType="application/vnd.openxmlformats-officedocument.presentationml.tags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ags/tag9.xml" ContentType="application/vnd.openxmlformats-officedocument.presentationml.tags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ags/tag10.xml" ContentType="application/vnd.openxmlformats-officedocument.presentationml.tags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7"/>
  </p:notesMasterIdLst>
  <p:sldIdLst>
    <p:sldId id="256" r:id="rId3"/>
    <p:sldId id="492" r:id="rId4"/>
    <p:sldId id="1543" r:id="rId5"/>
    <p:sldId id="1544" r:id="rId6"/>
    <p:sldId id="1545" r:id="rId7"/>
    <p:sldId id="1526" r:id="rId8"/>
    <p:sldId id="1542" r:id="rId9"/>
    <p:sldId id="1546" r:id="rId10"/>
    <p:sldId id="1547" r:id="rId11"/>
    <p:sldId id="1548" r:id="rId12"/>
    <p:sldId id="1549" r:id="rId13"/>
    <p:sldId id="1551" r:id="rId14"/>
    <p:sldId id="1550" r:id="rId15"/>
    <p:sldId id="493" r:id="rId16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492"/>
            <p14:sldId id="1543"/>
            <p14:sldId id="1544"/>
            <p14:sldId id="1545"/>
            <p14:sldId id="1526"/>
            <p14:sldId id="1542"/>
            <p14:sldId id="1546"/>
            <p14:sldId id="1547"/>
            <p14:sldId id="1548"/>
            <p14:sldId id="1549"/>
            <p14:sldId id="1551"/>
            <p14:sldId id="1550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0275"/>
    <a:srgbClr val="03FF0A"/>
    <a:srgbClr val="0003FE"/>
    <a:srgbClr val="FC0085"/>
    <a:srgbClr val="ADAC06"/>
    <a:srgbClr val="07FC05"/>
    <a:srgbClr val="0000FD"/>
    <a:srgbClr val="B1A709"/>
    <a:srgbClr val="00CC99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6242" autoAdjust="0"/>
  </p:normalViewPr>
  <p:slideViewPr>
    <p:cSldViewPr snapToGrid="0">
      <p:cViewPr varScale="1">
        <p:scale>
          <a:sx n="163" d="100"/>
          <a:sy n="163" d="100"/>
        </p:scale>
        <p:origin x="10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1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1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1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1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1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1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1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dirty="0"/>
              <a:t>SWEEP1</a:t>
            </a:r>
            <a:endParaRPr lang="zh-TW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功率1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工作表1!$CS$1:$CS$240</c:f>
              <c:numCache>
                <c:formatCode>General</c:formatCode>
                <c:ptCount val="240"/>
                <c:pt idx="0">
                  <c:v>6.97</c:v>
                </c:pt>
                <c:pt idx="1">
                  <c:v>5.13</c:v>
                </c:pt>
                <c:pt idx="2">
                  <c:v>2.87</c:v>
                </c:pt>
                <c:pt idx="3">
                  <c:v>3.19</c:v>
                </c:pt>
                <c:pt idx="4">
                  <c:v>0.6</c:v>
                </c:pt>
                <c:pt idx="5">
                  <c:v>0.47</c:v>
                </c:pt>
                <c:pt idx="6">
                  <c:v>0.2</c:v>
                </c:pt>
                <c:pt idx="7">
                  <c:v>0.2</c:v>
                </c:pt>
                <c:pt idx="8">
                  <c:v>0.14000000000000001</c:v>
                </c:pt>
                <c:pt idx="9">
                  <c:v>0.5</c:v>
                </c:pt>
                <c:pt idx="10">
                  <c:v>0.5</c:v>
                </c:pt>
                <c:pt idx="11">
                  <c:v>0.1</c:v>
                </c:pt>
                <c:pt idx="12">
                  <c:v>0.16</c:v>
                </c:pt>
                <c:pt idx="13">
                  <c:v>-0.48</c:v>
                </c:pt>
                <c:pt idx="14">
                  <c:v>0.36</c:v>
                </c:pt>
                <c:pt idx="15">
                  <c:v>-0.04</c:v>
                </c:pt>
                <c:pt idx="16">
                  <c:v>0.63</c:v>
                </c:pt>
                <c:pt idx="17">
                  <c:v>0.72</c:v>
                </c:pt>
                <c:pt idx="18">
                  <c:v>0.34</c:v>
                </c:pt>
                <c:pt idx="19">
                  <c:v>-1.2</c:v>
                </c:pt>
                <c:pt idx="20">
                  <c:v>0.52</c:v>
                </c:pt>
                <c:pt idx="21">
                  <c:v>-0.13</c:v>
                </c:pt>
                <c:pt idx="22">
                  <c:v>-0.18</c:v>
                </c:pt>
                <c:pt idx="23">
                  <c:v>-0.15</c:v>
                </c:pt>
                <c:pt idx="24">
                  <c:v>0.24</c:v>
                </c:pt>
                <c:pt idx="25">
                  <c:v>0.23</c:v>
                </c:pt>
                <c:pt idx="26">
                  <c:v>1.83</c:v>
                </c:pt>
                <c:pt idx="27">
                  <c:v>0.47</c:v>
                </c:pt>
                <c:pt idx="28">
                  <c:v>0.47</c:v>
                </c:pt>
                <c:pt idx="29">
                  <c:v>0.34</c:v>
                </c:pt>
                <c:pt idx="30">
                  <c:v>-0.59</c:v>
                </c:pt>
                <c:pt idx="31">
                  <c:v>-0.05</c:v>
                </c:pt>
                <c:pt idx="32">
                  <c:v>-0.5</c:v>
                </c:pt>
                <c:pt idx="33">
                  <c:v>-0.91</c:v>
                </c:pt>
                <c:pt idx="34">
                  <c:v>-1.29</c:v>
                </c:pt>
                <c:pt idx="35">
                  <c:v>-1.1000000000000001</c:v>
                </c:pt>
                <c:pt idx="36">
                  <c:v>-0.68</c:v>
                </c:pt>
                <c:pt idx="37">
                  <c:v>-0.01</c:v>
                </c:pt>
                <c:pt idx="38">
                  <c:v>-0.69</c:v>
                </c:pt>
                <c:pt idx="39">
                  <c:v>-0.19</c:v>
                </c:pt>
                <c:pt idx="40">
                  <c:v>-0.5</c:v>
                </c:pt>
                <c:pt idx="41">
                  <c:v>-0.19</c:v>
                </c:pt>
                <c:pt idx="42">
                  <c:v>0.75</c:v>
                </c:pt>
                <c:pt idx="43">
                  <c:v>-0.11</c:v>
                </c:pt>
                <c:pt idx="44">
                  <c:v>-0.38</c:v>
                </c:pt>
                <c:pt idx="45">
                  <c:v>-0.38</c:v>
                </c:pt>
                <c:pt idx="46">
                  <c:v>-0.45</c:v>
                </c:pt>
                <c:pt idx="47">
                  <c:v>-0.63</c:v>
                </c:pt>
                <c:pt idx="48">
                  <c:v>0</c:v>
                </c:pt>
                <c:pt idx="49">
                  <c:v>0.16</c:v>
                </c:pt>
                <c:pt idx="50">
                  <c:v>-0.37</c:v>
                </c:pt>
                <c:pt idx="51">
                  <c:v>-0.71</c:v>
                </c:pt>
                <c:pt idx="52">
                  <c:v>-2.0699999999999998</c:v>
                </c:pt>
                <c:pt idx="53">
                  <c:v>-2.78</c:v>
                </c:pt>
                <c:pt idx="54">
                  <c:v>-0.75</c:v>
                </c:pt>
                <c:pt idx="55">
                  <c:v>-0.19</c:v>
                </c:pt>
                <c:pt idx="56">
                  <c:v>-0.72</c:v>
                </c:pt>
                <c:pt idx="57">
                  <c:v>-0.06</c:v>
                </c:pt>
                <c:pt idx="58">
                  <c:v>0.39</c:v>
                </c:pt>
                <c:pt idx="59">
                  <c:v>-0.56000000000000005</c:v>
                </c:pt>
                <c:pt idx="60">
                  <c:v>-0.98</c:v>
                </c:pt>
                <c:pt idx="61">
                  <c:v>-1.22</c:v>
                </c:pt>
                <c:pt idx="62">
                  <c:v>-0.98</c:v>
                </c:pt>
                <c:pt idx="63">
                  <c:v>-0.02</c:v>
                </c:pt>
                <c:pt idx="64">
                  <c:v>0.12</c:v>
                </c:pt>
                <c:pt idx="65">
                  <c:v>-0.04</c:v>
                </c:pt>
                <c:pt idx="66">
                  <c:v>0.32</c:v>
                </c:pt>
                <c:pt idx="67">
                  <c:v>0.68</c:v>
                </c:pt>
                <c:pt idx="68">
                  <c:v>-0.83</c:v>
                </c:pt>
                <c:pt idx="69">
                  <c:v>-1.73</c:v>
                </c:pt>
                <c:pt idx="70">
                  <c:v>0.1</c:v>
                </c:pt>
                <c:pt idx="71">
                  <c:v>0.15</c:v>
                </c:pt>
                <c:pt idx="72">
                  <c:v>0.01</c:v>
                </c:pt>
                <c:pt idx="73">
                  <c:v>-0.52</c:v>
                </c:pt>
                <c:pt idx="74">
                  <c:v>-0.28000000000000003</c:v>
                </c:pt>
                <c:pt idx="75">
                  <c:v>-7.0000000000000007E-2</c:v>
                </c:pt>
                <c:pt idx="76">
                  <c:v>1.04</c:v>
                </c:pt>
                <c:pt idx="77">
                  <c:v>0.43</c:v>
                </c:pt>
                <c:pt idx="78">
                  <c:v>0.34</c:v>
                </c:pt>
                <c:pt idx="79">
                  <c:v>0.05</c:v>
                </c:pt>
                <c:pt idx="80">
                  <c:v>-0.11</c:v>
                </c:pt>
                <c:pt idx="81">
                  <c:v>0.34</c:v>
                </c:pt>
                <c:pt idx="82">
                  <c:v>-0.53</c:v>
                </c:pt>
                <c:pt idx="83">
                  <c:v>-0.28999999999999998</c:v>
                </c:pt>
                <c:pt idx="84">
                  <c:v>-0.23</c:v>
                </c:pt>
                <c:pt idx="85">
                  <c:v>-1.27</c:v>
                </c:pt>
                <c:pt idx="86">
                  <c:v>-1.96</c:v>
                </c:pt>
                <c:pt idx="87">
                  <c:v>-0.91</c:v>
                </c:pt>
                <c:pt idx="88">
                  <c:v>0.22</c:v>
                </c:pt>
                <c:pt idx="89">
                  <c:v>-0.76</c:v>
                </c:pt>
                <c:pt idx="90">
                  <c:v>-0.26</c:v>
                </c:pt>
                <c:pt idx="91">
                  <c:v>-0.95</c:v>
                </c:pt>
                <c:pt idx="92">
                  <c:v>0.16</c:v>
                </c:pt>
                <c:pt idx="93">
                  <c:v>-0.19</c:v>
                </c:pt>
                <c:pt idx="94">
                  <c:v>-1.02</c:v>
                </c:pt>
                <c:pt idx="95">
                  <c:v>-0.41</c:v>
                </c:pt>
                <c:pt idx="96">
                  <c:v>0.32</c:v>
                </c:pt>
                <c:pt idx="97">
                  <c:v>-0.06</c:v>
                </c:pt>
                <c:pt idx="98">
                  <c:v>-0.28000000000000003</c:v>
                </c:pt>
                <c:pt idx="99">
                  <c:v>0.04</c:v>
                </c:pt>
                <c:pt idx="100">
                  <c:v>0.51</c:v>
                </c:pt>
                <c:pt idx="101">
                  <c:v>1.44</c:v>
                </c:pt>
                <c:pt idx="102">
                  <c:v>-0.06</c:v>
                </c:pt>
                <c:pt idx="103">
                  <c:v>0.52</c:v>
                </c:pt>
                <c:pt idx="104">
                  <c:v>-0.16</c:v>
                </c:pt>
                <c:pt idx="105">
                  <c:v>-0.32</c:v>
                </c:pt>
                <c:pt idx="106">
                  <c:v>1.0900000000000001</c:v>
                </c:pt>
                <c:pt idx="107">
                  <c:v>1.36</c:v>
                </c:pt>
                <c:pt idx="108">
                  <c:v>-0.81</c:v>
                </c:pt>
                <c:pt idx="109">
                  <c:v>-0.37</c:v>
                </c:pt>
                <c:pt idx="110">
                  <c:v>-0.03</c:v>
                </c:pt>
                <c:pt idx="111">
                  <c:v>-0.91</c:v>
                </c:pt>
                <c:pt idx="112">
                  <c:v>0.13</c:v>
                </c:pt>
                <c:pt idx="113">
                  <c:v>-0.13</c:v>
                </c:pt>
                <c:pt idx="114">
                  <c:v>-0.69</c:v>
                </c:pt>
                <c:pt idx="115">
                  <c:v>-1.71</c:v>
                </c:pt>
                <c:pt idx="116">
                  <c:v>-2.14</c:v>
                </c:pt>
                <c:pt idx="117">
                  <c:v>-0.98</c:v>
                </c:pt>
                <c:pt idx="118">
                  <c:v>-0.06</c:v>
                </c:pt>
                <c:pt idx="119">
                  <c:v>-0.25</c:v>
                </c:pt>
                <c:pt idx="120">
                  <c:v>-0.49</c:v>
                </c:pt>
                <c:pt idx="121">
                  <c:v>-0.48</c:v>
                </c:pt>
                <c:pt idx="122">
                  <c:v>-0.32</c:v>
                </c:pt>
                <c:pt idx="123">
                  <c:v>1.84</c:v>
                </c:pt>
                <c:pt idx="124">
                  <c:v>1.7</c:v>
                </c:pt>
                <c:pt idx="125">
                  <c:v>3.73</c:v>
                </c:pt>
                <c:pt idx="126">
                  <c:v>5.04</c:v>
                </c:pt>
                <c:pt idx="127">
                  <c:v>1.78</c:v>
                </c:pt>
                <c:pt idx="128">
                  <c:v>0.76</c:v>
                </c:pt>
                <c:pt idx="129">
                  <c:v>4.66</c:v>
                </c:pt>
                <c:pt idx="130">
                  <c:v>6.03</c:v>
                </c:pt>
                <c:pt idx="131">
                  <c:v>14.01</c:v>
                </c:pt>
                <c:pt idx="132">
                  <c:v>2.93</c:v>
                </c:pt>
                <c:pt idx="133">
                  <c:v>2.87</c:v>
                </c:pt>
                <c:pt idx="134">
                  <c:v>6.5</c:v>
                </c:pt>
                <c:pt idx="135">
                  <c:v>7.06</c:v>
                </c:pt>
                <c:pt idx="136">
                  <c:v>12.31</c:v>
                </c:pt>
                <c:pt idx="137">
                  <c:v>10.38</c:v>
                </c:pt>
                <c:pt idx="138">
                  <c:v>10.74</c:v>
                </c:pt>
                <c:pt idx="139">
                  <c:v>7.99</c:v>
                </c:pt>
                <c:pt idx="140">
                  <c:v>1.93</c:v>
                </c:pt>
                <c:pt idx="141">
                  <c:v>5.83</c:v>
                </c:pt>
                <c:pt idx="142">
                  <c:v>6.17</c:v>
                </c:pt>
                <c:pt idx="143">
                  <c:v>4.0199999999999996</c:v>
                </c:pt>
                <c:pt idx="144">
                  <c:v>1.4</c:v>
                </c:pt>
                <c:pt idx="145">
                  <c:v>1.94</c:v>
                </c:pt>
                <c:pt idx="146">
                  <c:v>2.78</c:v>
                </c:pt>
                <c:pt idx="147">
                  <c:v>2.23</c:v>
                </c:pt>
                <c:pt idx="148">
                  <c:v>1.42</c:v>
                </c:pt>
                <c:pt idx="149">
                  <c:v>1.31</c:v>
                </c:pt>
                <c:pt idx="150">
                  <c:v>1.25</c:v>
                </c:pt>
                <c:pt idx="151">
                  <c:v>1.21</c:v>
                </c:pt>
                <c:pt idx="152">
                  <c:v>0.99</c:v>
                </c:pt>
                <c:pt idx="153">
                  <c:v>0.31</c:v>
                </c:pt>
                <c:pt idx="154">
                  <c:v>0.63</c:v>
                </c:pt>
                <c:pt idx="155">
                  <c:v>1.05</c:v>
                </c:pt>
                <c:pt idx="156">
                  <c:v>0.9</c:v>
                </c:pt>
                <c:pt idx="157">
                  <c:v>0.09</c:v>
                </c:pt>
                <c:pt idx="158">
                  <c:v>0.11</c:v>
                </c:pt>
                <c:pt idx="159">
                  <c:v>0.63</c:v>
                </c:pt>
                <c:pt idx="160">
                  <c:v>0.28000000000000003</c:v>
                </c:pt>
                <c:pt idx="161">
                  <c:v>0.11</c:v>
                </c:pt>
                <c:pt idx="162">
                  <c:v>0.05</c:v>
                </c:pt>
                <c:pt idx="163">
                  <c:v>-0.02</c:v>
                </c:pt>
                <c:pt idx="164">
                  <c:v>0.25</c:v>
                </c:pt>
                <c:pt idx="165">
                  <c:v>0.11</c:v>
                </c:pt>
                <c:pt idx="166">
                  <c:v>0.22</c:v>
                </c:pt>
                <c:pt idx="167">
                  <c:v>0.2</c:v>
                </c:pt>
                <c:pt idx="168">
                  <c:v>-0.02</c:v>
                </c:pt>
                <c:pt idx="169">
                  <c:v>7.0000000000000007E-2</c:v>
                </c:pt>
                <c:pt idx="170">
                  <c:v>0.28000000000000003</c:v>
                </c:pt>
                <c:pt idx="171">
                  <c:v>0.17</c:v>
                </c:pt>
                <c:pt idx="172">
                  <c:v>0.37</c:v>
                </c:pt>
                <c:pt idx="173">
                  <c:v>-0.25</c:v>
                </c:pt>
                <c:pt idx="174">
                  <c:v>0.26</c:v>
                </c:pt>
                <c:pt idx="175">
                  <c:v>0.55000000000000004</c:v>
                </c:pt>
                <c:pt idx="176">
                  <c:v>0.42</c:v>
                </c:pt>
                <c:pt idx="177">
                  <c:v>0.65</c:v>
                </c:pt>
                <c:pt idx="178">
                  <c:v>-0.12</c:v>
                </c:pt>
                <c:pt idx="179">
                  <c:v>0.3</c:v>
                </c:pt>
                <c:pt idx="180">
                  <c:v>-0.27</c:v>
                </c:pt>
                <c:pt idx="181">
                  <c:v>-0.41</c:v>
                </c:pt>
                <c:pt idx="182">
                  <c:v>0.06</c:v>
                </c:pt>
                <c:pt idx="183">
                  <c:v>-0.22</c:v>
                </c:pt>
                <c:pt idx="184">
                  <c:v>0.21</c:v>
                </c:pt>
                <c:pt idx="185">
                  <c:v>0.53</c:v>
                </c:pt>
                <c:pt idx="186">
                  <c:v>0.09</c:v>
                </c:pt>
                <c:pt idx="187">
                  <c:v>-0.05</c:v>
                </c:pt>
                <c:pt idx="188">
                  <c:v>0.36</c:v>
                </c:pt>
                <c:pt idx="189">
                  <c:v>0.46</c:v>
                </c:pt>
                <c:pt idx="190">
                  <c:v>-0.1</c:v>
                </c:pt>
                <c:pt idx="191">
                  <c:v>-0.42</c:v>
                </c:pt>
                <c:pt idx="192">
                  <c:v>-1.35</c:v>
                </c:pt>
                <c:pt idx="193">
                  <c:v>0.71</c:v>
                </c:pt>
                <c:pt idx="194">
                  <c:v>0.28000000000000003</c:v>
                </c:pt>
                <c:pt idx="195">
                  <c:v>0.89</c:v>
                </c:pt>
                <c:pt idx="196">
                  <c:v>1.1000000000000001</c:v>
                </c:pt>
                <c:pt idx="197">
                  <c:v>-0.18</c:v>
                </c:pt>
                <c:pt idx="198">
                  <c:v>-0.36</c:v>
                </c:pt>
                <c:pt idx="199">
                  <c:v>-1.25</c:v>
                </c:pt>
                <c:pt idx="200">
                  <c:v>-1.3</c:v>
                </c:pt>
                <c:pt idx="201">
                  <c:v>-0.16</c:v>
                </c:pt>
                <c:pt idx="202">
                  <c:v>-0.08</c:v>
                </c:pt>
                <c:pt idx="203">
                  <c:v>0.25</c:v>
                </c:pt>
                <c:pt idx="204">
                  <c:v>0.86</c:v>
                </c:pt>
                <c:pt idx="205">
                  <c:v>0.71</c:v>
                </c:pt>
                <c:pt idx="206">
                  <c:v>0.41</c:v>
                </c:pt>
                <c:pt idx="207">
                  <c:v>0.12</c:v>
                </c:pt>
                <c:pt idx="208">
                  <c:v>-0.64</c:v>
                </c:pt>
                <c:pt idx="209">
                  <c:v>0.93</c:v>
                </c:pt>
                <c:pt idx="210">
                  <c:v>0.19</c:v>
                </c:pt>
                <c:pt idx="211">
                  <c:v>-0.05</c:v>
                </c:pt>
                <c:pt idx="212">
                  <c:v>-0.19</c:v>
                </c:pt>
                <c:pt idx="213">
                  <c:v>0.43</c:v>
                </c:pt>
                <c:pt idx="214">
                  <c:v>-0.2</c:v>
                </c:pt>
                <c:pt idx="215">
                  <c:v>-0.59</c:v>
                </c:pt>
                <c:pt idx="216">
                  <c:v>-0.12</c:v>
                </c:pt>
                <c:pt idx="217">
                  <c:v>1.03</c:v>
                </c:pt>
                <c:pt idx="218">
                  <c:v>0.75</c:v>
                </c:pt>
                <c:pt idx="219">
                  <c:v>-0.11</c:v>
                </c:pt>
                <c:pt idx="220">
                  <c:v>-0.22</c:v>
                </c:pt>
                <c:pt idx="221">
                  <c:v>-0.33</c:v>
                </c:pt>
                <c:pt idx="222">
                  <c:v>-0.19</c:v>
                </c:pt>
                <c:pt idx="223">
                  <c:v>-0.1</c:v>
                </c:pt>
                <c:pt idx="224">
                  <c:v>-0.24</c:v>
                </c:pt>
                <c:pt idx="225">
                  <c:v>-0.03</c:v>
                </c:pt>
                <c:pt idx="226">
                  <c:v>0.09</c:v>
                </c:pt>
                <c:pt idx="227">
                  <c:v>0</c:v>
                </c:pt>
                <c:pt idx="228">
                  <c:v>0.26</c:v>
                </c:pt>
                <c:pt idx="229">
                  <c:v>0.54</c:v>
                </c:pt>
                <c:pt idx="230">
                  <c:v>1.23</c:v>
                </c:pt>
                <c:pt idx="231">
                  <c:v>0.24</c:v>
                </c:pt>
                <c:pt idx="232">
                  <c:v>0.09</c:v>
                </c:pt>
                <c:pt idx="233">
                  <c:v>-0.95</c:v>
                </c:pt>
                <c:pt idx="234">
                  <c:v>-0.44</c:v>
                </c:pt>
                <c:pt idx="235">
                  <c:v>-0.93</c:v>
                </c:pt>
                <c:pt idx="236">
                  <c:v>-0.46</c:v>
                </c:pt>
                <c:pt idx="237">
                  <c:v>0.47</c:v>
                </c:pt>
                <c:pt idx="238">
                  <c:v>-0.73</c:v>
                </c:pt>
                <c:pt idx="239">
                  <c:v>-0.73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214-4C52-B856-97199BE57322}"/>
            </c:ext>
          </c:extLst>
        </c:ser>
        <c:ser>
          <c:idx val="1"/>
          <c:order val="1"/>
          <c:tx>
            <c:v>功率2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工作表1!$CT$1:$CT$240</c:f>
              <c:numCache>
                <c:formatCode>General</c:formatCode>
                <c:ptCount val="240"/>
                <c:pt idx="0">
                  <c:v>8.6999999999999993</c:v>
                </c:pt>
                <c:pt idx="1">
                  <c:v>6.41</c:v>
                </c:pt>
                <c:pt idx="2">
                  <c:v>3.59</c:v>
                </c:pt>
                <c:pt idx="3">
                  <c:v>3.99</c:v>
                </c:pt>
                <c:pt idx="4">
                  <c:v>0.75</c:v>
                </c:pt>
                <c:pt idx="5">
                  <c:v>0.59</c:v>
                </c:pt>
                <c:pt idx="6">
                  <c:v>0.25</c:v>
                </c:pt>
                <c:pt idx="7">
                  <c:v>0.25</c:v>
                </c:pt>
                <c:pt idx="8">
                  <c:v>0.17</c:v>
                </c:pt>
                <c:pt idx="9">
                  <c:v>0.61</c:v>
                </c:pt>
                <c:pt idx="10">
                  <c:v>0.52</c:v>
                </c:pt>
                <c:pt idx="11">
                  <c:v>0.05</c:v>
                </c:pt>
                <c:pt idx="12">
                  <c:v>0.16</c:v>
                </c:pt>
                <c:pt idx="13">
                  <c:v>-0.59</c:v>
                </c:pt>
                <c:pt idx="14">
                  <c:v>0.46</c:v>
                </c:pt>
                <c:pt idx="15">
                  <c:v>-0.1</c:v>
                </c:pt>
                <c:pt idx="16">
                  <c:v>0.67</c:v>
                </c:pt>
                <c:pt idx="17">
                  <c:v>0.88</c:v>
                </c:pt>
                <c:pt idx="18">
                  <c:v>0.44</c:v>
                </c:pt>
                <c:pt idx="19">
                  <c:v>-1.49</c:v>
                </c:pt>
                <c:pt idx="20">
                  <c:v>0.61</c:v>
                </c:pt>
                <c:pt idx="21">
                  <c:v>-0.22</c:v>
                </c:pt>
                <c:pt idx="22">
                  <c:v>-0.28000000000000003</c:v>
                </c:pt>
                <c:pt idx="23">
                  <c:v>-0.32</c:v>
                </c:pt>
                <c:pt idx="24">
                  <c:v>0.21</c:v>
                </c:pt>
                <c:pt idx="25">
                  <c:v>0.19</c:v>
                </c:pt>
                <c:pt idx="26">
                  <c:v>2.2200000000000002</c:v>
                </c:pt>
                <c:pt idx="27">
                  <c:v>0.49</c:v>
                </c:pt>
                <c:pt idx="28">
                  <c:v>0.53</c:v>
                </c:pt>
                <c:pt idx="29">
                  <c:v>0.39</c:v>
                </c:pt>
                <c:pt idx="30">
                  <c:v>-0.74</c:v>
                </c:pt>
                <c:pt idx="31">
                  <c:v>-0.01</c:v>
                </c:pt>
                <c:pt idx="32">
                  <c:v>-0.62</c:v>
                </c:pt>
                <c:pt idx="33">
                  <c:v>-1.1399999999999999</c:v>
                </c:pt>
                <c:pt idx="34">
                  <c:v>-1.73</c:v>
                </c:pt>
                <c:pt idx="35">
                  <c:v>-1.52</c:v>
                </c:pt>
                <c:pt idx="36">
                  <c:v>-1.01</c:v>
                </c:pt>
                <c:pt idx="37">
                  <c:v>-0.01</c:v>
                </c:pt>
                <c:pt idx="38">
                  <c:v>-0.87</c:v>
                </c:pt>
                <c:pt idx="39">
                  <c:v>-0.23</c:v>
                </c:pt>
                <c:pt idx="40">
                  <c:v>-0.7</c:v>
                </c:pt>
                <c:pt idx="41">
                  <c:v>-0.52</c:v>
                </c:pt>
                <c:pt idx="42">
                  <c:v>0.84</c:v>
                </c:pt>
                <c:pt idx="43">
                  <c:v>-0.31</c:v>
                </c:pt>
                <c:pt idx="44">
                  <c:v>-0.57999999999999996</c:v>
                </c:pt>
                <c:pt idx="45">
                  <c:v>-0.57999999999999996</c:v>
                </c:pt>
                <c:pt idx="46">
                  <c:v>-0.85</c:v>
                </c:pt>
                <c:pt idx="47">
                  <c:v>-1.17</c:v>
                </c:pt>
                <c:pt idx="48">
                  <c:v>-0.25</c:v>
                </c:pt>
                <c:pt idx="49">
                  <c:v>0.04</c:v>
                </c:pt>
                <c:pt idx="50">
                  <c:v>-0.74</c:v>
                </c:pt>
                <c:pt idx="51">
                  <c:v>-1.04</c:v>
                </c:pt>
                <c:pt idx="52">
                  <c:v>-2.75</c:v>
                </c:pt>
                <c:pt idx="53">
                  <c:v>-3.66</c:v>
                </c:pt>
                <c:pt idx="54">
                  <c:v>-1.28</c:v>
                </c:pt>
                <c:pt idx="55">
                  <c:v>-0.25</c:v>
                </c:pt>
                <c:pt idx="56">
                  <c:v>-0.78</c:v>
                </c:pt>
                <c:pt idx="57">
                  <c:v>0</c:v>
                </c:pt>
                <c:pt idx="58">
                  <c:v>0.44</c:v>
                </c:pt>
                <c:pt idx="59">
                  <c:v>-0.81</c:v>
                </c:pt>
                <c:pt idx="60">
                  <c:v>-1.34</c:v>
                </c:pt>
                <c:pt idx="61">
                  <c:v>-1.69</c:v>
                </c:pt>
                <c:pt idx="62">
                  <c:v>-1.27</c:v>
                </c:pt>
                <c:pt idx="63">
                  <c:v>0.01</c:v>
                </c:pt>
                <c:pt idx="64">
                  <c:v>0.06</c:v>
                </c:pt>
                <c:pt idx="65">
                  <c:v>-0.39</c:v>
                </c:pt>
                <c:pt idx="66">
                  <c:v>0.1</c:v>
                </c:pt>
                <c:pt idx="67">
                  <c:v>0.8</c:v>
                </c:pt>
                <c:pt idx="68">
                  <c:v>-1</c:v>
                </c:pt>
                <c:pt idx="69">
                  <c:v>-2.0299999999999998</c:v>
                </c:pt>
                <c:pt idx="70">
                  <c:v>0.28000000000000003</c:v>
                </c:pt>
                <c:pt idx="71">
                  <c:v>0.19</c:v>
                </c:pt>
                <c:pt idx="72">
                  <c:v>-0.2</c:v>
                </c:pt>
                <c:pt idx="73">
                  <c:v>-0.79</c:v>
                </c:pt>
                <c:pt idx="74">
                  <c:v>-0.51</c:v>
                </c:pt>
                <c:pt idx="75">
                  <c:v>0.04</c:v>
                </c:pt>
                <c:pt idx="76">
                  <c:v>1.28</c:v>
                </c:pt>
                <c:pt idx="77">
                  <c:v>0.39</c:v>
                </c:pt>
                <c:pt idx="78">
                  <c:v>0.25</c:v>
                </c:pt>
                <c:pt idx="79">
                  <c:v>-0.42</c:v>
                </c:pt>
                <c:pt idx="80">
                  <c:v>-0.17</c:v>
                </c:pt>
                <c:pt idx="81">
                  <c:v>0.52</c:v>
                </c:pt>
                <c:pt idx="82">
                  <c:v>-0.61</c:v>
                </c:pt>
                <c:pt idx="83">
                  <c:v>-0.14000000000000001</c:v>
                </c:pt>
                <c:pt idx="84">
                  <c:v>-0.24</c:v>
                </c:pt>
                <c:pt idx="85">
                  <c:v>-1.83</c:v>
                </c:pt>
                <c:pt idx="86">
                  <c:v>-2.5</c:v>
                </c:pt>
                <c:pt idx="87">
                  <c:v>-1.1599999999999999</c:v>
                </c:pt>
                <c:pt idx="88">
                  <c:v>0.27</c:v>
                </c:pt>
                <c:pt idx="89">
                  <c:v>-0.75</c:v>
                </c:pt>
                <c:pt idx="90">
                  <c:v>-0.38</c:v>
                </c:pt>
                <c:pt idx="91">
                  <c:v>-1.19</c:v>
                </c:pt>
                <c:pt idx="92">
                  <c:v>0.1</c:v>
                </c:pt>
                <c:pt idx="93">
                  <c:v>-0.28000000000000003</c:v>
                </c:pt>
                <c:pt idx="94">
                  <c:v>-1.24</c:v>
                </c:pt>
                <c:pt idx="95">
                  <c:v>-0.24</c:v>
                </c:pt>
                <c:pt idx="96">
                  <c:v>0.35</c:v>
                </c:pt>
                <c:pt idx="97">
                  <c:v>-0.12</c:v>
                </c:pt>
                <c:pt idx="98">
                  <c:v>-0.6</c:v>
                </c:pt>
                <c:pt idx="99">
                  <c:v>-0.24</c:v>
                </c:pt>
                <c:pt idx="100">
                  <c:v>0.72</c:v>
                </c:pt>
                <c:pt idx="101">
                  <c:v>2.2000000000000002</c:v>
                </c:pt>
                <c:pt idx="102">
                  <c:v>0.21</c:v>
                </c:pt>
                <c:pt idx="103">
                  <c:v>0.55000000000000004</c:v>
                </c:pt>
                <c:pt idx="104">
                  <c:v>-0.68</c:v>
                </c:pt>
                <c:pt idx="105">
                  <c:v>-0.85</c:v>
                </c:pt>
                <c:pt idx="106">
                  <c:v>0.46</c:v>
                </c:pt>
                <c:pt idx="107">
                  <c:v>1.2</c:v>
                </c:pt>
                <c:pt idx="108">
                  <c:v>-1.1200000000000001</c:v>
                </c:pt>
                <c:pt idx="109">
                  <c:v>-0.23</c:v>
                </c:pt>
                <c:pt idx="110">
                  <c:v>0.22</c:v>
                </c:pt>
                <c:pt idx="111">
                  <c:v>-1.1200000000000001</c:v>
                </c:pt>
                <c:pt idx="112">
                  <c:v>0.1</c:v>
                </c:pt>
                <c:pt idx="113">
                  <c:v>-0.1</c:v>
                </c:pt>
                <c:pt idx="114">
                  <c:v>-0.96</c:v>
                </c:pt>
                <c:pt idx="115">
                  <c:v>-1.98</c:v>
                </c:pt>
                <c:pt idx="116">
                  <c:v>-2.21</c:v>
                </c:pt>
                <c:pt idx="117">
                  <c:v>-1.27</c:v>
                </c:pt>
                <c:pt idx="118">
                  <c:v>-0.17</c:v>
                </c:pt>
                <c:pt idx="119">
                  <c:v>-0.36</c:v>
                </c:pt>
                <c:pt idx="120">
                  <c:v>-1.31</c:v>
                </c:pt>
                <c:pt idx="121">
                  <c:v>-0.34</c:v>
                </c:pt>
                <c:pt idx="122">
                  <c:v>-0.61</c:v>
                </c:pt>
                <c:pt idx="123">
                  <c:v>2.13</c:v>
                </c:pt>
                <c:pt idx="124">
                  <c:v>1.03</c:v>
                </c:pt>
                <c:pt idx="125">
                  <c:v>4.3</c:v>
                </c:pt>
                <c:pt idx="126">
                  <c:v>6.55</c:v>
                </c:pt>
                <c:pt idx="127">
                  <c:v>1.56</c:v>
                </c:pt>
                <c:pt idx="128">
                  <c:v>-4.8</c:v>
                </c:pt>
                <c:pt idx="129">
                  <c:v>6.06</c:v>
                </c:pt>
                <c:pt idx="130">
                  <c:v>7.68</c:v>
                </c:pt>
                <c:pt idx="131">
                  <c:v>15.67</c:v>
                </c:pt>
                <c:pt idx="132">
                  <c:v>1.17</c:v>
                </c:pt>
                <c:pt idx="133">
                  <c:v>2.89</c:v>
                </c:pt>
                <c:pt idx="134">
                  <c:v>-2.93</c:v>
                </c:pt>
                <c:pt idx="135">
                  <c:v>-3.66</c:v>
                </c:pt>
                <c:pt idx="136">
                  <c:v>4.21</c:v>
                </c:pt>
                <c:pt idx="137">
                  <c:v>4.22</c:v>
                </c:pt>
                <c:pt idx="138">
                  <c:v>4.68</c:v>
                </c:pt>
                <c:pt idx="139">
                  <c:v>3.9</c:v>
                </c:pt>
                <c:pt idx="140">
                  <c:v>1.26</c:v>
                </c:pt>
                <c:pt idx="141">
                  <c:v>3.49</c:v>
                </c:pt>
                <c:pt idx="142">
                  <c:v>3.3</c:v>
                </c:pt>
                <c:pt idx="143">
                  <c:v>1.59</c:v>
                </c:pt>
                <c:pt idx="144">
                  <c:v>0.44</c:v>
                </c:pt>
                <c:pt idx="145">
                  <c:v>1.02</c:v>
                </c:pt>
                <c:pt idx="146">
                  <c:v>1.71</c:v>
                </c:pt>
                <c:pt idx="147">
                  <c:v>1.45</c:v>
                </c:pt>
                <c:pt idx="148">
                  <c:v>1</c:v>
                </c:pt>
                <c:pt idx="149">
                  <c:v>0.93</c:v>
                </c:pt>
                <c:pt idx="150">
                  <c:v>1</c:v>
                </c:pt>
                <c:pt idx="151">
                  <c:v>1.1599999999999999</c:v>
                </c:pt>
                <c:pt idx="152">
                  <c:v>1.39</c:v>
                </c:pt>
                <c:pt idx="153">
                  <c:v>0.22</c:v>
                </c:pt>
                <c:pt idx="154">
                  <c:v>0.73</c:v>
                </c:pt>
                <c:pt idx="155">
                  <c:v>1.42</c:v>
                </c:pt>
                <c:pt idx="156">
                  <c:v>1.43</c:v>
                </c:pt>
                <c:pt idx="157">
                  <c:v>0.17</c:v>
                </c:pt>
                <c:pt idx="158">
                  <c:v>0.22</c:v>
                </c:pt>
                <c:pt idx="159">
                  <c:v>1.04</c:v>
                </c:pt>
                <c:pt idx="160">
                  <c:v>0.73</c:v>
                </c:pt>
                <c:pt idx="161">
                  <c:v>0.46</c:v>
                </c:pt>
                <c:pt idx="162">
                  <c:v>0.35</c:v>
                </c:pt>
                <c:pt idx="163">
                  <c:v>0</c:v>
                </c:pt>
                <c:pt idx="164">
                  <c:v>0.42</c:v>
                </c:pt>
                <c:pt idx="165">
                  <c:v>0.36</c:v>
                </c:pt>
                <c:pt idx="166">
                  <c:v>0.42</c:v>
                </c:pt>
                <c:pt idx="167">
                  <c:v>0.31</c:v>
                </c:pt>
                <c:pt idx="168">
                  <c:v>0.16</c:v>
                </c:pt>
                <c:pt idx="169">
                  <c:v>0.15</c:v>
                </c:pt>
                <c:pt idx="170">
                  <c:v>0.42</c:v>
                </c:pt>
                <c:pt idx="171">
                  <c:v>0.4</c:v>
                </c:pt>
                <c:pt idx="172">
                  <c:v>0.67</c:v>
                </c:pt>
                <c:pt idx="173">
                  <c:v>-0.23</c:v>
                </c:pt>
                <c:pt idx="174">
                  <c:v>0.41</c:v>
                </c:pt>
                <c:pt idx="175">
                  <c:v>0.64</c:v>
                </c:pt>
                <c:pt idx="176">
                  <c:v>0.45</c:v>
                </c:pt>
                <c:pt idx="177">
                  <c:v>0.78</c:v>
                </c:pt>
                <c:pt idx="178">
                  <c:v>-0.1</c:v>
                </c:pt>
                <c:pt idx="179">
                  <c:v>0.41</c:v>
                </c:pt>
                <c:pt idx="180">
                  <c:v>-0.43</c:v>
                </c:pt>
                <c:pt idx="181">
                  <c:v>-0.62</c:v>
                </c:pt>
                <c:pt idx="182">
                  <c:v>0.02</c:v>
                </c:pt>
                <c:pt idx="183">
                  <c:v>-0.22</c:v>
                </c:pt>
                <c:pt idx="184">
                  <c:v>0.24</c:v>
                </c:pt>
                <c:pt idx="185">
                  <c:v>0.64</c:v>
                </c:pt>
                <c:pt idx="186">
                  <c:v>0.14000000000000001</c:v>
                </c:pt>
                <c:pt idx="187">
                  <c:v>-0.08</c:v>
                </c:pt>
                <c:pt idx="188">
                  <c:v>0.43</c:v>
                </c:pt>
                <c:pt idx="189">
                  <c:v>0.54</c:v>
                </c:pt>
                <c:pt idx="190">
                  <c:v>-0.11</c:v>
                </c:pt>
                <c:pt idx="191">
                  <c:v>-0.46</c:v>
                </c:pt>
                <c:pt idx="192">
                  <c:v>-1.63</c:v>
                </c:pt>
                <c:pt idx="193">
                  <c:v>0.98</c:v>
                </c:pt>
                <c:pt idx="194">
                  <c:v>0.34</c:v>
                </c:pt>
                <c:pt idx="195">
                  <c:v>1</c:v>
                </c:pt>
                <c:pt idx="196">
                  <c:v>1.32</c:v>
                </c:pt>
                <c:pt idx="197">
                  <c:v>-0.26</c:v>
                </c:pt>
                <c:pt idx="198">
                  <c:v>-0.44</c:v>
                </c:pt>
                <c:pt idx="199">
                  <c:v>-1.46</c:v>
                </c:pt>
                <c:pt idx="200">
                  <c:v>-1.71</c:v>
                </c:pt>
                <c:pt idx="201">
                  <c:v>-0.35</c:v>
                </c:pt>
                <c:pt idx="202">
                  <c:v>-0.12</c:v>
                </c:pt>
                <c:pt idx="203">
                  <c:v>0.26</c:v>
                </c:pt>
                <c:pt idx="204">
                  <c:v>1.05</c:v>
                </c:pt>
                <c:pt idx="205">
                  <c:v>1.03</c:v>
                </c:pt>
                <c:pt idx="206">
                  <c:v>0.64</c:v>
                </c:pt>
                <c:pt idx="207">
                  <c:v>0.16</c:v>
                </c:pt>
                <c:pt idx="208">
                  <c:v>-0.91</c:v>
                </c:pt>
                <c:pt idx="209">
                  <c:v>1.06</c:v>
                </c:pt>
                <c:pt idx="210">
                  <c:v>0.19</c:v>
                </c:pt>
                <c:pt idx="211">
                  <c:v>0</c:v>
                </c:pt>
                <c:pt idx="212">
                  <c:v>-0.23</c:v>
                </c:pt>
                <c:pt idx="213">
                  <c:v>0.65</c:v>
                </c:pt>
                <c:pt idx="214">
                  <c:v>-0.22</c:v>
                </c:pt>
                <c:pt idx="215">
                  <c:v>-0.72</c:v>
                </c:pt>
                <c:pt idx="216">
                  <c:v>-0.33</c:v>
                </c:pt>
                <c:pt idx="217">
                  <c:v>1.2</c:v>
                </c:pt>
                <c:pt idx="218">
                  <c:v>0.83</c:v>
                </c:pt>
                <c:pt idx="219">
                  <c:v>-0.14000000000000001</c:v>
                </c:pt>
                <c:pt idx="220">
                  <c:v>-0.25</c:v>
                </c:pt>
                <c:pt idx="221">
                  <c:v>-0.44</c:v>
                </c:pt>
                <c:pt idx="222">
                  <c:v>-0.33</c:v>
                </c:pt>
                <c:pt idx="223">
                  <c:v>-0.19</c:v>
                </c:pt>
                <c:pt idx="224">
                  <c:v>-0.4</c:v>
                </c:pt>
                <c:pt idx="225">
                  <c:v>-0.04</c:v>
                </c:pt>
                <c:pt idx="226">
                  <c:v>0.1</c:v>
                </c:pt>
                <c:pt idx="227">
                  <c:v>-0.01</c:v>
                </c:pt>
                <c:pt idx="228">
                  <c:v>0.36</c:v>
                </c:pt>
                <c:pt idx="229">
                  <c:v>0.63</c:v>
                </c:pt>
                <c:pt idx="230">
                  <c:v>1.35</c:v>
                </c:pt>
                <c:pt idx="231">
                  <c:v>0.08</c:v>
                </c:pt>
                <c:pt idx="232">
                  <c:v>0.09</c:v>
                </c:pt>
                <c:pt idx="233">
                  <c:v>-1.21</c:v>
                </c:pt>
                <c:pt idx="234">
                  <c:v>-0.56000000000000005</c:v>
                </c:pt>
                <c:pt idx="235">
                  <c:v>-1.26</c:v>
                </c:pt>
                <c:pt idx="236">
                  <c:v>-0.67</c:v>
                </c:pt>
                <c:pt idx="237">
                  <c:v>0.34</c:v>
                </c:pt>
                <c:pt idx="238">
                  <c:v>-0.96</c:v>
                </c:pt>
                <c:pt idx="239">
                  <c:v>-0.96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214-4C52-B856-97199BE573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44569279"/>
        <c:axId val="644571775"/>
      </c:lineChart>
      <c:catAx>
        <c:axId val="64456927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644571775"/>
        <c:crosses val="autoZero"/>
        <c:auto val="1"/>
        <c:lblAlgn val="ctr"/>
        <c:lblOffset val="100"/>
        <c:noMultiLvlLbl val="0"/>
      </c:catAx>
      <c:valAx>
        <c:axId val="6445717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6445692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dirty="0"/>
              <a:t>SWEEP2</a:t>
            </a:r>
            <a:endParaRPr lang="zh-TW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功率1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工作表1!$CV$1:$CV$201</c:f>
              <c:numCache>
                <c:formatCode>General</c:formatCode>
                <c:ptCount val="201"/>
                <c:pt idx="0">
                  <c:v>-0.08</c:v>
                </c:pt>
                <c:pt idx="1">
                  <c:v>-1.87</c:v>
                </c:pt>
                <c:pt idx="2">
                  <c:v>0.14000000000000001</c:v>
                </c:pt>
                <c:pt idx="3">
                  <c:v>-0.83</c:v>
                </c:pt>
                <c:pt idx="4">
                  <c:v>0.06</c:v>
                </c:pt>
                <c:pt idx="5">
                  <c:v>-0.27</c:v>
                </c:pt>
                <c:pt idx="6">
                  <c:v>1.18</c:v>
                </c:pt>
                <c:pt idx="7">
                  <c:v>0.65</c:v>
                </c:pt>
                <c:pt idx="8">
                  <c:v>0.51</c:v>
                </c:pt>
                <c:pt idx="9">
                  <c:v>0.75</c:v>
                </c:pt>
                <c:pt idx="10">
                  <c:v>0.64</c:v>
                </c:pt>
                <c:pt idx="11">
                  <c:v>1.01</c:v>
                </c:pt>
                <c:pt idx="12">
                  <c:v>0.36</c:v>
                </c:pt>
                <c:pt idx="13">
                  <c:v>1.1000000000000001</c:v>
                </c:pt>
                <c:pt idx="14">
                  <c:v>0.24</c:v>
                </c:pt>
                <c:pt idx="15">
                  <c:v>-0.23</c:v>
                </c:pt>
                <c:pt idx="16">
                  <c:v>-0.32</c:v>
                </c:pt>
                <c:pt idx="17">
                  <c:v>-0.56999999999999995</c:v>
                </c:pt>
                <c:pt idx="18">
                  <c:v>1.26</c:v>
                </c:pt>
                <c:pt idx="19">
                  <c:v>2.16</c:v>
                </c:pt>
                <c:pt idx="20">
                  <c:v>1.8</c:v>
                </c:pt>
                <c:pt idx="21">
                  <c:v>2.21</c:v>
                </c:pt>
                <c:pt idx="22">
                  <c:v>2.13</c:v>
                </c:pt>
                <c:pt idx="23">
                  <c:v>3.53</c:v>
                </c:pt>
                <c:pt idx="24">
                  <c:v>3.45</c:v>
                </c:pt>
                <c:pt idx="25">
                  <c:v>2.21</c:v>
                </c:pt>
                <c:pt idx="26">
                  <c:v>3.29</c:v>
                </c:pt>
                <c:pt idx="27">
                  <c:v>1.52</c:v>
                </c:pt>
                <c:pt idx="28">
                  <c:v>3.08</c:v>
                </c:pt>
                <c:pt idx="29">
                  <c:v>3.18</c:v>
                </c:pt>
                <c:pt idx="30">
                  <c:v>1.67</c:v>
                </c:pt>
                <c:pt idx="31">
                  <c:v>3.08</c:v>
                </c:pt>
                <c:pt idx="32">
                  <c:v>2.12</c:v>
                </c:pt>
                <c:pt idx="33">
                  <c:v>0.75</c:v>
                </c:pt>
                <c:pt idx="34">
                  <c:v>-0.94</c:v>
                </c:pt>
                <c:pt idx="35">
                  <c:v>-2.4500000000000002</c:v>
                </c:pt>
                <c:pt idx="36">
                  <c:v>-1.33</c:v>
                </c:pt>
                <c:pt idx="37">
                  <c:v>1.7</c:v>
                </c:pt>
                <c:pt idx="38">
                  <c:v>0.22</c:v>
                </c:pt>
                <c:pt idx="39">
                  <c:v>0.65</c:v>
                </c:pt>
                <c:pt idx="40">
                  <c:v>2.96</c:v>
                </c:pt>
                <c:pt idx="41">
                  <c:v>-0.1</c:v>
                </c:pt>
                <c:pt idx="42">
                  <c:v>1.3</c:v>
                </c:pt>
                <c:pt idx="43">
                  <c:v>-1.01</c:v>
                </c:pt>
                <c:pt idx="44">
                  <c:v>-0.47</c:v>
                </c:pt>
                <c:pt idx="45">
                  <c:v>3.62</c:v>
                </c:pt>
                <c:pt idx="46">
                  <c:v>2.21</c:v>
                </c:pt>
                <c:pt idx="47">
                  <c:v>1.6</c:v>
                </c:pt>
                <c:pt idx="48">
                  <c:v>1.76</c:v>
                </c:pt>
                <c:pt idx="49">
                  <c:v>1.51</c:v>
                </c:pt>
                <c:pt idx="50">
                  <c:v>0.12</c:v>
                </c:pt>
                <c:pt idx="51">
                  <c:v>3.07</c:v>
                </c:pt>
                <c:pt idx="52">
                  <c:v>4.5999999999999996</c:v>
                </c:pt>
                <c:pt idx="53">
                  <c:v>1.17</c:v>
                </c:pt>
                <c:pt idx="54">
                  <c:v>4.91</c:v>
                </c:pt>
                <c:pt idx="55">
                  <c:v>3.67</c:v>
                </c:pt>
                <c:pt idx="56">
                  <c:v>5.42</c:v>
                </c:pt>
                <c:pt idx="57">
                  <c:v>7.13</c:v>
                </c:pt>
                <c:pt idx="58">
                  <c:v>5.88</c:v>
                </c:pt>
                <c:pt idx="59">
                  <c:v>7.69</c:v>
                </c:pt>
                <c:pt idx="60">
                  <c:v>3.26</c:v>
                </c:pt>
                <c:pt idx="61">
                  <c:v>5.0199999999999996</c:v>
                </c:pt>
                <c:pt idx="62">
                  <c:v>1.35</c:v>
                </c:pt>
                <c:pt idx="63">
                  <c:v>-1.65</c:v>
                </c:pt>
                <c:pt idx="64">
                  <c:v>-0.33</c:v>
                </c:pt>
                <c:pt idx="65">
                  <c:v>-1.66</c:v>
                </c:pt>
                <c:pt idx="66">
                  <c:v>0.04</c:v>
                </c:pt>
                <c:pt idx="67">
                  <c:v>1.55</c:v>
                </c:pt>
                <c:pt idx="68">
                  <c:v>1.38</c:v>
                </c:pt>
                <c:pt idx="69">
                  <c:v>3.1</c:v>
                </c:pt>
                <c:pt idx="70">
                  <c:v>2.86</c:v>
                </c:pt>
                <c:pt idx="71">
                  <c:v>6.51</c:v>
                </c:pt>
                <c:pt idx="72">
                  <c:v>4.2</c:v>
                </c:pt>
                <c:pt idx="73">
                  <c:v>2.5499999999999998</c:v>
                </c:pt>
                <c:pt idx="74">
                  <c:v>6.12</c:v>
                </c:pt>
                <c:pt idx="75">
                  <c:v>7.88</c:v>
                </c:pt>
                <c:pt idx="76">
                  <c:v>10.17</c:v>
                </c:pt>
                <c:pt idx="77">
                  <c:v>1.1599999999999999</c:v>
                </c:pt>
                <c:pt idx="78">
                  <c:v>3.92</c:v>
                </c:pt>
                <c:pt idx="79">
                  <c:v>6.15</c:v>
                </c:pt>
                <c:pt idx="80">
                  <c:v>10.64</c:v>
                </c:pt>
                <c:pt idx="81">
                  <c:v>-1.4</c:v>
                </c:pt>
                <c:pt idx="82">
                  <c:v>7.04</c:v>
                </c:pt>
                <c:pt idx="83">
                  <c:v>7.01</c:v>
                </c:pt>
                <c:pt idx="84">
                  <c:v>4.25</c:v>
                </c:pt>
                <c:pt idx="85">
                  <c:v>3.19</c:v>
                </c:pt>
                <c:pt idx="86">
                  <c:v>13.75</c:v>
                </c:pt>
                <c:pt idx="87">
                  <c:v>1.02</c:v>
                </c:pt>
                <c:pt idx="88">
                  <c:v>8.5</c:v>
                </c:pt>
                <c:pt idx="89">
                  <c:v>9.9700000000000006</c:v>
                </c:pt>
                <c:pt idx="90">
                  <c:v>8.73</c:v>
                </c:pt>
                <c:pt idx="91">
                  <c:v>12.59</c:v>
                </c:pt>
                <c:pt idx="92">
                  <c:v>0.45</c:v>
                </c:pt>
                <c:pt idx="93">
                  <c:v>1.28</c:v>
                </c:pt>
                <c:pt idx="94">
                  <c:v>6.19</c:v>
                </c:pt>
                <c:pt idx="95">
                  <c:v>11.5</c:v>
                </c:pt>
                <c:pt idx="96">
                  <c:v>2.64</c:v>
                </c:pt>
                <c:pt idx="97">
                  <c:v>2.52</c:v>
                </c:pt>
                <c:pt idx="98">
                  <c:v>2.69</c:v>
                </c:pt>
                <c:pt idx="99">
                  <c:v>12.28</c:v>
                </c:pt>
                <c:pt idx="100">
                  <c:v>0.14000000000000001</c:v>
                </c:pt>
                <c:pt idx="101">
                  <c:v>3.23</c:v>
                </c:pt>
                <c:pt idx="102">
                  <c:v>6.06</c:v>
                </c:pt>
                <c:pt idx="103">
                  <c:v>7.87</c:v>
                </c:pt>
                <c:pt idx="104">
                  <c:v>10.65</c:v>
                </c:pt>
                <c:pt idx="105">
                  <c:v>0.5</c:v>
                </c:pt>
                <c:pt idx="106">
                  <c:v>4.97</c:v>
                </c:pt>
                <c:pt idx="107">
                  <c:v>2.08</c:v>
                </c:pt>
                <c:pt idx="108">
                  <c:v>9.8699999999999992</c:v>
                </c:pt>
                <c:pt idx="109">
                  <c:v>15.13</c:v>
                </c:pt>
                <c:pt idx="110">
                  <c:v>0.18</c:v>
                </c:pt>
                <c:pt idx="111">
                  <c:v>4.6500000000000004</c:v>
                </c:pt>
                <c:pt idx="112">
                  <c:v>6.12</c:v>
                </c:pt>
                <c:pt idx="113">
                  <c:v>14.53</c:v>
                </c:pt>
                <c:pt idx="114">
                  <c:v>1.1100000000000001</c:v>
                </c:pt>
                <c:pt idx="115">
                  <c:v>10.33</c:v>
                </c:pt>
                <c:pt idx="116">
                  <c:v>2.5099999999999998</c:v>
                </c:pt>
                <c:pt idx="117">
                  <c:v>3.72</c:v>
                </c:pt>
                <c:pt idx="118">
                  <c:v>14.43</c:v>
                </c:pt>
                <c:pt idx="119">
                  <c:v>0.65</c:v>
                </c:pt>
                <c:pt idx="120">
                  <c:v>4.9000000000000004</c:v>
                </c:pt>
                <c:pt idx="121">
                  <c:v>3.5</c:v>
                </c:pt>
                <c:pt idx="122">
                  <c:v>4.92</c:v>
                </c:pt>
                <c:pt idx="123">
                  <c:v>10.64</c:v>
                </c:pt>
                <c:pt idx="124">
                  <c:v>1.1299999999999999</c:v>
                </c:pt>
                <c:pt idx="125">
                  <c:v>4.74</c:v>
                </c:pt>
                <c:pt idx="126">
                  <c:v>9.91</c:v>
                </c:pt>
                <c:pt idx="127">
                  <c:v>10.11</c:v>
                </c:pt>
                <c:pt idx="128">
                  <c:v>0.56000000000000005</c:v>
                </c:pt>
                <c:pt idx="129">
                  <c:v>2.78</c:v>
                </c:pt>
                <c:pt idx="130">
                  <c:v>3.62</c:v>
                </c:pt>
                <c:pt idx="131">
                  <c:v>5.87</c:v>
                </c:pt>
                <c:pt idx="132">
                  <c:v>8.27</c:v>
                </c:pt>
                <c:pt idx="133">
                  <c:v>8.5399999999999991</c:v>
                </c:pt>
                <c:pt idx="134">
                  <c:v>10.75</c:v>
                </c:pt>
                <c:pt idx="135">
                  <c:v>0.5</c:v>
                </c:pt>
                <c:pt idx="136">
                  <c:v>2.68</c:v>
                </c:pt>
                <c:pt idx="137">
                  <c:v>4</c:v>
                </c:pt>
                <c:pt idx="138">
                  <c:v>5.27</c:v>
                </c:pt>
                <c:pt idx="139">
                  <c:v>7.31</c:v>
                </c:pt>
                <c:pt idx="140">
                  <c:v>7.1</c:v>
                </c:pt>
                <c:pt idx="141">
                  <c:v>8.25</c:v>
                </c:pt>
                <c:pt idx="142">
                  <c:v>8.6999999999999993</c:v>
                </c:pt>
                <c:pt idx="143">
                  <c:v>9.11</c:v>
                </c:pt>
                <c:pt idx="144">
                  <c:v>8.3800000000000008</c:v>
                </c:pt>
                <c:pt idx="145">
                  <c:v>7.72</c:v>
                </c:pt>
                <c:pt idx="146">
                  <c:v>7.88</c:v>
                </c:pt>
                <c:pt idx="147">
                  <c:v>7.91</c:v>
                </c:pt>
                <c:pt idx="148">
                  <c:v>7.83</c:v>
                </c:pt>
                <c:pt idx="149">
                  <c:v>6.95</c:v>
                </c:pt>
                <c:pt idx="150">
                  <c:v>7.02</c:v>
                </c:pt>
                <c:pt idx="151">
                  <c:v>6.84</c:v>
                </c:pt>
                <c:pt idx="152">
                  <c:v>7.42</c:v>
                </c:pt>
                <c:pt idx="153">
                  <c:v>6.74</c:v>
                </c:pt>
                <c:pt idx="154">
                  <c:v>6.81</c:v>
                </c:pt>
                <c:pt idx="155">
                  <c:v>6.64</c:v>
                </c:pt>
                <c:pt idx="156">
                  <c:v>6.11</c:v>
                </c:pt>
                <c:pt idx="157">
                  <c:v>6.28</c:v>
                </c:pt>
                <c:pt idx="158">
                  <c:v>6.46</c:v>
                </c:pt>
                <c:pt idx="159">
                  <c:v>6.29</c:v>
                </c:pt>
                <c:pt idx="160">
                  <c:v>5.87</c:v>
                </c:pt>
                <c:pt idx="161">
                  <c:v>5.32</c:v>
                </c:pt>
                <c:pt idx="162">
                  <c:v>5.37</c:v>
                </c:pt>
                <c:pt idx="163">
                  <c:v>5.81</c:v>
                </c:pt>
                <c:pt idx="164">
                  <c:v>5.49</c:v>
                </c:pt>
                <c:pt idx="165">
                  <c:v>5.79</c:v>
                </c:pt>
                <c:pt idx="166">
                  <c:v>5.63</c:v>
                </c:pt>
                <c:pt idx="167">
                  <c:v>6.18</c:v>
                </c:pt>
                <c:pt idx="168">
                  <c:v>6.32</c:v>
                </c:pt>
                <c:pt idx="169">
                  <c:v>6.41</c:v>
                </c:pt>
                <c:pt idx="170">
                  <c:v>5.54</c:v>
                </c:pt>
                <c:pt idx="171">
                  <c:v>5.84</c:v>
                </c:pt>
                <c:pt idx="172">
                  <c:v>4.92</c:v>
                </c:pt>
                <c:pt idx="173">
                  <c:v>4.53</c:v>
                </c:pt>
                <c:pt idx="174">
                  <c:v>5.07</c:v>
                </c:pt>
                <c:pt idx="175">
                  <c:v>5.09</c:v>
                </c:pt>
                <c:pt idx="176">
                  <c:v>5.0599999999999996</c:v>
                </c:pt>
                <c:pt idx="177">
                  <c:v>5.3</c:v>
                </c:pt>
                <c:pt idx="178">
                  <c:v>5.4</c:v>
                </c:pt>
                <c:pt idx="179">
                  <c:v>5.09</c:v>
                </c:pt>
                <c:pt idx="180">
                  <c:v>4.5199999999999996</c:v>
                </c:pt>
                <c:pt idx="181">
                  <c:v>4.3899999999999997</c:v>
                </c:pt>
                <c:pt idx="182">
                  <c:v>3.88</c:v>
                </c:pt>
                <c:pt idx="183">
                  <c:v>4.6399999999999997</c:v>
                </c:pt>
                <c:pt idx="184">
                  <c:v>4.0999999999999996</c:v>
                </c:pt>
                <c:pt idx="185">
                  <c:v>4.41</c:v>
                </c:pt>
                <c:pt idx="186">
                  <c:v>4.0599999999999996</c:v>
                </c:pt>
                <c:pt idx="187">
                  <c:v>4.4000000000000004</c:v>
                </c:pt>
                <c:pt idx="188">
                  <c:v>4.16</c:v>
                </c:pt>
                <c:pt idx="189">
                  <c:v>3.7</c:v>
                </c:pt>
                <c:pt idx="190">
                  <c:v>3.59</c:v>
                </c:pt>
                <c:pt idx="191">
                  <c:v>3.46</c:v>
                </c:pt>
                <c:pt idx="192">
                  <c:v>3.81</c:v>
                </c:pt>
                <c:pt idx="193">
                  <c:v>3.88</c:v>
                </c:pt>
                <c:pt idx="194">
                  <c:v>3.35</c:v>
                </c:pt>
                <c:pt idx="195">
                  <c:v>3.18</c:v>
                </c:pt>
                <c:pt idx="196">
                  <c:v>3.35</c:v>
                </c:pt>
                <c:pt idx="197">
                  <c:v>3.35</c:v>
                </c:pt>
                <c:pt idx="198">
                  <c:v>3.09</c:v>
                </c:pt>
                <c:pt idx="199">
                  <c:v>3.06</c:v>
                </c:pt>
                <c:pt idx="200">
                  <c:v>3.06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BFC-49D5-A5CA-99A7B6877FA4}"/>
            </c:ext>
          </c:extLst>
        </c:ser>
        <c:ser>
          <c:idx val="1"/>
          <c:order val="1"/>
          <c:tx>
            <c:v>功率2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工作表1!$CW$1:$CW$201</c:f>
              <c:numCache>
                <c:formatCode>General</c:formatCode>
                <c:ptCount val="201"/>
                <c:pt idx="0">
                  <c:v>-0.26</c:v>
                </c:pt>
                <c:pt idx="1">
                  <c:v>-2.34</c:v>
                </c:pt>
                <c:pt idx="2">
                  <c:v>0.04</c:v>
                </c:pt>
                <c:pt idx="3">
                  <c:v>-1.1599999999999999</c:v>
                </c:pt>
                <c:pt idx="4">
                  <c:v>-0.02</c:v>
                </c:pt>
                <c:pt idx="5">
                  <c:v>-0.35</c:v>
                </c:pt>
                <c:pt idx="6">
                  <c:v>1.55</c:v>
                </c:pt>
                <c:pt idx="7">
                  <c:v>0.81</c:v>
                </c:pt>
                <c:pt idx="8">
                  <c:v>0.5</c:v>
                </c:pt>
                <c:pt idx="9">
                  <c:v>0.99</c:v>
                </c:pt>
                <c:pt idx="10">
                  <c:v>0.67</c:v>
                </c:pt>
                <c:pt idx="11">
                  <c:v>1.22</c:v>
                </c:pt>
                <c:pt idx="12">
                  <c:v>0.41</c:v>
                </c:pt>
                <c:pt idx="13">
                  <c:v>1.38</c:v>
                </c:pt>
                <c:pt idx="14">
                  <c:v>0.18</c:v>
                </c:pt>
                <c:pt idx="15">
                  <c:v>-0.14000000000000001</c:v>
                </c:pt>
                <c:pt idx="16">
                  <c:v>-0.35</c:v>
                </c:pt>
                <c:pt idx="17">
                  <c:v>-0.92</c:v>
                </c:pt>
                <c:pt idx="18">
                  <c:v>1.41</c:v>
                </c:pt>
                <c:pt idx="19">
                  <c:v>2.42</c:v>
                </c:pt>
                <c:pt idx="20">
                  <c:v>1.86</c:v>
                </c:pt>
                <c:pt idx="21">
                  <c:v>2.42</c:v>
                </c:pt>
                <c:pt idx="22">
                  <c:v>2.29</c:v>
                </c:pt>
                <c:pt idx="23">
                  <c:v>3.99</c:v>
                </c:pt>
                <c:pt idx="24">
                  <c:v>3.93</c:v>
                </c:pt>
                <c:pt idx="25">
                  <c:v>2.42</c:v>
                </c:pt>
                <c:pt idx="26">
                  <c:v>3.56</c:v>
                </c:pt>
                <c:pt idx="27">
                  <c:v>1.49</c:v>
                </c:pt>
                <c:pt idx="28">
                  <c:v>3.25</c:v>
                </c:pt>
                <c:pt idx="29">
                  <c:v>3.32</c:v>
                </c:pt>
                <c:pt idx="30">
                  <c:v>1.45</c:v>
                </c:pt>
                <c:pt idx="31">
                  <c:v>3.32</c:v>
                </c:pt>
                <c:pt idx="32">
                  <c:v>2.1</c:v>
                </c:pt>
                <c:pt idx="33">
                  <c:v>0.42</c:v>
                </c:pt>
                <c:pt idx="34">
                  <c:v>-1.22</c:v>
                </c:pt>
                <c:pt idx="35">
                  <c:v>-3.27</c:v>
                </c:pt>
                <c:pt idx="36">
                  <c:v>-1.84</c:v>
                </c:pt>
                <c:pt idx="37">
                  <c:v>1.94</c:v>
                </c:pt>
                <c:pt idx="38">
                  <c:v>0.4</c:v>
                </c:pt>
                <c:pt idx="39">
                  <c:v>0.73</c:v>
                </c:pt>
                <c:pt idx="40">
                  <c:v>3.69</c:v>
                </c:pt>
                <c:pt idx="41">
                  <c:v>-0.19</c:v>
                </c:pt>
                <c:pt idx="42">
                  <c:v>1.52</c:v>
                </c:pt>
                <c:pt idx="43">
                  <c:v>-1.57</c:v>
                </c:pt>
                <c:pt idx="44">
                  <c:v>-0.77</c:v>
                </c:pt>
                <c:pt idx="45">
                  <c:v>4.4400000000000004</c:v>
                </c:pt>
                <c:pt idx="46">
                  <c:v>2.52</c:v>
                </c:pt>
                <c:pt idx="47">
                  <c:v>1.63</c:v>
                </c:pt>
                <c:pt idx="48">
                  <c:v>1.52</c:v>
                </c:pt>
                <c:pt idx="49">
                  <c:v>1.1399999999999999</c:v>
                </c:pt>
                <c:pt idx="50">
                  <c:v>-1.1100000000000001</c:v>
                </c:pt>
                <c:pt idx="51">
                  <c:v>2.3199999999999998</c:v>
                </c:pt>
                <c:pt idx="52">
                  <c:v>4.03</c:v>
                </c:pt>
                <c:pt idx="53">
                  <c:v>0.75</c:v>
                </c:pt>
                <c:pt idx="54">
                  <c:v>5.51</c:v>
                </c:pt>
                <c:pt idx="55">
                  <c:v>4.87</c:v>
                </c:pt>
                <c:pt idx="56">
                  <c:v>6.38</c:v>
                </c:pt>
                <c:pt idx="57">
                  <c:v>9.92</c:v>
                </c:pt>
                <c:pt idx="58">
                  <c:v>7.35</c:v>
                </c:pt>
                <c:pt idx="59">
                  <c:v>9.6199999999999992</c:v>
                </c:pt>
                <c:pt idx="60">
                  <c:v>3.72</c:v>
                </c:pt>
                <c:pt idx="61">
                  <c:v>5.84</c:v>
                </c:pt>
                <c:pt idx="62">
                  <c:v>0.78</c:v>
                </c:pt>
                <c:pt idx="63">
                  <c:v>-4.1100000000000003</c:v>
                </c:pt>
                <c:pt idx="64">
                  <c:v>-1.25</c:v>
                </c:pt>
                <c:pt idx="65">
                  <c:v>-4.43</c:v>
                </c:pt>
                <c:pt idx="66">
                  <c:v>-1.33</c:v>
                </c:pt>
                <c:pt idx="67">
                  <c:v>1.62</c:v>
                </c:pt>
                <c:pt idx="68">
                  <c:v>1.42</c:v>
                </c:pt>
                <c:pt idx="69">
                  <c:v>1.89</c:v>
                </c:pt>
                <c:pt idx="70">
                  <c:v>1.04</c:v>
                </c:pt>
                <c:pt idx="71">
                  <c:v>7.03</c:v>
                </c:pt>
                <c:pt idx="72">
                  <c:v>2.1800000000000002</c:v>
                </c:pt>
                <c:pt idx="73">
                  <c:v>-0.69</c:v>
                </c:pt>
                <c:pt idx="74">
                  <c:v>3.18</c:v>
                </c:pt>
                <c:pt idx="75">
                  <c:v>6.15</c:v>
                </c:pt>
                <c:pt idx="76">
                  <c:v>9.36</c:v>
                </c:pt>
                <c:pt idx="77">
                  <c:v>1.7</c:v>
                </c:pt>
                <c:pt idx="78">
                  <c:v>4.37</c:v>
                </c:pt>
                <c:pt idx="79">
                  <c:v>3.04</c:v>
                </c:pt>
                <c:pt idx="80">
                  <c:v>8.7100000000000009</c:v>
                </c:pt>
                <c:pt idx="81">
                  <c:v>-1.92</c:v>
                </c:pt>
                <c:pt idx="82">
                  <c:v>8.15</c:v>
                </c:pt>
                <c:pt idx="83">
                  <c:v>8.42</c:v>
                </c:pt>
                <c:pt idx="84">
                  <c:v>3.46</c:v>
                </c:pt>
                <c:pt idx="85">
                  <c:v>2</c:v>
                </c:pt>
                <c:pt idx="86">
                  <c:v>13.47</c:v>
                </c:pt>
                <c:pt idx="87">
                  <c:v>1.32</c:v>
                </c:pt>
                <c:pt idx="88">
                  <c:v>10.91</c:v>
                </c:pt>
                <c:pt idx="89">
                  <c:v>10.09</c:v>
                </c:pt>
                <c:pt idx="90">
                  <c:v>9.5</c:v>
                </c:pt>
                <c:pt idx="91">
                  <c:v>14.14</c:v>
                </c:pt>
                <c:pt idx="92">
                  <c:v>0.73</c:v>
                </c:pt>
                <c:pt idx="93">
                  <c:v>0.02</c:v>
                </c:pt>
                <c:pt idx="94">
                  <c:v>7.44</c:v>
                </c:pt>
                <c:pt idx="95">
                  <c:v>13.38</c:v>
                </c:pt>
                <c:pt idx="96">
                  <c:v>3.4</c:v>
                </c:pt>
                <c:pt idx="97">
                  <c:v>2.1800000000000002</c:v>
                </c:pt>
                <c:pt idx="98">
                  <c:v>-0.94</c:v>
                </c:pt>
                <c:pt idx="99">
                  <c:v>13.31</c:v>
                </c:pt>
                <c:pt idx="100">
                  <c:v>-0.15</c:v>
                </c:pt>
                <c:pt idx="101">
                  <c:v>0.64</c:v>
                </c:pt>
                <c:pt idx="102">
                  <c:v>6.39</c:v>
                </c:pt>
                <c:pt idx="103">
                  <c:v>8.9700000000000006</c:v>
                </c:pt>
                <c:pt idx="104">
                  <c:v>12.79</c:v>
                </c:pt>
                <c:pt idx="105">
                  <c:v>0.23</c:v>
                </c:pt>
                <c:pt idx="106">
                  <c:v>5.66</c:v>
                </c:pt>
                <c:pt idx="107">
                  <c:v>2.54</c:v>
                </c:pt>
                <c:pt idx="108">
                  <c:v>12.3</c:v>
                </c:pt>
                <c:pt idx="109">
                  <c:v>20.75</c:v>
                </c:pt>
                <c:pt idx="110">
                  <c:v>-0.02</c:v>
                </c:pt>
                <c:pt idx="111">
                  <c:v>5.32</c:v>
                </c:pt>
                <c:pt idx="112">
                  <c:v>5.58</c:v>
                </c:pt>
                <c:pt idx="113">
                  <c:v>16.41</c:v>
                </c:pt>
                <c:pt idx="114">
                  <c:v>1.51</c:v>
                </c:pt>
                <c:pt idx="115">
                  <c:v>12.67</c:v>
                </c:pt>
                <c:pt idx="116">
                  <c:v>3.07</c:v>
                </c:pt>
                <c:pt idx="117">
                  <c:v>4.75</c:v>
                </c:pt>
                <c:pt idx="118">
                  <c:v>16.23</c:v>
                </c:pt>
                <c:pt idx="119">
                  <c:v>0.72</c:v>
                </c:pt>
                <c:pt idx="120">
                  <c:v>5.46</c:v>
                </c:pt>
                <c:pt idx="121">
                  <c:v>3.91</c:v>
                </c:pt>
                <c:pt idx="122">
                  <c:v>4.9400000000000004</c:v>
                </c:pt>
                <c:pt idx="123">
                  <c:v>12.23</c:v>
                </c:pt>
                <c:pt idx="124">
                  <c:v>0.73</c:v>
                </c:pt>
                <c:pt idx="125">
                  <c:v>5.69</c:v>
                </c:pt>
                <c:pt idx="126">
                  <c:v>10.94</c:v>
                </c:pt>
                <c:pt idx="127">
                  <c:v>10.26</c:v>
                </c:pt>
                <c:pt idx="128">
                  <c:v>0.65</c:v>
                </c:pt>
                <c:pt idx="129">
                  <c:v>2.41</c:v>
                </c:pt>
                <c:pt idx="130">
                  <c:v>3.89</c:v>
                </c:pt>
                <c:pt idx="131">
                  <c:v>6.51</c:v>
                </c:pt>
                <c:pt idx="132">
                  <c:v>9.52</c:v>
                </c:pt>
                <c:pt idx="133">
                  <c:v>8.0399999999999991</c:v>
                </c:pt>
                <c:pt idx="134">
                  <c:v>10.88</c:v>
                </c:pt>
                <c:pt idx="135">
                  <c:v>0.59</c:v>
                </c:pt>
                <c:pt idx="136">
                  <c:v>2.39</c:v>
                </c:pt>
                <c:pt idx="137">
                  <c:v>3.68</c:v>
                </c:pt>
                <c:pt idx="138">
                  <c:v>4.95</c:v>
                </c:pt>
                <c:pt idx="139">
                  <c:v>6.95</c:v>
                </c:pt>
                <c:pt idx="140">
                  <c:v>6.84</c:v>
                </c:pt>
                <c:pt idx="141">
                  <c:v>7.76</c:v>
                </c:pt>
                <c:pt idx="142">
                  <c:v>7.47</c:v>
                </c:pt>
                <c:pt idx="143">
                  <c:v>7.92</c:v>
                </c:pt>
                <c:pt idx="144">
                  <c:v>7.59</c:v>
                </c:pt>
                <c:pt idx="145">
                  <c:v>7.21</c:v>
                </c:pt>
                <c:pt idx="146">
                  <c:v>7.63</c:v>
                </c:pt>
                <c:pt idx="147">
                  <c:v>7.88</c:v>
                </c:pt>
                <c:pt idx="148">
                  <c:v>8.2100000000000009</c:v>
                </c:pt>
                <c:pt idx="149">
                  <c:v>7.02</c:v>
                </c:pt>
                <c:pt idx="150">
                  <c:v>6.82</c:v>
                </c:pt>
                <c:pt idx="151">
                  <c:v>6.2</c:v>
                </c:pt>
                <c:pt idx="152">
                  <c:v>7.27</c:v>
                </c:pt>
                <c:pt idx="153">
                  <c:v>6.41</c:v>
                </c:pt>
                <c:pt idx="154">
                  <c:v>6.52</c:v>
                </c:pt>
                <c:pt idx="155">
                  <c:v>6.6</c:v>
                </c:pt>
                <c:pt idx="156">
                  <c:v>6.35</c:v>
                </c:pt>
                <c:pt idx="157">
                  <c:v>6.33</c:v>
                </c:pt>
                <c:pt idx="158">
                  <c:v>6.26</c:v>
                </c:pt>
                <c:pt idx="159">
                  <c:v>6.12</c:v>
                </c:pt>
                <c:pt idx="160">
                  <c:v>5.85</c:v>
                </c:pt>
                <c:pt idx="161">
                  <c:v>5.3</c:v>
                </c:pt>
                <c:pt idx="162">
                  <c:v>5.31</c:v>
                </c:pt>
                <c:pt idx="163">
                  <c:v>5.65</c:v>
                </c:pt>
                <c:pt idx="164">
                  <c:v>5.43</c:v>
                </c:pt>
                <c:pt idx="165">
                  <c:v>5.64</c:v>
                </c:pt>
                <c:pt idx="166">
                  <c:v>5.41</c:v>
                </c:pt>
                <c:pt idx="167">
                  <c:v>5.42</c:v>
                </c:pt>
                <c:pt idx="168">
                  <c:v>5.72</c:v>
                </c:pt>
                <c:pt idx="169">
                  <c:v>5.53</c:v>
                </c:pt>
                <c:pt idx="170">
                  <c:v>4.88</c:v>
                </c:pt>
                <c:pt idx="171">
                  <c:v>5.12</c:v>
                </c:pt>
                <c:pt idx="172">
                  <c:v>4.57</c:v>
                </c:pt>
                <c:pt idx="173">
                  <c:v>4.26</c:v>
                </c:pt>
                <c:pt idx="174">
                  <c:v>4.97</c:v>
                </c:pt>
                <c:pt idx="175">
                  <c:v>5.19</c:v>
                </c:pt>
                <c:pt idx="176">
                  <c:v>5.15</c:v>
                </c:pt>
                <c:pt idx="177">
                  <c:v>5.49</c:v>
                </c:pt>
                <c:pt idx="178">
                  <c:v>5.4</c:v>
                </c:pt>
                <c:pt idx="179">
                  <c:v>4.49</c:v>
                </c:pt>
                <c:pt idx="180">
                  <c:v>4.2</c:v>
                </c:pt>
                <c:pt idx="181">
                  <c:v>4.22</c:v>
                </c:pt>
                <c:pt idx="182">
                  <c:v>4.22</c:v>
                </c:pt>
                <c:pt idx="183">
                  <c:v>5.16</c:v>
                </c:pt>
                <c:pt idx="184">
                  <c:v>4.8600000000000003</c:v>
                </c:pt>
                <c:pt idx="185">
                  <c:v>4.84</c:v>
                </c:pt>
                <c:pt idx="186">
                  <c:v>4.45</c:v>
                </c:pt>
                <c:pt idx="187">
                  <c:v>4.95</c:v>
                </c:pt>
                <c:pt idx="188">
                  <c:v>4.4800000000000004</c:v>
                </c:pt>
                <c:pt idx="189">
                  <c:v>3.96</c:v>
                </c:pt>
                <c:pt idx="190">
                  <c:v>3.61</c:v>
                </c:pt>
                <c:pt idx="191">
                  <c:v>3.61</c:v>
                </c:pt>
                <c:pt idx="192">
                  <c:v>3.97</c:v>
                </c:pt>
                <c:pt idx="193">
                  <c:v>4.08</c:v>
                </c:pt>
                <c:pt idx="194">
                  <c:v>3.7</c:v>
                </c:pt>
                <c:pt idx="195">
                  <c:v>3.49</c:v>
                </c:pt>
                <c:pt idx="196">
                  <c:v>3.81</c:v>
                </c:pt>
                <c:pt idx="197">
                  <c:v>3.96</c:v>
                </c:pt>
                <c:pt idx="198">
                  <c:v>3.78</c:v>
                </c:pt>
                <c:pt idx="199">
                  <c:v>3.68</c:v>
                </c:pt>
                <c:pt idx="200">
                  <c:v>3.68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BFC-49D5-A5CA-99A7B6877F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20513919"/>
        <c:axId val="720516831"/>
      </c:lineChart>
      <c:catAx>
        <c:axId val="72051391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20516831"/>
        <c:crosses val="autoZero"/>
        <c:auto val="1"/>
        <c:lblAlgn val="ctr"/>
        <c:lblOffset val="100"/>
        <c:noMultiLvlLbl val="0"/>
      </c:catAx>
      <c:valAx>
        <c:axId val="7205168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205139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1" lang="zh-TW" altLang="zh-TW" sz="1400" b="1" i="0" u="none" strike="noStrike" baseline="0" dirty="0">
                <a:effectLst>
                  <a:outerShdw blurRad="38100" dist="38100" dir="2700000" algn="tl" rotWithShape="0">
                    <a:srgbClr val="C0C0C0"/>
                  </a:outerShdw>
                </a:effectLst>
              </a:rPr>
              <a:t>定頻功率測試</a:t>
            </a:r>
            <a:r>
              <a:rPr kumimoji="1" lang="en-US" altLang="zh-TW" sz="1400" b="1" i="0" u="none" strike="noStrike" baseline="0" dirty="0">
                <a:effectLst>
                  <a:outerShdw blurRad="38100" dist="38100" dir="2700000" algn="tl" rotWithShape="0">
                    <a:srgbClr val="C0C0C0"/>
                  </a:outerShdw>
                </a:effectLst>
              </a:rPr>
              <a:t>26.2khz</a:t>
            </a:r>
            <a:endParaRPr lang="zh-TW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電壓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工作表1!$CD$1:$CD$38</c:f>
              <c:numCache>
                <c:formatCode>General</c:formatCode>
                <c:ptCount val="38"/>
                <c:pt idx="0">
                  <c:v>1466.6</c:v>
                </c:pt>
                <c:pt idx="1">
                  <c:v>1583.15</c:v>
                </c:pt>
                <c:pt idx="2">
                  <c:v>1699.39</c:v>
                </c:pt>
                <c:pt idx="3">
                  <c:v>1813.39</c:v>
                </c:pt>
                <c:pt idx="4">
                  <c:v>1923.23</c:v>
                </c:pt>
                <c:pt idx="5">
                  <c:v>2027.06</c:v>
                </c:pt>
                <c:pt idx="6">
                  <c:v>2123.13</c:v>
                </c:pt>
                <c:pt idx="7">
                  <c:v>2209.8000000000002</c:v>
                </c:pt>
                <c:pt idx="8">
                  <c:v>2285.62</c:v>
                </c:pt>
                <c:pt idx="9">
                  <c:v>2349.36</c:v>
                </c:pt>
                <c:pt idx="10">
                  <c:v>2400</c:v>
                </c:pt>
                <c:pt idx="11">
                  <c:v>2436.8200000000002</c:v>
                </c:pt>
                <c:pt idx="12">
                  <c:v>2459.34</c:v>
                </c:pt>
                <c:pt idx="13">
                  <c:v>2467.42</c:v>
                </c:pt>
                <c:pt idx="14">
                  <c:v>2461.19</c:v>
                </c:pt>
                <c:pt idx="15">
                  <c:v>2441.11</c:v>
                </c:pt>
                <c:pt idx="16">
                  <c:v>2407.92</c:v>
                </c:pt>
                <c:pt idx="17">
                  <c:v>2362.67</c:v>
                </c:pt>
                <c:pt idx="18">
                  <c:v>2306.64</c:v>
                </c:pt>
                <c:pt idx="19">
                  <c:v>2241.38</c:v>
                </c:pt>
                <c:pt idx="20">
                  <c:v>2168.64</c:v>
                </c:pt>
                <c:pt idx="21">
                  <c:v>2090.31</c:v>
                </c:pt>
                <c:pt idx="22">
                  <c:v>2008.44</c:v>
                </c:pt>
                <c:pt idx="23">
                  <c:v>1925.12</c:v>
                </c:pt>
                <c:pt idx="24">
                  <c:v>1842.5</c:v>
                </c:pt>
                <c:pt idx="25">
                  <c:v>1762.69</c:v>
                </c:pt>
                <c:pt idx="26">
                  <c:v>1687.73</c:v>
                </c:pt>
                <c:pt idx="27">
                  <c:v>1619.53</c:v>
                </c:pt>
                <c:pt idx="28">
                  <c:v>1559.83</c:v>
                </c:pt>
                <c:pt idx="29">
                  <c:v>1510.17</c:v>
                </c:pt>
                <c:pt idx="30">
                  <c:v>1471.82</c:v>
                </c:pt>
                <c:pt idx="31">
                  <c:v>1445.76</c:v>
                </c:pt>
                <c:pt idx="32">
                  <c:v>1432.67</c:v>
                </c:pt>
                <c:pt idx="33">
                  <c:v>1432.89</c:v>
                </c:pt>
                <c:pt idx="34">
                  <c:v>1446.41</c:v>
                </c:pt>
                <c:pt idx="35">
                  <c:v>1472.89</c:v>
                </c:pt>
                <c:pt idx="36">
                  <c:v>1511.63</c:v>
                </c:pt>
                <c:pt idx="37">
                  <c:v>1561.63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537-47DE-BA10-BB671BCF664A}"/>
            </c:ext>
          </c:extLst>
        </c:ser>
        <c:ser>
          <c:idx val="1"/>
          <c:order val="1"/>
          <c:tx>
            <c:v>電流1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工作表1!$CE$1:$CE$38</c:f>
              <c:numCache>
                <c:formatCode>General</c:formatCode>
                <c:ptCount val="38"/>
                <c:pt idx="0">
                  <c:v>2029.97</c:v>
                </c:pt>
                <c:pt idx="1">
                  <c:v>2059.0300000000002</c:v>
                </c:pt>
                <c:pt idx="2">
                  <c:v>2086.5</c:v>
                </c:pt>
                <c:pt idx="3">
                  <c:v>2110.64</c:v>
                </c:pt>
                <c:pt idx="4">
                  <c:v>2129.83</c:v>
                </c:pt>
                <c:pt idx="5">
                  <c:v>2142.58</c:v>
                </c:pt>
                <c:pt idx="6">
                  <c:v>2147.66</c:v>
                </c:pt>
                <c:pt idx="7">
                  <c:v>2144.08</c:v>
                </c:pt>
                <c:pt idx="8">
                  <c:v>2131.16</c:v>
                </c:pt>
                <c:pt idx="9">
                  <c:v>2108.5300000000002</c:v>
                </c:pt>
                <c:pt idx="10">
                  <c:v>2076.2199999999998</c:v>
                </c:pt>
                <c:pt idx="11">
                  <c:v>2034.57</c:v>
                </c:pt>
                <c:pt idx="12">
                  <c:v>1984.29</c:v>
                </c:pt>
                <c:pt idx="13">
                  <c:v>1926.45</c:v>
                </c:pt>
                <c:pt idx="14">
                  <c:v>1862.38</c:v>
                </c:pt>
                <c:pt idx="15">
                  <c:v>1793.71</c:v>
                </c:pt>
                <c:pt idx="16">
                  <c:v>1722.28</c:v>
                </c:pt>
                <c:pt idx="17">
                  <c:v>1650.08</c:v>
                </c:pt>
                <c:pt idx="18">
                  <c:v>1579.21</c:v>
                </c:pt>
                <c:pt idx="19">
                  <c:v>1511.78</c:v>
                </c:pt>
                <c:pt idx="20">
                  <c:v>1449.87</c:v>
                </c:pt>
                <c:pt idx="21">
                  <c:v>1395.45</c:v>
                </c:pt>
                <c:pt idx="22">
                  <c:v>1350.3</c:v>
                </c:pt>
                <c:pt idx="23">
                  <c:v>1315.98</c:v>
                </c:pt>
                <c:pt idx="24">
                  <c:v>1293.74</c:v>
                </c:pt>
                <c:pt idx="25">
                  <c:v>1284.48</c:v>
                </c:pt>
                <c:pt idx="26">
                  <c:v>1288.75</c:v>
                </c:pt>
                <c:pt idx="27">
                  <c:v>1306.68</c:v>
                </c:pt>
                <c:pt idx="28">
                  <c:v>1337.99</c:v>
                </c:pt>
                <c:pt idx="29">
                  <c:v>1382</c:v>
                </c:pt>
                <c:pt idx="30">
                  <c:v>1437.61</c:v>
                </c:pt>
                <c:pt idx="31">
                  <c:v>1503.38</c:v>
                </c:pt>
                <c:pt idx="32">
                  <c:v>1577.52</c:v>
                </c:pt>
                <c:pt idx="33">
                  <c:v>1657.96</c:v>
                </c:pt>
                <c:pt idx="34">
                  <c:v>1742.43</c:v>
                </c:pt>
                <c:pt idx="35">
                  <c:v>1828.5</c:v>
                </c:pt>
                <c:pt idx="36">
                  <c:v>1913.63</c:v>
                </c:pt>
                <c:pt idx="37">
                  <c:v>1995.33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537-47DE-BA10-BB671BCF664A}"/>
            </c:ext>
          </c:extLst>
        </c:ser>
        <c:ser>
          <c:idx val="2"/>
          <c:order val="2"/>
          <c:tx>
            <c:v>電流2</c:v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工作表1!$CF$1:$CF$38</c:f>
              <c:numCache>
                <c:formatCode>General</c:formatCode>
                <c:ptCount val="38"/>
                <c:pt idx="0">
                  <c:v>1989.97</c:v>
                </c:pt>
                <c:pt idx="1">
                  <c:v>2024.75</c:v>
                </c:pt>
                <c:pt idx="2">
                  <c:v>2057.8000000000002</c:v>
                </c:pt>
                <c:pt idx="3">
                  <c:v>2087.3200000000002</c:v>
                </c:pt>
                <c:pt idx="4">
                  <c:v>2111.5700000000002</c:v>
                </c:pt>
                <c:pt idx="5">
                  <c:v>2129.0300000000002</c:v>
                </c:pt>
                <c:pt idx="6">
                  <c:v>2138.38</c:v>
                </c:pt>
                <c:pt idx="7">
                  <c:v>2138.58</c:v>
                </c:pt>
                <c:pt idx="8">
                  <c:v>2128.92</c:v>
                </c:pt>
                <c:pt idx="9">
                  <c:v>2109.0300000000002</c:v>
                </c:pt>
                <c:pt idx="10">
                  <c:v>2078.9</c:v>
                </c:pt>
                <c:pt idx="11">
                  <c:v>2038.89</c:v>
                </c:pt>
                <c:pt idx="12">
                  <c:v>1989.74</c:v>
                </c:pt>
                <c:pt idx="13">
                  <c:v>1932.54</c:v>
                </c:pt>
                <c:pt idx="14">
                  <c:v>1868.66</c:v>
                </c:pt>
                <c:pt idx="15">
                  <c:v>1799.78</c:v>
                </c:pt>
                <c:pt idx="16">
                  <c:v>1727.8</c:v>
                </c:pt>
                <c:pt idx="17">
                  <c:v>1654.76</c:v>
                </c:pt>
                <c:pt idx="18">
                  <c:v>1582.82</c:v>
                </c:pt>
                <c:pt idx="19">
                  <c:v>1514.17</c:v>
                </c:pt>
                <c:pt idx="20">
                  <c:v>1450.93</c:v>
                </c:pt>
                <c:pt idx="21">
                  <c:v>1395.12</c:v>
                </c:pt>
                <c:pt idx="22">
                  <c:v>1348.59</c:v>
                </c:pt>
                <c:pt idx="23">
                  <c:v>1312.93</c:v>
                </c:pt>
                <c:pt idx="24">
                  <c:v>1289.43</c:v>
                </c:pt>
                <c:pt idx="25">
                  <c:v>1279.03</c:v>
                </c:pt>
                <c:pt idx="26">
                  <c:v>1282.29</c:v>
                </c:pt>
                <c:pt idx="27">
                  <c:v>1299.3599999999999</c:v>
                </c:pt>
                <c:pt idx="28">
                  <c:v>1329.97</c:v>
                </c:pt>
                <c:pt idx="29">
                  <c:v>1373.43</c:v>
                </c:pt>
                <c:pt idx="30">
                  <c:v>1428.65</c:v>
                </c:pt>
                <c:pt idx="31">
                  <c:v>1494.16</c:v>
                </c:pt>
                <c:pt idx="32">
                  <c:v>1568.18</c:v>
                </c:pt>
                <c:pt idx="33">
                  <c:v>1648.63</c:v>
                </c:pt>
                <c:pt idx="34">
                  <c:v>1733.19</c:v>
                </c:pt>
                <c:pt idx="35">
                  <c:v>1819.43</c:v>
                </c:pt>
                <c:pt idx="36">
                  <c:v>1904.81</c:v>
                </c:pt>
                <c:pt idx="37">
                  <c:v>1986.79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537-47DE-BA10-BB671BCF66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20407423"/>
        <c:axId val="720402015"/>
      </c:lineChart>
      <c:catAx>
        <c:axId val="72040742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20402015"/>
        <c:crosses val="autoZero"/>
        <c:auto val="1"/>
        <c:lblAlgn val="ctr"/>
        <c:lblOffset val="100"/>
        <c:noMultiLvlLbl val="0"/>
      </c:catAx>
      <c:valAx>
        <c:axId val="7204020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204074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1" lang="zh-TW" altLang="zh-TW" sz="1400" b="1" i="0" u="none" strike="noStrike" baseline="0" dirty="0">
                <a:effectLst>
                  <a:outerShdw blurRad="38100" dist="38100" dir="2700000" algn="tl" rotWithShape="0">
                    <a:srgbClr val="C0C0C0"/>
                  </a:outerShdw>
                </a:effectLst>
              </a:rPr>
              <a:t>定頻功率測試</a:t>
            </a:r>
            <a:r>
              <a:rPr kumimoji="1" lang="en-US" altLang="zh-TW" sz="1400" b="1" i="0" u="none" strike="noStrike" baseline="0" dirty="0">
                <a:effectLst>
                  <a:outerShdw blurRad="38100" dist="38100" dir="2700000" algn="tl" rotWithShape="0">
                    <a:srgbClr val="C0C0C0"/>
                  </a:outerShdw>
                </a:effectLst>
              </a:rPr>
              <a:t>26.14khz</a:t>
            </a:r>
            <a:endParaRPr lang="zh-TW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電壓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工作表1!$CM$1:$CM$38</c:f>
              <c:numCache>
                <c:formatCode>General</c:formatCode>
                <c:ptCount val="38"/>
                <c:pt idx="0">
                  <c:v>2805.37</c:v>
                </c:pt>
                <c:pt idx="1">
                  <c:v>2604.59</c:v>
                </c:pt>
                <c:pt idx="2">
                  <c:v>2404.13</c:v>
                </c:pt>
                <c:pt idx="3">
                  <c:v>2207.1999999999998</c:v>
                </c:pt>
                <c:pt idx="4">
                  <c:v>2016.97</c:v>
                </c:pt>
                <c:pt idx="5">
                  <c:v>1836.55</c:v>
                </c:pt>
                <c:pt idx="6">
                  <c:v>1668.88</c:v>
                </c:pt>
                <c:pt idx="7">
                  <c:v>1516.71</c:v>
                </c:pt>
                <c:pt idx="8">
                  <c:v>1382.51</c:v>
                </c:pt>
                <c:pt idx="9">
                  <c:v>1268.4100000000001</c:v>
                </c:pt>
                <c:pt idx="10">
                  <c:v>1176.18</c:v>
                </c:pt>
                <c:pt idx="11">
                  <c:v>1107.1300000000001</c:v>
                </c:pt>
                <c:pt idx="12">
                  <c:v>1062.1400000000001</c:v>
                </c:pt>
                <c:pt idx="13">
                  <c:v>1041.58</c:v>
                </c:pt>
                <c:pt idx="14">
                  <c:v>1045.33</c:v>
                </c:pt>
                <c:pt idx="15">
                  <c:v>1072.75</c:v>
                </c:pt>
                <c:pt idx="16">
                  <c:v>1122.71</c:v>
                </c:pt>
                <c:pt idx="17">
                  <c:v>1193.58</c:v>
                </c:pt>
                <c:pt idx="18">
                  <c:v>1283.29</c:v>
                </c:pt>
                <c:pt idx="19">
                  <c:v>1389.35</c:v>
                </c:pt>
                <c:pt idx="20">
                  <c:v>1508.92</c:v>
                </c:pt>
                <c:pt idx="21">
                  <c:v>1638.86</c:v>
                </c:pt>
                <c:pt idx="22">
                  <c:v>1775.78</c:v>
                </c:pt>
                <c:pt idx="23">
                  <c:v>1916.17</c:v>
                </c:pt>
                <c:pt idx="24">
                  <c:v>2056.42</c:v>
                </c:pt>
                <c:pt idx="25">
                  <c:v>2192.9499999999998</c:v>
                </c:pt>
                <c:pt idx="26">
                  <c:v>2322.27</c:v>
                </c:pt>
                <c:pt idx="27">
                  <c:v>2441.08</c:v>
                </c:pt>
                <c:pt idx="28">
                  <c:v>2546.35</c:v>
                </c:pt>
                <c:pt idx="29">
                  <c:v>2635.37</c:v>
                </c:pt>
                <c:pt idx="30">
                  <c:v>2705.87</c:v>
                </c:pt>
                <c:pt idx="31">
                  <c:v>2756.03</c:v>
                </c:pt>
                <c:pt idx="32">
                  <c:v>2784.56</c:v>
                </c:pt>
                <c:pt idx="33">
                  <c:v>2790.71</c:v>
                </c:pt>
                <c:pt idx="34">
                  <c:v>2774.33</c:v>
                </c:pt>
                <c:pt idx="35">
                  <c:v>2735.84</c:v>
                </c:pt>
                <c:pt idx="36">
                  <c:v>2676.24</c:v>
                </c:pt>
                <c:pt idx="37">
                  <c:v>2597.1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FFD-472C-9AEE-593F1F1F87C5}"/>
            </c:ext>
          </c:extLst>
        </c:ser>
        <c:ser>
          <c:idx val="1"/>
          <c:order val="1"/>
          <c:tx>
            <c:v>電流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工作表1!$CN$1:$CN$38</c:f>
              <c:numCache>
                <c:formatCode>General</c:formatCode>
                <c:ptCount val="38"/>
                <c:pt idx="0">
                  <c:v>1594.85</c:v>
                </c:pt>
                <c:pt idx="1">
                  <c:v>1524.54</c:v>
                </c:pt>
                <c:pt idx="2">
                  <c:v>1456.39</c:v>
                </c:pt>
                <c:pt idx="3">
                  <c:v>1393.06</c:v>
                </c:pt>
                <c:pt idx="4">
                  <c:v>1337.09</c:v>
                </c:pt>
                <c:pt idx="5">
                  <c:v>1290.77</c:v>
                </c:pt>
                <c:pt idx="6">
                  <c:v>1256.1099999999999</c:v>
                </c:pt>
                <c:pt idx="7">
                  <c:v>1234.75</c:v>
                </c:pt>
                <c:pt idx="8">
                  <c:v>1227.9000000000001</c:v>
                </c:pt>
                <c:pt idx="9">
                  <c:v>1236.32</c:v>
                </c:pt>
                <c:pt idx="10">
                  <c:v>1260.24</c:v>
                </c:pt>
                <c:pt idx="11">
                  <c:v>1299.4000000000001</c:v>
                </c:pt>
                <c:pt idx="12">
                  <c:v>1353.04</c:v>
                </c:pt>
                <c:pt idx="13">
                  <c:v>1419.88</c:v>
                </c:pt>
                <c:pt idx="14">
                  <c:v>1498.21</c:v>
                </c:pt>
                <c:pt idx="15">
                  <c:v>1585.91</c:v>
                </c:pt>
                <c:pt idx="16">
                  <c:v>1680.51</c:v>
                </c:pt>
                <c:pt idx="17">
                  <c:v>1779.3</c:v>
                </c:pt>
                <c:pt idx="18">
                  <c:v>1879.35</c:v>
                </c:pt>
                <c:pt idx="19">
                  <c:v>1977.68</c:v>
                </c:pt>
                <c:pt idx="20">
                  <c:v>2071.29</c:v>
                </c:pt>
                <c:pt idx="21">
                  <c:v>2157.3000000000002</c:v>
                </c:pt>
                <c:pt idx="22">
                  <c:v>2232.9899999999998</c:v>
                </c:pt>
                <c:pt idx="23">
                  <c:v>2295.94</c:v>
                </c:pt>
                <c:pt idx="24">
                  <c:v>2344.09</c:v>
                </c:pt>
                <c:pt idx="25">
                  <c:v>2375.81</c:v>
                </c:pt>
                <c:pt idx="26">
                  <c:v>2389.94</c:v>
                </c:pt>
                <c:pt idx="27">
                  <c:v>2385.84</c:v>
                </c:pt>
                <c:pt idx="28">
                  <c:v>2363.4299999999998</c:v>
                </c:pt>
                <c:pt idx="29">
                  <c:v>2323.1799999999998</c:v>
                </c:pt>
                <c:pt idx="30">
                  <c:v>2266.09</c:v>
                </c:pt>
                <c:pt idx="31">
                  <c:v>2193.6999999999998</c:v>
                </c:pt>
                <c:pt idx="32">
                  <c:v>2108</c:v>
                </c:pt>
                <c:pt idx="33">
                  <c:v>2011.43</c:v>
                </c:pt>
                <c:pt idx="34">
                  <c:v>1906.75</c:v>
                </c:pt>
                <c:pt idx="35">
                  <c:v>1796.98</c:v>
                </c:pt>
                <c:pt idx="36">
                  <c:v>1685.34</c:v>
                </c:pt>
                <c:pt idx="37">
                  <c:v>1575.09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FFD-472C-9AEE-593F1F1F87C5}"/>
            </c:ext>
          </c:extLst>
        </c:ser>
        <c:ser>
          <c:idx val="2"/>
          <c:order val="2"/>
          <c:tx>
            <c:v>電流2</c:v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工作表1!$CO$1:$CO$38</c:f>
              <c:numCache>
                <c:formatCode>General</c:formatCode>
                <c:ptCount val="38"/>
                <c:pt idx="0">
                  <c:v>1570.55</c:v>
                </c:pt>
                <c:pt idx="1">
                  <c:v>1501.39</c:v>
                </c:pt>
                <c:pt idx="2">
                  <c:v>1434.57</c:v>
                </c:pt>
                <c:pt idx="3">
                  <c:v>1372.8</c:v>
                </c:pt>
                <c:pt idx="4">
                  <c:v>1318.63</c:v>
                </c:pt>
                <c:pt idx="5">
                  <c:v>1274.3900000000001</c:v>
                </c:pt>
                <c:pt idx="6">
                  <c:v>1242.0899999999999</c:v>
                </c:pt>
                <c:pt idx="7">
                  <c:v>1223.3800000000001</c:v>
                </c:pt>
                <c:pt idx="8">
                  <c:v>1219.45</c:v>
                </c:pt>
                <c:pt idx="9">
                  <c:v>1231.02</c:v>
                </c:pt>
                <c:pt idx="10">
                  <c:v>1258.3</c:v>
                </c:pt>
                <c:pt idx="11">
                  <c:v>1300.97</c:v>
                </c:pt>
                <c:pt idx="12">
                  <c:v>1358.18</c:v>
                </c:pt>
                <c:pt idx="13">
                  <c:v>1428.6</c:v>
                </c:pt>
                <c:pt idx="14">
                  <c:v>1510.42</c:v>
                </c:pt>
                <c:pt idx="15">
                  <c:v>1601.43</c:v>
                </c:pt>
                <c:pt idx="16">
                  <c:v>1699.07</c:v>
                </c:pt>
                <c:pt idx="17">
                  <c:v>1800.52</c:v>
                </c:pt>
                <c:pt idx="18">
                  <c:v>1902.78</c:v>
                </c:pt>
                <c:pt idx="19">
                  <c:v>2002.76</c:v>
                </c:pt>
                <c:pt idx="20">
                  <c:v>2097.4</c:v>
                </c:pt>
                <c:pt idx="21">
                  <c:v>2183.7399999999998</c:v>
                </c:pt>
                <c:pt idx="22">
                  <c:v>2259.02</c:v>
                </c:pt>
                <c:pt idx="23">
                  <c:v>2320.8000000000002</c:v>
                </c:pt>
                <c:pt idx="24">
                  <c:v>2367.0100000000002</c:v>
                </c:pt>
                <c:pt idx="25">
                  <c:v>2396.0100000000002</c:v>
                </c:pt>
                <c:pt idx="26">
                  <c:v>2406.6999999999998</c:v>
                </c:pt>
                <c:pt idx="27">
                  <c:v>2398.4899999999998</c:v>
                </c:pt>
                <c:pt idx="28">
                  <c:v>2371.37</c:v>
                </c:pt>
                <c:pt idx="29">
                  <c:v>2325.92</c:v>
                </c:pt>
                <c:pt idx="30">
                  <c:v>2263.2800000000002</c:v>
                </c:pt>
                <c:pt idx="31">
                  <c:v>2185.09</c:v>
                </c:pt>
                <c:pt idx="32">
                  <c:v>2093.5300000000002</c:v>
                </c:pt>
                <c:pt idx="33">
                  <c:v>1991.16</c:v>
                </c:pt>
                <c:pt idx="34">
                  <c:v>1880.91</c:v>
                </c:pt>
                <c:pt idx="35">
                  <c:v>1765.98</c:v>
                </c:pt>
                <c:pt idx="36">
                  <c:v>1649.73</c:v>
                </c:pt>
                <c:pt idx="37">
                  <c:v>1535.57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FFD-472C-9AEE-593F1F1F87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90883615"/>
        <c:axId val="1090884447"/>
      </c:lineChart>
      <c:catAx>
        <c:axId val="109088361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90884447"/>
        <c:crosses val="autoZero"/>
        <c:auto val="1"/>
        <c:lblAlgn val="ctr"/>
        <c:lblOffset val="100"/>
        <c:noMultiLvlLbl val="0"/>
      </c:catAx>
      <c:valAx>
        <c:axId val="10908844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908836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dirty="0"/>
              <a:t>SWEEP1</a:t>
            </a:r>
            <a:endParaRPr lang="zh-TW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功率1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工作表1!$CY$1:$CY$239</c:f>
              <c:numCache>
                <c:formatCode>General</c:formatCode>
                <c:ptCount val="23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0.2</c:v>
                </c:pt>
                <c:pt idx="5">
                  <c:v>0.22</c:v>
                </c:pt>
                <c:pt idx="6">
                  <c:v>0.1</c:v>
                </c:pt>
                <c:pt idx="7">
                  <c:v>0.05</c:v>
                </c:pt>
                <c:pt idx="8">
                  <c:v>0.12</c:v>
                </c:pt>
                <c:pt idx="9">
                  <c:v>0.11</c:v>
                </c:pt>
                <c:pt idx="10">
                  <c:v>0.23</c:v>
                </c:pt>
                <c:pt idx="11">
                  <c:v>0.2</c:v>
                </c:pt>
                <c:pt idx="12">
                  <c:v>0.21</c:v>
                </c:pt>
                <c:pt idx="13">
                  <c:v>0.21</c:v>
                </c:pt>
                <c:pt idx="14">
                  <c:v>0.12</c:v>
                </c:pt>
                <c:pt idx="15">
                  <c:v>0.11</c:v>
                </c:pt>
                <c:pt idx="16">
                  <c:v>0.2</c:v>
                </c:pt>
                <c:pt idx="17">
                  <c:v>0.15</c:v>
                </c:pt>
                <c:pt idx="18">
                  <c:v>0.23</c:v>
                </c:pt>
                <c:pt idx="19">
                  <c:v>0.15</c:v>
                </c:pt>
                <c:pt idx="20">
                  <c:v>0.09</c:v>
                </c:pt>
                <c:pt idx="21">
                  <c:v>0.23</c:v>
                </c:pt>
                <c:pt idx="22">
                  <c:v>0.15</c:v>
                </c:pt>
                <c:pt idx="23">
                  <c:v>0.15</c:v>
                </c:pt>
                <c:pt idx="24">
                  <c:v>0.22</c:v>
                </c:pt>
                <c:pt idx="25">
                  <c:v>0.19</c:v>
                </c:pt>
                <c:pt idx="26">
                  <c:v>0.11</c:v>
                </c:pt>
                <c:pt idx="27">
                  <c:v>0.4</c:v>
                </c:pt>
                <c:pt idx="28">
                  <c:v>0.28000000000000003</c:v>
                </c:pt>
                <c:pt idx="29">
                  <c:v>0.2</c:v>
                </c:pt>
                <c:pt idx="30">
                  <c:v>-0.04</c:v>
                </c:pt>
                <c:pt idx="31">
                  <c:v>-0.01</c:v>
                </c:pt>
                <c:pt idx="32">
                  <c:v>0.34</c:v>
                </c:pt>
                <c:pt idx="33">
                  <c:v>-0.03</c:v>
                </c:pt>
                <c:pt idx="34">
                  <c:v>0.02</c:v>
                </c:pt>
                <c:pt idx="35">
                  <c:v>-0.01</c:v>
                </c:pt>
                <c:pt idx="36">
                  <c:v>-0.01</c:v>
                </c:pt>
                <c:pt idx="37">
                  <c:v>0.06</c:v>
                </c:pt>
                <c:pt idx="38">
                  <c:v>0.02</c:v>
                </c:pt>
                <c:pt idx="39">
                  <c:v>0.08</c:v>
                </c:pt>
                <c:pt idx="40">
                  <c:v>0.28000000000000003</c:v>
                </c:pt>
                <c:pt idx="41">
                  <c:v>0.24</c:v>
                </c:pt>
                <c:pt idx="42">
                  <c:v>0.03</c:v>
                </c:pt>
                <c:pt idx="43">
                  <c:v>0.37</c:v>
                </c:pt>
                <c:pt idx="44">
                  <c:v>0.22</c:v>
                </c:pt>
                <c:pt idx="45">
                  <c:v>-0.06</c:v>
                </c:pt>
                <c:pt idx="46">
                  <c:v>0.17</c:v>
                </c:pt>
                <c:pt idx="47">
                  <c:v>0.17</c:v>
                </c:pt>
                <c:pt idx="48">
                  <c:v>0.16</c:v>
                </c:pt>
                <c:pt idx="49">
                  <c:v>0.25</c:v>
                </c:pt>
                <c:pt idx="50">
                  <c:v>0.26</c:v>
                </c:pt>
                <c:pt idx="51">
                  <c:v>0.08</c:v>
                </c:pt>
                <c:pt idx="52">
                  <c:v>0.11</c:v>
                </c:pt>
                <c:pt idx="53">
                  <c:v>0.24</c:v>
                </c:pt>
                <c:pt idx="54">
                  <c:v>0.15</c:v>
                </c:pt>
                <c:pt idx="55">
                  <c:v>0.32</c:v>
                </c:pt>
                <c:pt idx="56">
                  <c:v>0.17</c:v>
                </c:pt>
                <c:pt idx="57">
                  <c:v>0.06</c:v>
                </c:pt>
                <c:pt idx="58">
                  <c:v>0.08</c:v>
                </c:pt>
                <c:pt idx="59">
                  <c:v>0.13</c:v>
                </c:pt>
                <c:pt idx="60">
                  <c:v>0.09</c:v>
                </c:pt>
                <c:pt idx="61">
                  <c:v>0.27</c:v>
                </c:pt>
                <c:pt idx="62">
                  <c:v>0.24</c:v>
                </c:pt>
                <c:pt idx="63">
                  <c:v>0.11</c:v>
                </c:pt>
                <c:pt idx="64">
                  <c:v>0.3</c:v>
                </c:pt>
                <c:pt idx="65">
                  <c:v>0.16</c:v>
                </c:pt>
                <c:pt idx="66">
                  <c:v>0.33</c:v>
                </c:pt>
                <c:pt idx="67">
                  <c:v>0.28999999999999998</c:v>
                </c:pt>
                <c:pt idx="68">
                  <c:v>0.12</c:v>
                </c:pt>
                <c:pt idx="69">
                  <c:v>0.21</c:v>
                </c:pt>
                <c:pt idx="70">
                  <c:v>0.3</c:v>
                </c:pt>
                <c:pt idx="71">
                  <c:v>0.24</c:v>
                </c:pt>
                <c:pt idx="72">
                  <c:v>0.41</c:v>
                </c:pt>
                <c:pt idx="73">
                  <c:v>0.39</c:v>
                </c:pt>
                <c:pt idx="74">
                  <c:v>0.4</c:v>
                </c:pt>
                <c:pt idx="75">
                  <c:v>0.63</c:v>
                </c:pt>
                <c:pt idx="76">
                  <c:v>-0.01</c:v>
                </c:pt>
                <c:pt idx="77">
                  <c:v>0.36</c:v>
                </c:pt>
                <c:pt idx="78">
                  <c:v>0.54</c:v>
                </c:pt>
                <c:pt idx="79">
                  <c:v>-0.02</c:v>
                </c:pt>
                <c:pt idx="80">
                  <c:v>0.19</c:v>
                </c:pt>
                <c:pt idx="81">
                  <c:v>0.48</c:v>
                </c:pt>
                <c:pt idx="82">
                  <c:v>0.05</c:v>
                </c:pt>
                <c:pt idx="83">
                  <c:v>0.77</c:v>
                </c:pt>
                <c:pt idx="84">
                  <c:v>0.77</c:v>
                </c:pt>
                <c:pt idx="85">
                  <c:v>0.25</c:v>
                </c:pt>
                <c:pt idx="86">
                  <c:v>0.72</c:v>
                </c:pt>
                <c:pt idx="87">
                  <c:v>1.02</c:v>
                </c:pt>
                <c:pt idx="88">
                  <c:v>0.92</c:v>
                </c:pt>
                <c:pt idx="89">
                  <c:v>0.7</c:v>
                </c:pt>
                <c:pt idx="90">
                  <c:v>1.01</c:v>
                </c:pt>
                <c:pt idx="91">
                  <c:v>0.28000000000000003</c:v>
                </c:pt>
                <c:pt idx="92">
                  <c:v>0.88</c:v>
                </c:pt>
                <c:pt idx="93">
                  <c:v>0.7</c:v>
                </c:pt>
                <c:pt idx="94">
                  <c:v>0.45</c:v>
                </c:pt>
                <c:pt idx="95">
                  <c:v>0.65</c:v>
                </c:pt>
                <c:pt idx="96">
                  <c:v>0.77</c:v>
                </c:pt>
                <c:pt idx="97">
                  <c:v>0.5</c:v>
                </c:pt>
                <c:pt idx="98">
                  <c:v>0.38</c:v>
                </c:pt>
                <c:pt idx="99">
                  <c:v>0.68</c:v>
                </c:pt>
                <c:pt idx="100">
                  <c:v>0.45</c:v>
                </c:pt>
                <c:pt idx="101">
                  <c:v>0.24</c:v>
                </c:pt>
                <c:pt idx="102">
                  <c:v>0.57999999999999996</c:v>
                </c:pt>
                <c:pt idx="103">
                  <c:v>0.88</c:v>
                </c:pt>
                <c:pt idx="104">
                  <c:v>0.4</c:v>
                </c:pt>
                <c:pt idx="105">
                  <c:v>0.61</c:v>
                </c:pt>
                <c:pt idx="106">
                  <c:v>0.68</c:v>
                </c:pt>
                <c:pt idx="107">
                  <c:v>0.35</c:v>
                </c:pt>
                <c:pt idx="108">
                  <c:v>0.72</c:v>
                </c:pt>
                <c:pt idx="109">
                  <c:v>0.76</c:v>
                </c:pt>
                <c:pt idx="110">
                  <c:v>0.43</c:v>
                </c:pt>
                <c:pt idx="111">
                  <c:v>0.78</c:v>
                </c:pt>
                <c:pt idx="112">
                  <c:v>0.81</c:v>
                </c:pt>
                <c:pt idx="113">
                  <c:v>0.71</c:v>
                </c:pt>
                <c:pt idx="114">
                  <c:v>0.47</c:v>
                </c:pt>
                <c:pt idx="115">
                  <c:v>0.84</c:v>
                </c:pt>
                <c:pt idx="116">
                  <c:v>0.54</c:v>
                </c:pt>
                <c:pt idx="117">
                  <c:v>0.72</c:v>
                </c:pt>
                <c:pt idx="118">
                  <c:v>0.86</c:v>
                </c:pt>
                <c:pt idx="119">
                  <c:v>0.74</c:v>
                </c:pt>
                <c:pt idx="120">
                  <c:v>0.96</c:v>
                </c:pt>
                <c:pt idx="121">
                  <c:v>1.6</c:v>
                </c:pt>
                <c:pt idx="122">
                  <c:v>2.8</c:v>
                </c:pt>
                <c:pt idx="123">
                  <c:v>1.36</c:v>
                </c:pt>
                <c:pt idx="124">
                  <c:v>2.99</c:v>
                </c:pt>
                <c:pt idx="125">
                  <c:v>3.98</c:v>
                </c:pt>
                <c:pt idx="126">
                  <c:v>3.29</c:v>
                </c:pt>
                <c:pt idx="127">
                  <c:v>5.13</c:v>
                </c:pt>
                <c:pt idx="128">
                  <c:v>6.59</c:v>
                </c:pt>
                <c:pt idx="129">
                  <c:v>5.22</c:v>
                </c:pt>
                <c:pt idx="130">
                  <c:v>5.64</c:v>
                </c:pt>
                <c:pt idx="131">
                  <c:v>8.69</c:v>
                </c:pt>
                <c:pt idx="132">
                  <c:v>10.88</c:v>
                </c:pt>
                <c:pt idx="133">
                  <c:v>13.08</c:v>
                </c:pt>
                <c:pt idx="134">
                  <c:v>19.260000000000002</c:v>
                </c:pt>
                <c:pt idx="135">
                  <c:v>24.19</c:v>
                </c:pt>
                <c:pt idx="136">
                  <c:v>26.59</c:v>
                </c:pt>
                <c:pt idx="137">
                  <c:v>26.93</c:v>
                </c:pt>
                <c:pt idx="138">
                  <c:v>33.1</c:v>
                </c:pt>
                <c:pt idx="139">
                  <c:v>36.47</c:v>
                </c:pt>
                <c:pt idx="140">
                  <c:v>34.06</c:v>
                </c:pt>
                <c:pt idx="141">
                  <c:v>30.63</c:v>
                </c:pt>
                <c:pt idx="142">
                  <c:v>27.64</c:v>
                </c:pt>
                <c:pt idx="143">
                  <c:v>24.78</c:v>
                </c:pt>
                <c:pt idx="144">
                  <c:v>22.11</c:v>
                </c:pt>
                <c:pt idx="145">
                  <c:v>19.75</c:v>
                </c:pt>
                <c:pt idx="146">
                  <c:v>18.850000000000001</c:v>
                </c:pt>
                <c:pt idx="147">
                  <c:v>17.03</c:v>
                </c:pt>
                <c:pt idx="148">
                  <c:v>16.04</c:v>
                </c:pt>
                <c:pt idx="149">
                  <c:v>15.08</c:v>
                </c:pt>
                <c:pt idx="150">
                  <c:v>13.75</c:v>
                </c:pt>
                <c:pt idx="151">
                  <c:v>13.14</c:v>
                </c:pt>
                <c:pt idx="152">
                  <c:v>12.13</c:v>
                </c:pt>
                <c:pt idx="153">
                  <c:v>10.52</c:v>
                </c:pt>
                <c:pt idx="154">
                  <c:v>9.9600000000000009</c:v>
                </c:pt>
                <c:pt idx="155">
                  <c:v>8.6199999999999992</c:v>
                </c:pt>
                <c:pt idx="156">
                  <c:v>7.63</c:v>
                </c:pt>
                <c:pt idx="157">
                  <c:v>6.69</c:v>
                </c:pt>
                <c:pt idx="158">
                  <c:v>5.97</c:v>
                </c:pt>
                <c:pt idx="159">
                  <c:v>5.52</c:v>
                </c:pt>
                <c:pt idx="160">
                  <c:v>4.71</c:v>
                </c:pt>
                <c:pt idx="161">
                  <c:v>4.67</c:v>
                </c:pt>
                <c:pt idx="162">
                  <c:v>4.33</c:v>
                </c:pt>
                <c:pt idx="163">
                  <c:v>3.83</c:v>
                </c:pt>
                <c:pt idx="164">
                  <c:v>3.53</c:v>
                </c:pt>
                <c:pt idx="165">
                  <c:v>3.21</c:v>
                </c:pt>
                <c:pt idx="166">
                  <c:v>2.88</c:v>
                </c:pt>
                <c:pt idx="167">
                  <c:v>2.62</c:v>
                </c:pt>
                <c:pt idx="168">
                  <c:v>2.38</c:v>
                </c:pt>
                <c:pt idx="169">
                  <c:v>2.06</c:v>
                </c:pt>
                <c:pt idx="170">
                  <c:v>2.08</c:v>
                </c:pt>
                <c:pt idx="171">
                  <c:v>1.71</c:v>
                </c:pt>
                <c:pt idx="172">
                  <c:v>1.76</c:v>
                </c:pt>
                <c:pt idx="173">
                  <c:v>1.59</c:v>
                </c:pt>
                <c:pt idx="174">
                  <c:v>1.19</c:v>
                </c:pt>
                <c:pt idx="175">
                  <c:v>1.3</c:v>
                </c:pt>
                <c:pt idx="176">
                  <c:v>1.1299999999999999</c:v>
                </c:pt>
                <c:pt idx="177">
                  <c:v>0.73</c:v>
                </c:pt>
                <c:pt idx="178">
                  <c:v>0.65</c:v>
                </c:pt>
                <c:pt idx="179">
                  <c:v>0.51</c:v>
                </c:pt>
                <c:pt idx="180">
                  <c:v>0.84</c:v>
                </c:pt>
                <c:pt idx="181">
                  <c:v>0.49</c:v>
                </c:pt>
                <c:pt idx="182">
                  <c:v>0.21</c:v>
                </c:pt>
                <c:pt idx="183">
                  <c:v>0.43</c:v>
                </c:pt>
                <c:pt idx="184">
                  <c:v>0.42</c:v>
                </c:pt>
                <c:pt idx="185">
                  <c:v>0.2</c:v>
                </c:pt>
                <c:pt idx="186">
                  <c:v>0.19</c:v>
                </c:pt>
                <c:pt idx="187">
                  <c:v>0.39</c:v>
                </c:pt>
                <c:pt idx="188">
                  <c:v>0.06</c:v>
                </c:pt>
                <c:pt idx="189">
                  <c:v>0.42</c:v>
                </c:pt>
                <c:pt idx="190">
                  <c:v>0.53</c:v>
                </c:pt>
                <c:pt idx="191">
                  <c:v>0.34</c:v>
                </c:pt>
                <c:pt idx="192">
                  <c:v>0.28999999999999998</c:v>
                </c:pt>
                <c:pt idx="193">
                  <c:v>0.25</c:v>
                </c:pt>
                <c:pt idx="194">
                  <c:v>0.25</c:v>
                </c:pt>
                <c:pt idx="195">
                  <c:v>0.14000000000000001</c:v>
                </c:pt>
                <c:pt idx="196">
                  <c:v>-0.05</c:v>
                </c:pt>
                <c:pt idx="197">
                  <c:v>0.3</c:v>
                </c:pt>
                <c:pt idx="198">
                  <c:v>0.41</c:v>
                </c:pt>
                <c:pt idx="199">
                  <c:v>0.14000000000000001</c:v>
                </c:pt>
                <c:pt idx="200">
                  <c:v>0.18</c:v>
                </c:pt>
                <c:pt idx="201">
                  <c:v>0.36</c:v>
                </c:pt>
                <c:pt idx="202">
                  <c:v>0.25</c:v>
                </c:pt>
                <c:pt idx="203">
                  <c:v>0.16</c:v>
                </c:pt>
                <c:pt idx="204">
                  <c:v>0.23</c:v>
                </c:pt>
                <c:pt idx="205">
                  <c:v>0.28000000000000003</c:v>
                </c:pt>
                <c:pt idx="206">
                  <c:v>0.18</c:v>
                </c:pt>
                <c:pt idx="207">
                  <c:v>0.18</c:v>
                </c:pt>
                <c:pt idx="208">
                  <c:v>0.27</c:v>
                </c:pt>
                <c:pt idx="209">
                  <c:v>0.36</c:v>
                </c:pt>
                <c:pt idx="210">
                  <c:v>0.2</c:v>
                </c:pt>
                <c:pt idx="211">
                  <c:v>0.42</c:v>
                </c:pt>
                <c:pt idx="212">
                  <c:v>0.42</c:v>
                </c:pt>
                <c:pt idx="213">
                  <c:v>0.27</c:v>
                </c:pt>
                <c:pt idx="214">
                  <c:v>0.31</c:v>
                </c:pt>
                <c:pt idx="215">
                  <c:v>0.49</c:v>
                </c:pt>
                <c:pt idx="216">
                  <c:v>0.37</c:v>
                </c:pt>
                <c:pt idx="217">
                  <c:v>0.53</c:v>
                </c:pt>
                <c:pt idx="218">
                  <c:v>0.44</c:v>
                </c:pt>
                <c:pt idx="219">
                  <c:v>0.52</c:v>
                </c:pt>
                <c:pt idx="220">
                  <c:v>0.96</c:v>
                </c:pt>
                <c:pt idx="221">
                  <c:v>0.36</c:v>
                </c:pt>
                <c:pt idx="222">
                  <c:v>0.31</c:v>
                </c:pt>
                <c:pt idx="223">
                  <c:v>0.5</c:v>
                </c:pt>
                <c:pt idx="224">
                  <c:v>0.9</c:v>
                </c:pt>
                <c:pt idx="225">
                  <c:v>0.16</c:v>
                </c:pt>
                <c:pt idx="226">
                  <c:v>0.33</c:v>
                </c:pt>
                <c:pt idx="227">
                  <c:v>0.88</c:v>
                </c:pt>
                <c:pt idx="228">
                  <c:v>0.42</c:v>
                </c:pt>
                <c:pt idx="229">
                  <c:v>-0.05</c:v>
                </c:pt>
                <c:pt idx="230">
                  <c:v>0.33</c:v>
                </c:pt>
                <c:pt idx="231">
                  <c:v>0.28000000000000003</c:v>
                </c:pt>
                <c:pt idx="232">
                  <c:v>-0.12</c:v>
                </c:pt>
                <c:pt idx="233">
                  <c:v>-0.31</c:v>
                </c:pt>
                <c:pt idx="234">
                  <c:v>-0.41</c:v>
                </c:pt>
                <c:pt idx="235">
                  <c:v>0.19</c:v>
                </c:pt>
                <c:pt idx="236">
                  <c:v>-0.38</c:v>
                </c:pt>
                <c:pt idx="237">
                  <c:v>-0.43</c:v>
                </c:pt>
                <c:pt idx="238">
                  <c:v>-0.08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DA3-46DC-8C89-A3D25463726F}"/>
            </c:ext>
          </c:extLst>
        </c:ser>
        <c:ser>
          <c:idx val="1"/>
          <c:order val="1"/>
          <c:tx>
            <c:v>功率2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工作表1!$CZ$1:$CZ$239</c:f>
              <c:numCache>
                <c:formatCode>General</c:formatCode>
                <c:ptCount val="23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-0.01</c:v>
                </c:pt>
                <c:pt idx="4">
                  <c:v>0.09</c:v>
                </c:pt>
                <c:pt idx="5">
                  <c:v>0.11</c:v>
                </c:pt>
                <c:pt idx="6">
                  <c:v>-0.02</c:v>
                </c:pt>
                <c:pt idx="7">
                  <c:v>-0.04</c:v>
                </c:pt>
                <c:pt idx="8">
                  <c:v>0.02</c:v>
                </c:pt>
                <c:pt idx="9">
                  <c:v>0.02</c:v>
                </c:pt>
                <c:pt idx="10">
                  <c:v>0.13</c:v>
                </c:pt>
                <c:pt idx="11">
                  <c:v>0.09</c:v>
                </c:pt>
                <c:pt idx="12">
                  <c:v>0.09</c:v>
                </c:pt>
                <c:pt idx="13">
                  <c:v>0.11</c:v>
                </c:pt>
                <c:pt idx="14">
                  <c:v>0.01</c:v>
                </c:pt>
                <c:pt idx="15">
                  <c:v>0.04</c:v>
                </c:pt>
                <c:pt idx="16">
                  <c:v>0.1</c:v>
                </c:pt>
                <c:pt idx="17">
                  <c:v>0.04</c:v>
                </c:pt>
                <c:pt idx="18">
                  <c:v>0.15</c:v>
                </c:pt>
                <c:pt idx="19">
                  <c:v>0.04</c:v>
                </c:pt>
                <c:pt idx="20">
                  <c:v>0</c:v>
                </c:pt>
                <c:pt idx="21">
                  <c:v>0.12</c:v>
                </c:pt>
                <c:pt idx="22">
                  <c:v>0.02</c:v>
                </c:pt>
                <c:pt idx="23">
                  <c:v>0.03</c:v>
                </c:pt>
                <c:pt idx="24">
                  <c:v>0.12</c:v>
                </c:pt>
                <c:pt idx="25">
                  <c:v>0.08</c:v>
                </c:pt>
                <c:pt idx="26">
                  <c:v>0</c:v>
                </c:pt>
                <c:pt idx="27">
                  <c:v>0.28000000000000003</c:v>
                </c:pt>
                <c:pt idx="28">
                  <c:v>0.16</c:v>
                </c:pt>
                <c:pt idx="29">
                  <c:v>7.0000000000000007E-2</c:v>
                </c:pt>
                <c:pt idx="30">
                  <c:v>-0.16</c:v>
                </c:pt>
                <c:pt idx="31">
                  <c:v>-0.12</c:v>
                </c:pt>
                <c:pt idx="32">
                  <c:v>0.22</c:v>
                </c:pt>
                <c:pt idx="33">
                  <c:v>-0.16</c:v>
                </c:pt>
                <c:pt idx="34">
                  <c:v>-0.1</c:v>
                </c:pt>
                <c:pt idx="35">
                  <c:v>-0.13</c:v>
                </c:pt>
                <c:pt idx="36">
                  <c:v>-0.14000000000000001</c:v>
                </c:pt>
                <c:pt idx="37">
                  <c:v>-7.0000000000000007E-2</c:v>
                </c:pt>
                <c:pt idx="38">
                  <c:v>-0.13</c:v>
                </c:pt>
                <c:pt idx="39">
                  <c:v>-0.06</c:v>
                </c:pt>
                <c:pt idx="40">
                  <c:v>0.17</c:v>
                </c:pt>
                <c:pt idx="41">
                  <c:v>0.1</c:v>
                </c:pt>
                <c:pt idx="42">
                  <c:v>-0.11</c:v>
                </c:pt>
                <c:pt idx="43">
                  <c:v>0.24</c:v>
                </c:pt>
                <c:pt idx="44">
                  <c:v>0.06</c:v>
                </c:pt>
                <c:pt idx="45">
                  <c:v>-0.19</c:v>
                </c:pt>
                <c:pt idx="46">
                  <c:v>0.02</c:v>
                </c:pt>
                <c:pt idx="47">
                  <c:v>0.02</c:v>
                </c:pt>
                <c:pt idx="48">
                  <c:v>0</c:v>
                </c:pt>
                <c:pt idx="49">
                  <c:v>0.1</c:v>
                </c:pt>
                <c:pt idx="50">
                  <c:v>0.13</c:v>
                </c:pt>
                <c:pt idx="51">
                  <c:v>-0.09</c:v>
                </c:pt>
                <c:pt idx="52">
                  <c:v>0.01</c:v>
                </c:pt>
                <c:pt idx="53">
                  <c:v>0.14000000000000001</c:v>
                </c:pt>
                <c:pt idx="54">
                  <c:v>0.19</c:v>
                </c:pt>
                <c:pt idx="55">
                  <c:v>0.25</c:v>
                </c:pt>
                <c:pt idx="56">
                  <c:v>0.18</c:v>
                </c:pt>
                <c:pt idx="57">
                  <c:v>0.08</c:v>
                </c:pt>
                <c:pt idx="58">
                  <c:v>-7.0000000000000007E-2</c:v>
                </c:pt>
                <c:pt idx="59">
                  <c:v>0.04</c:v>
                </c:pt>
                <c:pt idx="60">
                  <c:v>-0.01</c:v>
                </c:pt>
                <c:pt idx="61">
                  <c:v>0.19</c:v>
                </c:pt>
                <c:pt idx="62">
                  <c:v>0.12</c:v>
                </c:pt>
                <c:pt idx="63">
                  <c:v>0.02</c:v>
                </c:pt>
                <c:pt idx="64">
                  <c:v>0.17</c:v>
                </c:pt>
                <c:pt idx="65">
                  <c:v>0.03</c:v>
                </c:pt>
                <c:pt idx="66">
                  <c:v>0.18</c:v>
                </c:pt>
                <c:pt idx="67">
                  <c:v>0.18</c:v>
                </c:pt>
                <c:pt idx="68">
                  <c:v>0.03</c:v>
                </c:pt>
                <c:pt idx="69">
                  <c:v>0.08</c:v>
                </c:pt>
                <c:pt idx="70">
                  <c:v>0.19</c:v>
                </c:pt>
                <c:pt idx="71">
                  <c:v>0.08</c:v>
                </c:pt>
                <c:pt idx="72">
                  <c:v>0.26</c:v>
                </c:pt>
                <c:pt idx="73">
                  <c:v>0.16</c:v>
                </c:pt>
                <c:pt idx="74">
                  <c:v>0.2</c:v>
                </c:pt>
                <c:pt idx="75">
                  <c:v>0.47</c:v>
                </c:pt>
                <c:pt idx="76">
                  <c:v>-0.22</c:v>
                </c:pt>
                <c:pt idx="77">
                  <c:v>0.16</c:v>
                </c:pt>
                <c:pt idx="78">
                  <c:v>0.34</c:v>
                </c:pt>
                <c:pt idx="79">
                  <c:v>-0.15</c:v>
                </c:pt>
                <c:pt idx="80">
                  <c:v>0.12</c:v>
                </c:pt>
                <c:pt idx="81">
                  <c:v>0.37</c:v>
                </c:pt>
                <c:pt idx="82">
                  <c:v>-0.1</c:v>
                </c:pt>
                <c:pt idx="83">
                  <c:v>0.59</c:v>
                </c:pt>
                <c:pt idx="84">
                  <c:v>0.6</c:v>
                </c:pt>
                <c:pt idx="85">
                  <c:v>0.02</c:v>
                </c:pt>
                <c:pt idx="86">
                  <c:v>0.37</c:v>
                </c:pt>
                <c:pt idx="87">
                  <c:v>0.59</c:v>
                </c:pt>
                <c:pt idx="88">
                  <c:v>0.45</c:v>
                </c:pt>
                <c:pt idx="89">
                  <c:v>0.28999999999999998</c:v>
                </c:pt>
                <c:pt idx="90">
                  <c:v>0.64</c:v>
                </c:pt>
                <c:pt idx="91">
                  <c:v>0.2</c:v>
                </c:pt>
                <c:pt idx="92">
                  <c:v>0.41</c:v>
                </c:pt>
                <c:pt idx="93">
                  <c:v>0.7</c:v>
                </c:pt>
                <c:pt idx="94">
                  <c:v>0.38</c:v>
                </c:pt>
                <c:pt idx="95">
                  <c:v>0.28999999999999998</c:v>
                </c:pt>
                <c:pt idx="96">
                  <c:v>0.83</c:v>
                </c:pt>
                <c:pt idx="97">
                  <c:v>0.2</c:v>
                </c:pt>
                <c:pt idx="98">
                  <c:v>0.14000000000000001</c:v>
                </c:pt>
                <c:pt idx="99">
                  <c:v>0.56999999999999995</c:v>
                </c:pt>
                <c:pt idx="100">
                  <c:v>0.15</c:v>
                </c:pt>
                <c:pt idx="101">
                  <c:v>-0.11</c:v>
                </c:pt>
                <c:pt idx="102">
                  <c:v>0.23</c:v>
                </c:pt>
                <c:pt idx="103">
                  <c:v>0.31</c:v>
                </c:pt>
                <c:pt idx="104">
                  <c:v>0.11</c:v>
                </c:pt>
                <c:pt idx="105">
                  <c:v>0.27</c:v>
                </c:pt>
                <c:pt idx="106">
                  <c:v>0.38</c:v>
                </c:pt>
                <c:pt idx="107">
                  <c:v>0.03</c:v>
                </c:pt>
                <c:pt idx="108">
                  <c:v>0.37</c:v>
                </c:pt>
                <c:pt idx="109">
                  <c:v>0.47</c:v>
                </c:pt>
                <c:pt idx="110">
                  <c:v>0.06</c:v>
                </c:pt>
                <c:pt idx="111">
                  <c:v>0.44</c:v>
                </c:pt>
                <c:pt idx="112">
                  <c:v>0.44</c:v>
                </c:pt>
                <c:pt idx="113">
                  <c:v>0.33</c:v>
                </c:pt>
                <c:pt idx="114">
                  <c:v>0.21</c:v>
                </c:pt>
                <c:pt idx="115">
                  <c:v>0.49</c:v>
                </c:pt>
                <c:pt idx="116">
                  <c:v>0.23</c:v>
                </c:pt>
                <c:pt idx="117">
                  <c:v>0.38</c:v>
                </c:pt>
                <c:pt idx="118">
                  <c:v>0.67</c:v>
                </c:pt>
                <c:pt idx="119">
                  <c:v>0.47</c:v>
                </c:pt>
                <c:pt idx="120">
                  <c:v>0.53</c:v>
                </c:pt>
                <c:pt idx="121">
                  <c:v>1.19</c:v>
                </c:pt>
                <c:pt idx="122">
                  <c:v>2.21</c:v>
                </c:pt>
                <c:pt idx="123">
                  <c:v>0.79</c:v>
                </c:pt>
                <c:pt idx="124">
                  <c:v>2.59</c:v>
                </c:pt>
                <c:pt idx="125">
                  <c:v>3.45</c:v>
                </c:pt>
                <c:pt idx="126">
                  <c:v>2.57</c:v>
                </c:pt>
                <c:pt idx="127">
                  <c:v>4.32</c:v>
                </c:pt>
                <c:pt idx="128">
                  <c:v>5.07</c:v>
                </c:pt>
                <c:pt idx="129">
                  <c:v>3.42</c:v>
                </c:pt>
                <c:pt idx="130">
                  <c:v>5.15</c:v>
                </c:pt>
                <c:pt idx="131">
                  <c:v>7.81</c:v>
                </c:pt>
                <c:pt idx="132">
                  <c:v>9.5500000000000007</c:v>
                </c:pt>
                <c:pt idx="133">
                  <c:v>11.7</c:v>
                </c:pt>
                <c:pt idx="134">
                  <c:v>15.78</c:v>
                </c:pt>
                <c:pt idx="135">
                  <c:v>20</c:v>
                </c:pt>
                <c:pt idx="136">
                  <c:v>23.79</c:v>
                </c:pt>
                <c:pt idx="137">
                  <c:v>23.14</c:v>
                </c:pt>
                <c:pt idx="138">
                  <c:v>27.2</c:v>
                </c:pt>
                <c:pt idx="139">
                  <c:v>29.18</c:v>
                </c:pt>
                <c:pt idx="140">
                  <c:v>28.43</c:v>
                </c:pt>
                <c:pt idx="141">
                  <c:v>25.49</c:v>
                </c:pt>
                <c:pt idx="142">
                  <c:v>24.58</c:v>
                </c:pt>
                <c:pt idx="143">
                  <c:v>21.16</c:v>
                </c:pt>
                <c:pt idx="144">
                  <c:v>18.920000000000002</c:v>
                </c:pt>
                <c:pt idx="145">
                  <c:v>17.53</c:v>
                </c:pt>
                <c:pt idx="146">
                  <c:v>15.19</c:v>
                </c:pt>
                <c:pt idx="147">
                  <c:v>13.09</c:v>
                </c:pt>
                <c:pt idx="148">
                  <c:v>11.59</c:v>
                </c:pt>
                <c:pt idx="149">
                  <c:v>10.65</c:v>
                </c:pt>
                <c:pt idx="150">
                  <c:v>9.74</c:v>
                </c:pt>
                <c:pt idx="151">
                  <c:v>8.89</c:v>
                </c:pt>
                <c:pt idx="152">
                  <c:v>7.95</c:v>
                </c:pt>
                <c:pt idx="153">
                  <c:v>7.54</c:v>
                </c:pt>
                <c:pt idx="154">
                  <c:v>7.58</c:v>
                </c:pt>
                <c:pt idx="155">
                  <c:v>6.8</c:v>
                </c:pt>
                <c:pt idx="156">
                  <c:v>6.43</c:v>
                </c:pt>
                <c:pt idx="157">
                  <c:v>6.06</c:v>
                </c:pt>
                <c:pt idx="158">
                  <c:v>5.61</c:v>
                </c:pt>
                <c:pt idx="159">
                  <c:v>5.2</c:v>
                </c:pt>
                <c:pt idx="160">
                  <c:v>4.55</c:v>
                </c:pt>
                <c:pt idx="161">
                  <c:v>4.72</c:v>
                </c:pt>
                <c:pt idx="162">
                  <c:v>4.3600000000000003</c:v>
                </c:pt>
                <c:pt idx="163">
                  <c:v>3.87</c:v>
                </c:pt>
                <c:pt idx="164">
                  <c:v>3.75</c:v>
                </c:pt>
                <c:pt idx="165">
                  <c:v>3.49</c:v>
                </c:pt>
                <c:pt idx="166">
                  <c:v>3.13</c:v>
                </c:pt>
                <c:pt idx="167">
                  <c:v>2.94</c:v>
                </c:pt>
                <c:pt idx="168">
                  <c:v>2.82</c:v>
                </c:pt>
                <c:pt idx="169">
                  <c:v>2.48</c:v>
                </c:pt>
                <c:pt idx="170">
                  <c:v>2.4300000000000002</c:v>
                </c:pt>
                <c:pt idx="171">
                  <c:v>2.0299999999999998</c:v>
                </c:pt>
                <c:pt idx="172">
                  <c:v>2.08</c:v>
                </c:pt>
                <c:pt idx="173">
                  <c:v>1.76</c:v>
                </c:pt>
                <c:pt idx="174">
                  <c:v>1.44</c:v>
                </c:pt>
                <c:pt idx="175">
                  <c:v>1.58</c:v>
                </c:pt>
                <c:pt idx="176">
                  <c:v>1.41</c:v>
                </c:pt>
                <c:pt idx="177">
                  <c:v>1.04</c:v>
                </c:pt>
                <c:pt idx="178">
                  <c:v>0.97</c:v>
                </c:pt>
                <c:pt idx="179">
                  <c:v>0.8</c:v>
                </c:pt>
                <c:pt idx="180">
                  <c:v>1.1499999999999999</c:v>
                </c:pt>
                <c:pt idx="181">
                  <c:v>0.8</c:v>
                </c:pt>
                <c:pt idx="182">
                  <c:v>0.53</c:v>
                </c:pt>
                <c:pt idx="183">
                  <c:v>0.77</c:v>
                </c:pt>
                <c:pt idx="184">
                  <c:v>0.68</c:v>
                </c:pt>
                <c:pt idx="185">
                  <c:v>0.28000000000000003</c:v>
                </c:pt>
                <c:pt idx="186">
                  <c:v>0.19</c:v>
                </c:pt>
                <c:pt idx="187">
                  <c:v>0.28000000000000003</c:v>
                </c:pt>
                <c:pt idx="188">
                  <c:v>-0.08</c:v>
                </c:pt>
                <c:pt idx="189">
                  <c:v>0.25</c:v>
                </c:pt>
                <c:pt idx="190">
                  <c:v>0.4</c:v>
                </c:pt>
                <c:pt idx="191">
                  <c:v>0.2</c:v>
                </c:pt>
                <c:pt idx="192">
                  <c:v>0.11</c:v>
                </c:pt>
                <c:pt idx="193">
                  <c:v>0.03</c:v>
                </c:pt>
                <c:pt idx="194">
                  <c:v>7.0000000000000007E-2</c:v>
                </c:pt>
                <c:pt idx="195">
                  <c:v>0.01</c:v>
                </c:pt>
                <c:pt idx="196">
                  <c:v>-0.16</c:v>
                </c:pt>
                <c:pt idx="197">
                  <c:v>0.25</c:v>
                </c:pt>
                <c:pt idx="198">
                  <c:v>0.31</c:v>
                </c:pt>
                <c:pt idx="199">
                  <c:v>7.0000000000000007E-2</c:v>
                </c:pt>
                <c:pt idx="200">
                  <c:v>0.06</c:v>
                </c:pt>
                <c:pt idx="201">
                  <c:v>0.25</c:v>
                </c:pt>
                <c:pt idx="202">
                  <c:v>0.19</c:v>
                </c:pt>
                <c:pt idx="203">
                  <c:v>0.11</c:v>
                </c:pt>
                <c:pt idx="204">
                  <c:v>0.19</c:v>
                </c:pt>
                <c:pt idx="205">
                  <c:v>0.21</c:v>
                </c:pt>
                <c:pt idx="206">
                  <c:v>7.0000000000000007E-2</c:v>
                </c:pt>
                <c:pt idx="207">
                  <c:v>0.09</c:v>
                </c:pt>
                <c:pt idx="208">
                  <c:v>0.12</c:v>
                </c:pt>
                <c:pt idx="209">
                  <c:v>0.17</c:v>
                </c:pt>
                <c:pt idx="210">
                  <c:v>0.06</c:v>
                </c:pt>
                <c:pt idx="211">
                  <c:v>0.18</c:v>
                </c:pt>
                <c:pt idx="212">
                  <c:v>0.17</c:v>
                </c:pt>
                <c:pt idx="213">
                  <c:v>-0.05</c:v>
                </c:pt>
                <c:pt idx="214">
                  <c:v>0.02</c:v>
                </c:pt>
                <c:pt idx="215">
                  <c:v>0.26</c:v>
                </c:pt>
                <c:pt idx="216">
                  <c:v>0.02</c:v>
                </c:pt>
                <c:pt idx="217">
                  <c:v>0.16</c:v>
                </c:pt>
                <c:pt idx="218">
                  <c:v>0</c:v>
                </c:pt>
                <c:pt idx="219">
                  <c:v>0.22</c:v>
                </c:pt>
                <c:pt idx="220">
                  <c:v>0.66</c:v>
                </c:pt>
                <c:pt idx="221">
                  <c:v>0.05</c:v>
                </c:pt>
                <c:pt idx="222">
                  <c:v>-0.03</c:v>
                </c:pt>
                <c:pt idx="223">
                  <c:v>0.11</c:v>
                </c:pt>
                <c:pt idx="224">
                  <c:v>0.55000000000000004</c:v>
                </c:pt>
                <c:pt idx="225">
                  <c:v>-0.28000000000000003</c:v>
                </c:pt>
                <c:pt idx="226">
                  <c:v>-0.02</c:v>
                </c:pt>
                <c:pt idx="227">
                  <c:v>0.54</c:v>
                </c:pt>
                <c:pt idx="228">
                  <c:v>0.16</c:v>
                </c:pt>
                <c:pt idx="229">
                  <c:v>-0.1</c:v>
                </c:pt>
                <c:pt idx="230">
                  <c:v>0.54</c:v>
                </c:pt>
                <c:pt idx="231">
                  <c:v>0.53</c:v>
                </c:pt>
                <c:pt idx="232">
                  <c:v>0.15</c:v>
                </c:pt>
                <c:pt idx="233">
                  <c:v>-0.02</c:v>
                </c:pt>
                <c:pt idx="234">
                  <c:v>-0.05</c:v>
                </c:pt>
                <c:pt idx="235">
                  <c:v>0.56999999999999995</c:v>
                </c:pt>
                <c:pt idx="236">
                  <c:v>-0.01</c:v>
                </c:pt>
                <c:pt idx="237">
                  <c:v>0</c:v>
                </c:pt>
                <c:pt idx="238">
                  <c:v>0.39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DA3-46DC-8C89-A3D2546372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90866559"/>
        <c:axId val="1090885279"/>
      </c:lineChart>
      <c:catAx>
        <c:axId val="109086655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90885279"/>
        <c:crosses val="autoZero"/>
        <c:auto val="1"/>
        <c:lblAlgn val="ctr"/>
        <c:lblOffset val="100"/>
        <c:noMultiLvlLbl val="0"/>
      </c:catAx>
      <c:valAx>
        <c:axId val="10908852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908665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dirty="0"/>
              <a:t>SWEEP2</a:t>
            </a:r>
            <a:endParaRPr lang="zh-TW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功率1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工作表1!$DA$1:$DA$200</c:f>
              <c:numCache>
                <c:formatCode>General</c:formatCode>
                <c:ptCount val="200"/>
                <c:pt idx="0">
                  <c:v>-0.17</c:v>
                </c:pt>
                <c:pt idx="1">
                  <c:v>2.81</c:v>
                </c:pt>
                <c:pt idx="2">
                  <c:v>1.53</c:v>
                </c:pt>
                <c:pt idx="3">
                  <c:v>1.37</c:v>
                </c:pt>
                <c:pt idx="4">
                  <c:v>1.53</c:v>
                </c:pt>
                <c:pt idx="5">
                  <c:v>1.35</c:v>
                </c:pt>
                <c:pt idx="6">
                  <c:v>1.42</c:v>
                </c:pt>
                <c:pt idx="7">
                  <c:v>1.58</c:v>
                </c:pt>
                <c:pt idx="8">
                  <c:v>1.53</c:v>
                </c:pt>
                <c:pt idx="9">
                  <c:v>1.25</c:v>
                </c:pt>
                <c:pt idx="10">
                  <c:v>1.26</c:v>
                </c:pt>
                <c:pt idx="11">
                  <c:v>1.47</c:v>
                </c:pt>
                <c:pt idx="12">
                  <c:v>1.51</c:v>
                </c:pt>
                <c:pt idx="13">
                  <c:v>1.57</c:v>
                </c:pt>
                <c:pt idx="14">
                  <c:v>1.65</c:v>
                </c:pt>
                <c:pt idx="15">
                  <c:v>2.2999999999999998</c:v>
                </c:pt>
                <c:pt idx="16">
                  <c:v>2.13</c:v>
                </c:pt>
                <c:pt idx="17">
                  <c:v>1.55</c:v>
                </c:pt>
                <c:pt idx="18">
                  <c:v>1.82</c:v>
                </c:pt>
                <c:pt idx="19">
                  <c:v>2.19</c:v>
                </c:pt>
                <c:pt idx="20">
                  <c:v>1.54</c:v>
                </c:pt>
                <c:pt idx="21">
                  <c:v>2.79</c:v>
                </c:pt>
                <c:pt idx="22">
                  <c:v>2.09</c:v>
                </c:pt>
                <c:pt idx="23">
                  <c:v>2.21</c:v>
                </c:pt>
                <c:pt idx="24">
                  <c:v>2.59</c:v>
                </c:pt>
                <c:pt idx="25">
                  <c:v>2.82</c:v>
                </c:pt>
                <c:pt idx="26">
                  <c:v>3.5</c:v>
                </c:pt>
                <c:pt idx="27">
                  <c:v>3.58</c:v>
                </c:pt>
                <c:pt idx="28">
                  <c:v>3.08</c:v>
                </c:pt>
                <c:pt idx="29">
                  <c:v>3.97</c:v>
                </c:pt>
                <c:pt idx="30">
                  <c:v>3.87</c:v>
                </c:pt>
                <c:pt idx="31">
                  <c:v>3.7</c:v>
                </c:pt>
                <c:pt idx="32">
                  <c:v>3.46</c:v>
                </c:pt>
                <c:pt idx="33">
                  <c:v>3.24</c:v>
                </c:pt>
                <c:pt idx="34">
                  <c:v>3.22</c:v>
                </c:pt>
                <c:pt idx="35">
                  <c:v>2.71</c:v>
                </c:pt>
                <c:pt idx="36">
                  <c:v>2.68</c:v>
                </c:pt>
                <c:pt idx="37">
                  <c:v>2.81</c:v>
                </c:pt>
                <c:pt idx="38">
                  <c:v>3.24</c:v>
                </c:pt>
                <c:pt idx="39">
                  <c:v>4.01</c:v>
                </c:pt>
                <c:pt idx="40">
                  <c:v>4.32</c:v>
                </c:pt>
                <c:pt idx="41">
                  <c:v>4.5599999999999996</c:v>
                </c:pt>
                <c:pt idx="42">
                  <c:v>4.6900000000000004</c:v>
                </c:pt>
                <c:pt idx="43">
                  <c:v>5.43</c:v>
                </c:pt>
                <c:pt idx="44">
                  <c:v>5.44</c:v>
                </c:pt>
                <c:pt idx="45">
                  <c:v>5.69</c:v>
                </c:pt>
                <c:pt idx="46">
                  <c:v>5.32</c:v>
                </c:pt>
                <c:pt idx="47">
                  <c:v>5.55</c:v>
                </c:pt>
                <c:pt idx="48">
                  <c:v>5.88</c:v>
                </c:pt>
                <c:pt idx="49">
                  <c:v>4.58</c:v>
                </c:pt>
                <c:pt idx="50">
                  <c:v>5.01</c:v>
                </c:pt>
                <c:pt idx="51">
                  <c:v>3.94</c:v>
                </c:pt>
                <c:pt idx="52">
                  <c:v>5.43</c:v>
                </c:pt>
                <c:pt idx="53">
                  <c:v>4.74</c:v>
                </c:pt>
                <c:pt idx="54">
                  <c:v>5.29</c:v>
                </c:pt>
                <c:pt idx="55">
                  <c:v>5.14</c:v>
                </c:pt>
                <c:pt idx="56">
                  <c:v>5.63</c:v>
                </c:pt>
                <c:pt idx="57">
                  <c:v>6.58</c:v>
                </c:pt>
                <c:pt idx="58">
                  <c:v>7.11</c:v>
                </c:pt>
                <c:pt idx="59">
                  <c:v>8.14</c:v>
                </c:pt>
                <c:pt idx="60">
                  <c:v>8.11</c:v>
                </c:pt>
                <c:pt idx="61">
                  <c:v>9.56</c:v>
                </c:pt>
                <c:pt idx="62">
                  <c:v>9.8699999999999992</c:v>
                </c:pt>
                <c:pt idx="63">
                  <c:v>11.98</c:v>
                </c:pt>
                <c:pt idx="64">
                  <c:v>9.51</c:v>
                </c:pt>
                <c:pt idx="65">
                  <c:v>9.6199999999999992</c:v>
                </c:pt>
                <c:pt idx="66">
                  <c:v>9.42</c:v>
                </c:pt>
                <c:pt idx="67">
                  <c:v>10.5</c:v>
                </c:pt>
                <c:pt idx="68">
                  <c:v>10.96</c:v>
                </c:pt>
                <c:pt idx="69">
                  <c:v>11.28</c:v>
                </c:pt>
                <c:pt idx="70">
                  <c:v>12</c:v>
                </c:pt>
                <c:pt idx="71">
                  <c:v>13.91</c:v>
                </c:pt>
                <c:pt idx="72">
                  <c:v>13.72</c:v>
                </c:pt>
                <c:pt idx="73">
                  <c:v>14.89</c:v>
                </c:pt>
                <c:pt idx="74">
                  <c:v>16.36</c:v>
                </c:pt>
                <c:pt idx="75">
                  <c:v>16.02</c:v>
                </c:pt>
                <c:pt idx="76">
                  <c:v>17.66</c:v>
                </c:pt>
                <c:pt idx="77">
                  <c:v>18.11</c:v>
                </c:pt>
                <c:pt idx="78">
                  <c:v>18.39</c:v>
                </c:pt>
                <c:pt idx="79">
                  <c:v>21.72</c:v>
                </c:pt>
                <c:pt idx="80">
                  <c:v>22.25</c:v>
                </c:pt>
                <c:pt idx="81">
                  <c:v>24.75</c:v>
                </c:pt>
                <c:pt idx="82">
                  <c:v>24.06</c:v>
                </c:pt>
                <c:pt idx="83">
                  <c:v>25.05</c:v>
                </c:pt>
                <c:pt idx="84">
                  <c:v>25.36</c:v>
                </c:pt>
                <c:pt idx="85">
                  <c:v>25.42</c:v>
                </c:pt>
                <c:pt idx="86">
                  <c:v>25.86</c:v>
                </c:pt>
                <c:pt idx="87">
                  <c:v>26.98</c:v>
                </c:pt>
                <c:pt idx="88">
                  <c:v>25.29</c:v>
                </c:pt>
                <c:pt idx="89">
                  <c:v>29.73</c:v>
                </c:pt>
                <c:pt idx="90">
                  <c:v>24.85</c:v>
                </c:pt>
                <c:pt idx="91">
                  <c:v>29.02</c:v>
                </c:pt>
                <c:pt idx="92">
                  <c:v>30.13</c:v>
                </c:pt>
                <c:pt idx="93">
                  <c:v>27.94</c:v>
                </c:pt>
                <c:pt idx="94">
                  <c:v>30.42</c:v>
                </c:pt>
                <c:pt idx="95">
                  <c:v>33.14</c:v>
                </c:pt>
                <c:pt idx="96">
                  <c:v>30.55</c:v>
                </c:pt>
                <c:pt idx="97">
                  <c:v>33.21</c:v>
                </c:pt>
                <c:pt idx="98">
                  <c:v>33.72</c:v>
                </c:pt>
                <c:pt idx="99">
                  <c:v>33.29</c:v>
                </c:pt>
                <c:pt idx="100">
                  <c:v>35.590000000000003</c:v>
                </c:pt>
                <c:pt idx="101">
                  <c:v>34.17</c:v>
                </c:pt>
                <c:pt idx="102">
                  <c:v>35.82</c:v>
                </c:pt>
                <c:pt idx="103">
                  <c:v>34.090000000000003</c:v>
                </c:pt>
                <c:pt idx="104">
                  <c:v>32.909999999999997</c:v>
                </c:pt>
                <c:pt idx="105">
                  <c:v>33.39</c:v>
                </c:pt>
                <c:pt idx="106">
                  <c:v>33.32</c:v>
                </c:pt>
                <c:pt idx="107">
                  <c:v>32.979999999999997</c:v>
                </c:pt>
                <c:pt idx="108">
                  <c:v>31.71</c:v>
                </c:pt>
                <c:pt idx="109">
                  <c:v>31.45</c:v>
                </c:pt>
                <c:pt idx="110">
                  <c:v>31.4</c:v>
                </c:pt>
                <c:pt idx="111">
                  <c:v>30.54</c:v>
                </c:pt>
                <c:pt idx="112">
                  <c:v>30.29</c:v>
                </c:pt>
                <c:pt idx="113">
                  <c:v>29.84</c:v>
                </c:pt>
                <c:pt idx="114">
                  <c:v>29.02</c:v>
                </c:pt>
                <c:pt idx="115">
                  <c:v>28.64</c:v>
                </c:pt>
                <c:pt idx="116">
                  <c:v>29.51</c:v>
                </c:pt>
                <c:pt idx="117">
                  <c:v>28.67</c:v>
                </c:pt>
                <c:pt idx="118">
                  <c:v>26.88</c:v>
                </c:pt>
                <c:pt idx="119">
                  <c:v>27.5</c:v>
                </c:pt>
                <c:pt idx="120">
                  <c:v>26</c:v>
                </c:pt>
                <c:pt idx="121">
                  <c:v>24.28</c:v>
                </c:pt>
                <c:pt idx="122">
                  <c:v>24.67</c:v>
                </c:pt>
                <c:pt idx="123">
                  <c:v>23.9</c:v>
                </c:pt>
                <c:pt idx="124">
                  <c:v>23.76</c:v>
                </c:pt>
                <c:pt idx="125">
                  <c:v>21.91</c:v>
                </c:pt>
                <c:pt idx="126">
                  <c:v>22.78</c:v>
                </c:pt>
                <c:pt idx="127">
                  <c:v>21.29</c:v>
                </c:pt>
                <c:pt idx="128">
                  <c:v>20.75</c:v>
                </c:pt>
                <c:pt idx="129">
                  <c:v>21.88</c:v>
                </c:pt>
                <c:pt idx="130">
                  <c:v>20.64</c:v>
                </c:pt>
                <c:pt idx="131">
                  <c:v>20.260000000000002</c:v>
                </c:pt>
                <c:pt idx="132">
                  <c:v>21.09</c:v>
                </c:pt>
                <c:pt idx="133">
                  <c:v>19.14</c:v>
                </c:pt>
                <c:pt idx="134">
                  <c:v>18.5</c:v>
                </c:pt>
                <c:pt idx="135">
                  <c:v>18.62</c:v>
                </c:pt>
                <c:pt idx="136">
                  <c:v>18.45</c:v>
                </c:pt>
                <c:pt idx="137">
                  <c:v>18.399999999999999</c:v>
                </c:pt>
                <c:pt idx="138">
                  <c:v>17.809999999999999</c:v>
                </c:pt>
                <c:pt idx="139">
                  <c:v>17.899999999999999</c:v>
                </c:pt>
                <c:pt idx="140">
                  <c:v>17.16</c:v>
                </c:pt>
                <c:pt idx="141">
                  <c:v>17.329999999999998</c:v>
                </c:pt>
                <c:pt idx="142">
                  <c:v>16.34</c:v>
                </c:pt>
                <c:pt idx="143">
                  <c:v>16.420000000000002</c:v>
                </c:pt>
                <c:pt idx="144">
                  <c:v>16.29</c:v>
                </c:pt>
                <c:pt idx="145">
                  <c:v>16.27</c:v>
                </c:pt>
                <c:pt idx="146">
                  <c:v>15.64</c:v>
                </c:pt>
                <c:pt idx="147">
                  <c:v>15.58</c:v>
                </c:pt>
                <c:pt idx="148">
                  <c:v>15.52</c:v>
                </c:pt>
                <c:pt idx="149">
                  <c:v>15.31</c:v>
                </c:pt>
                <c:pt idx="150">
                  <c:v>15.35</c:v>
                </c:pt>
                <c:pt idx="151">
                  <c:v>14.32</c:v>
                </c:pt>
                <c:pt idx="152">
                  <c:v>14.12</c:v>
                </c:pt>
                <c:pt idx="153">
                  <c:v>13.86</c:v>
                </c:pt>
                <c:pt idx="154">
                  <c:v>14.12</c:v>
                </c:pt>
                <c:pt idx="155">
                  <c:v>14.36</c:v>
                </c:pt>
                <c:pt idx="156">
                  <c:v>13.47</c:v>
                </c:pt>
                <c:pt idx="157">
                  <c:v>13.74</c:v>
                </c:pt>
                <c:pt idx="158">
                  <c:v>13.58</c:v>
                </c:pt>
                <c:pt idx="159">
                  <c:v>13.55</c:v>
                </c:pt>
                <c:pt idx="160">
                  <c:v>13.16</c:v>
                </c:pt>
                <c:pt idx="161">
                  <c:v>13.09</c:v>
                </c:pt>
                <c:pt idx="162">
                  <c:v>12.61</c:v>
                </c:pt>
                <c:pt idx="163">
                  <c:v>13.43</c:v>
                </c:pt>
                <c:pt idx="164">
                  <c:v>12.04</c:v>
                </c:pt>
                <c:pt idx="165">
                  <c:v>11.75</c:v>
                </c:pt>
                <c:pt idx="166">
                  <c:v>11.65</c:v>
                </c:pt>
                <c:pt idx="167">
                  <c:v>11.39</c:v>
                </c:pt>
                <c:pt idx="168">
                  <c:v>11.5</c:v>
                </c:pt>
                <c:pt idx="169">
                  <c:v>11.24</c:v>
                </c:pt>
                <c:pt idx="170">
                  <c:v>10.9</c:v>
                </c:pt>
                <c:pt idx="171">
                  <c:v>10.68</c:v>
                </c:pt>
                <c:pt idx="172">
                  <c:v>10.14</c:v>
                </c:pt>
                <c:pt idx="173">
                  <c:v>10.34</c:v>
                </c:pt>
                <c:pt idx="174">
                  <c:v>9.69</c:v>
                </c:pt>
                <c:pt idx="175">
                  <c:v>9.27</c:v>
                </c:pt>
                <c:pt idx="176">
                  <c:v>9.77</c:v>
                </c:pt>
                <c:pt idx="177">
                  <c:v>9.8000000000000007</c:v>
                </c:pt>
                <c:pt idx="178">
                  <c:v>9.4499999999999993</c:v>
                </c:pt>
                <c:pt idx="179">
                  <c:v>9.6199999999999992</c:v>
                </c:pt>
                <c:pt idx="180">
                  <c:v>8.73</c:v>
                </c:pt>
                <c:pt idx="181">
                  <c:v>8.9499999999999993</c:v>
                </c:pt>
                <c:pt idx="182">
                  <c:v>8.58</c:v>
                </c:pt>
                <c:pt idx="183">
                  <c:v>8.4499999999999993</c:v>
                </c:pt>
                <c:pt idx="184">
                  <c:v>7.8</c:v>
                </c:pt>
                <c:pt idx="185">
                  <c:v>7.78</c:v>
                </c:pt>
                <c:pt idx="186">
                  <c:v>7.24</c:v>
                </c:pt>
                <c:pt idx="187">
                  <c:v>7.53</c:v>
                </c:pt>
                <c:pt idx="188">
                  <c:v>7.09</c:v>
                </c:pt>
                <c:pt idx="189">
                  <c:v>7.15</c:v>
                </c:pt>
                <c:pt idx="190">
                  <c:v>6.95</c:v>
                </c:pt>
                <c:pt idx="191">
                  <c:v>7.35</c:v>
                </c:pt>
                <c:pt idx="192">
                  <c:v>6.42</c:v>
                </c:pt>
                <c:pt idx="193">
                  <c:v>6.53</c:v>
                </c:pt>
                <c:pt idx="194">
                  <c:v>6.26</c:v>
                </c:pt>
                <c:pt idx="195">
                  <c:v>5.83</c:v>
                </c:pt>
                <c:pt idx="196">
                  <c:v>5.76</c:v>
                </c:pt>
                <c:pt idx="197">
                  <c:v>6.09</c:v>
                </c:pt>
                <c:pt idx="198">
                  <c:v>5.38</c:v>
                </c:pt>
                <c:pt idx="199">
                  <c:v>5.32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26D-41FA-BCC2-93D21899365E}"/>
            </c:ext>
          </c:extLst>
        </c:ser>
        <c:ser>
          <c:idx val="1"/>
          <c:order val="1"/>
          <c:tx>
            <c:v>功率2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工作表1!$DB$1:$DB$200</c:f>
              <c:numCache>
                <c:formatCode>General</c:formatCode>
                <c:ptCount val="200"/>
                <c:pt idx="0">
                  <c:v>0.21</c:v>
                </c:pt>
                <c:pt idx="1">
                  <c:v>2.15</c:v>
                </c:pt>
                <c:pt idx="2">
                  <c:v>1.2</c:v>
                </c:pt>
                <c:pt idx="3">
                  <c:v>0.98</c:v>
                </c:pt>
                <c:pt idx="4">
                  <c:v>0.74</c:v>
                </c:pt>
                <c:pt idx="5">
                  <c:v>1.04</c:v>
                </c:pt>
                <c:pt idx="6">
                  <c:v>0.88</c:v>
                </c:pt>
                <c:pt idx="7">
                  <c:v>1.21</c:v>
                </c:pt>
                <c:pt idx="8">
                  <c:v>1.1599999999999999</c:v>
                </c:pt>
                <c:pt idx="9">
                  <c:v>0.8</c:v>
                </c:pt>
                <c:pt idx="10">
                  <c:v>0.54</c:v>
                </c:pt>
                <c:pt idx="11">
                  <c:v>0.91</c:v>
                </c:pt>
                <c:pt idx="12">
                  <c:v>1.07</c:v>
                </c:pt>
                <c:pt idx="13">
                  <c:v>1.01</c:v>
                </c:pt>
                <c:pt idx="14">
                  <c:v>1.1100000000000001</c:v>
                </c:pt>
                <c:pt idx="15">
                  <c:v>1.95</c:v>
                </c:pt>
                <c:pt idx="16">
                  <c:v>1.57</c:v>
                </c:pt>
                <c:pt idx="17">
                  <c:v>1.1299999999999999</c:v>
                </c:pt>
                <c:pt idx="18">
                  <c:v>1.49</c:v>
                </c:pt>
                <c:pt idx="19">
                  <c:v>1.48</c:v>
                </c:pt>
                <c:pt idx="20">
                  <c:v>1.1000000000000001</c:v>
                </c:pt>
                <c:pt idx="21">
                  <c:v>2.23</c:v>
                </c:pt>
                <c:pt idx="22">
                  <c:v>1.41</c:v>
                </c:pt>
                <c:pt idx="23">
                  <c:v>1.69</c:v>
                </c:pt>
                <c:pt idx="24">
                  <c:v>2.08</c:v>
                </c:pt>
                <c:pt idx="25">
                  <c:v>2</c:v>
                </c:pt>
                <c:pt idx="26">
                  <c:v>2.62</c:v>
                </c:pt>
                <c:pt idx="27">
                  <c:v>2.89</c:v>
                </c:pt>
                <c:pt idx="28">
                  <c:v>2.57</c:v>
                </c:pt>
                <c:pt idx="29">
                  <c:v>2.9</c:v>
                </c:pt>
                <c:pt idx="30">
                  <c:v>3.53</c:v>
                </c:pt>
                <c:pt idx="31">
                  <c:v>3.22</c:v>
                </c:pt>
                <c:pt idx="32">
                  <c:v>2.84</c:v>
                </c:pt>
                <c:pt idx="33">
                  <c:v>2.76</c:v>
                </c:pt>
                <c:pt idx="34">
                  <c:v>2.4</c:v>
                </c:pt>
                <c:pt idx="35">
                  <c:v>2.1</c:v>
                </c:pt>
                <c:pt idx="36">
                  <c:v>1.94</c:v>
                </c:pt>
                <c:pt idx="37">
                  <c:v>2.4500000000000002</c:v>
                </c:pt>
                <c:pt idx="38">
                  <c:v>2.29</c:v>
                </c:pt>
                <c:pt idx="39">
                  <c:v>3.33</c:v>
                </c:pt>
                <c:pt idx="40">
                  <c:v>3.66</c:v>
                </c:pt>
                <c:pt idx="41">
                  <c:v>3.88</c:v>
                </c:pt>
                <c:pt idx="42">
                  <c:v>4.24</c:v>
                </c:pt>
                <c:pt idx="43">
                  <c:v>4.33</c:v>
                </c:pt>
                <c:pt idx="44">
                  <c:v>5.0199999999999996</c:v>
                </c:pt>
                <c:pt idx="45">
                  <c:v>4.9000000000000004</c:v>
                </c:pt>
                <c:pt idx="46">
                  <c:v>5.01</c:v>
                </c:pt>
                <c:pt idx="47">
                  <c:v>4.96</c:v>
                </c:pt>
                <c:pt idx="48">
                  <c:v>4.67</c:v>
                </c:pt>
                <c:pt idx="49">
                  <c:v>4.26</c:v>
                </c:pt>
                <c:pt idx="50">
                  <c:v>3.54</c:v>
                </c:pt>
                <c:pt idx="51">
                  <c:v>4.49</c:v>
                </c:pt>
                <c:pt idx="52">
                  <c:v>3.55</c:v>
                </c:pt>
                <c:pt idx="53">
                  <c:v>4.1100000000000003</c:v>
                </c:pt>
                <c:pt idx="54">
                  <c:v>3.58</c:v>
                </c:pt>
                <c:pt idx="55">
                  <c:v>5.26</c:v>
                </c:pt>
                <c:pt idx="56">
                  <c:v>5.71</c:v>
                </c:pt>
                <c:pt idx="57">
                  <c:v>5.5</c:v>
                </c:pt>
                <c:pt idx="58">
                  <c:v>6.88</c:v>
                </c:pt>
                <c:pt idx="59">
                  <c:v>6.99</c:v>
                </c:pt>
                <c:pt idx="60">
                  <c:v>8.23</c:v>
                </c:pt>
                <c:pt idx="61">
                  <c:v>8.49</c:v>
                </c:pt>
                <c:pt idx="62">
                  <c:v>9.2899999999999991</c:v>
                </c:pt>
                <c:pt idx="63">
                  <c:v>9.6199999999999992</c:v>
                </c:pt>
                <c:pt idx="64">
                  <c:v>7.61</c:v>
                </c:pt>
                <c:pt idx="65">
                  <c:v>9.2799999999999994</c:v>
                </c:pt>
                <c:pt idx="66">
                  <c:v>7.67</c:v>
                </c:pt>
                <c:pt idx="67">
                  <c:v>9.24</c:v>
                </c:pt>
                <c:pt idx="68">
                  <c:v>9.35</c:v>
                </c:pt>
                <c:pt idx="69">
                  <c:v>9.44</c:v>
                </c:pt>
                <c:pt idx="70">
                  <c:v>9.56</c:v>
                </c:pt>
                <c:pt idx="71">
                  <c:v>12.79</c:v>
                </c:pt>
                <c:pt idx="72">
                  <c:v>11.37</c:v>
                </c:pt>
                <c:pt idx="73">
                  <c:v>11.54</c:v>
                </c:pt>
                <c:pt idx="74">
                  <c:v>12.68</c:v>
                </c:pt>
                <c:pt idx="75">
                  <c:v>14.31</c:v>
                </c:pt>
                <c:pt idx="76">
                  <c:v>16.63</c:v>
                </c:pt>
                <c:pt idx="77">
                  <c:v>16.43</c:v>
                </c:pt>
                <c:pt idx="78">
                  <c:v>17.760000000000002</c:v>
                </c:pt>
                <c:pt idx="79">
                  <c:v>19.329999999999998</c:v>
                </c:pt>
                <c:pt idx="80">
                  <c:v>21.09</c:v>
                </c:pt>
                <c:pt idx="81">
                  <c:v>21.32</c:v>
                </c:pt>
                <c:pt idx="82">
                  <c:v>22.84</c:v>
                </c:pt>
                <c:pt idx="83">
                  <c:v>23.99</c:v>
                </c:pt>
                <c:pt idx="84">
                  <c:v>22.26</c:v>
                </c:pt>
                <c:pt idx="85">
                  <c:v>21.81</c:v>
                </c:pt>
                <c:pt idx="86">
                  <c:v>23.84</c:v>
                </c:pt>
                <c:pt idx="87">
                  <c:v>23.98</c:v>
                </c:pt>
                <c:pt idx="88">
                  <c:v>20.81</c:v>
                </c:pt>
                <c:pt idx="89">
                  <c:v>24.89</c:v>
                </c:pt>
                <c:pt idx="90">
                  <c:v>22.43</c:v>
                </c:pt>
                <c:pt idx="91">
                  <c:v>22.3</c:v>
                </c:pt>
                <c:pt idx="92">
                  <c:v>28.07</c:v>
                </c:pt>
                <c:pt idx="93">
                  <c:v>26.93</c:v>
                </c:pt>
                <c:pt idx="94">
                  <c:v>26.43</c:v>
                </c:pt>
                <c:pt idx="95">
                  <c:v>29.91</c:v>
                </c:pt>
                <c:pt idx="96">
                  <c:v>26.63</c:v>
                </c:pt>
                <c:pt idx="97">
                  <c:v>29.94</c:v>
                </c:pt>
                <c:pt idx="98">
                  <c:v>29.86</c:v>
                </c:pt>
                <c:pt idx="99">
                  <c:v>30.49</c:v>
                </c:pt>
                <c:pt idx="100">
                  <c:v>30.87</c:v>
                </c:pt>
                <c:pt idx="101">
                  <c:v>31.54</c:v>
                </c:pt>
                <c:pt idx="102">
                  <c:v>30</c:v>
                </c:pt>
                <c:pt idx="103">
                  <c:v>29.16</c:v>
                </c:pt>
                <c:pt idx="104">
                  <c:v>29.44</c:v>
                </c:pt>
                <c:pt idx="105">
                  <c:v>29.04</c:v>
                </c:pt>
                <c:pt idx="106">
                  <c:v>29.14</c:v>
                </c:pt>
                <c:pt idx="107">
                  <c:v>27.94</c:v>
                </c:pt>
                <c:pt idx="108">
                  <c:v>27.47</c:v>
                </c:pt>
                <c:pt idx="109">
                  <c:v>28.13</c:v>
                </c:pt>
                <c:pt idx="110">
                  <c:v>27.32</c:v>
                </c:pt>
                <c:pt idx="111">
                  <c:v>26.42</c:v>
                </c:pt>
                <c:pt idx="112">
                  <c:v>26.85</c:v>
                </c:pt>
                <c:pt idx="113">
                  <c:v>26.12</c:v>
                </c:pt>
                <c:pt idx="114">
                  <c:v>26.22</c:v>
                </c:pt>
                <c:pt idx="115">
                  <c:v>26.36</c:v>
                </c:pt>
                <c:pt idx="116">
                  <c:v>25.81</c:v>
                </c:pt>
                <c:pt idx="117">
                  <c:v>24.96</c:v>
                </c:pt>
                <c:pt idx="118">
                  <c:v>23.69</c:v>
                </c:pt>
                <c:pt idx="119">
                  <c:v>23.12</c:v>
                </c:pt>
                <c:pt idx="120">
                  <c:v>23.74</c:v>
                </c:pt>
                <c:pt idx="121">
                  <c:v>21.77</c:v>
                </c:pt>
                <c:pt idx="122">
                  <c:v>21.02</c:v>
                </c:pt>
                <c:pt idx="123">
                  <c:v>19.3</c:v>
                </c:pt>
                <c:pt idx="124">
                  <c:v>18.98</c:v>
                </c:pt>
                <c:pt idx="125">
                  <c:v>18.53</c:v>
                </c:pt>
                <c:pt idx="126">
                  <c:v>18.53</c:v>
                </c:pt>
                <c:pt idx="127">
                  <c:v>18.97</c:v>
                </c:pt>
                <c:pt idx="128">
                  <c:v>16.68</c:v>
                </c:pt>
                <c:pt idx="129">
                  <c:v>17.350000000000001</c:v>
                </c:pt>
                <c:pt idx="130">
                  <c:v>16.73</c:v>
                </c:pt>
                <c:pt idx="131">
                  <c:v>17.239999999999998</c:v>
                </c:pt>
                <c:pt idx="132">
                  <c:v>16.13</c:v>
                </c:pt>
                <c:pt idx="133">
                  <c:v>15.88</c:v>
                </c:pt>
                <c:pt idx="134">
                  <c:v>15.52</c:v>
                </c:pt>
                <c:pt idx="135">
                  <c:v>16.16</c:v>
                </c:pt>
                <c:pt idx="136">
                  <c:v>14.82</c:v>
                </c:pt>
                <c:pt idx="137">
                  <c:v>14.49</c:v>
                </c:pt>
                <c:pt idx="138">
                  <c:v>14.14</c:v>
                </c:pt>
                <c:pt idx="139">
                  <c:v>14.28</c:v>
                </c:pt>
                <c:pt idx="140">
                  <c:v>13.48</c:v>
                </c:pt>
                <c:pt idx="141">
                  <c:v>12.73</c:v>
                </c:pt>
                <c:pt idx="142">
                  <c:v>12.41</c:v>
                </c:pt>
                <c:pt idx="143">
                  <c:v>11.9</c:v>
                </c:pt>
                <c:pt idx="144">
                  <c:v>12.1</c:v>
                </c:pt>
                <c:pt idx="145">
                  <c:v>11.82</c:v>
                </c:pt>
                <c:pt idx="146">
                  <c:v>11.54</c:v>
                </c:pt>
                <c:pt idx="147">
                  <c:v>11.45</c:v>
                </c:pt>
                <c:pt idx="148">
                  <c:v>11.25</c:v>
                </c:pt>
                <c:pt idx="149">
                  <c:v>10.95</c:v>
                </c:pt>
                <c:pt idx="150">
                  <c:v>10.7</c:v>
                </c:pt>
                <c:pt idx="151">
                  <c:v>10.83</c:v>
                </c:pt>
                <c:pt idx="152">
                  <c:v>9.92</c:v>
                </c:pt>
                <c:pt idx="153">
                  <c:v>9.89</c:v>
                </c:pt>
                <c:pt idx="154">
                  <c:v>9.67</c:v>
                </c:pt>
                <c:pt idx="155">
                  <c:v>8.92</c:v>
                </c:pt>
                <c:pt idx="156">
                  <c:v>9.64</c:v>
                </c:pt>
                <c:pt idx="157">
                  <c:v>8.85</c:v>
                </c:pt>
                <c:pt idx="158">
                  <c:v>8.85</c:v>
                </c:pt>
                <c:pt idx="159">
                  <c:v>8.85</c:v>
                </c:pt>
                <c:pt idx="160">
                  <c:v>8.33</c:v>
                </c:pt>
                <c:pt idx="161">
                  <c:v>8.7899999999999991</c:v>
                </c:pt>
                <c:pt idx="162">
                  <c:v>8.8699999999999992</c:v>
                </c:pt>
                <c:pt idx="163">
                  <c:v>8.44</c:v>
                </c:pt>
                <c:pt idx="164">
                  <c:v>8.27</c:v>
                </c:pt>
                <c:pt idx="165">
                  <c:v>8.51</c:v>
                </c:pt>
                <c:pt idx="166">
                  <c:v>7.94</c:v>
                </c:pt>
                <c:pt idx="167">
                  <c:v>7.86</c:v>
                </c:pt>
                <c:pt idx="168">
                  <c:v>7.82</c:v>
                </c:pt>
                <c:pt idx="169">
                  <c:v>7.92</c:v>
                </c:pt>
                <c:pt idx="170">
                  <c:v>7.49</c:v>
                </c:pt>
                <c:pt idx="171">
                  <c:v>7.56</c:v>
                </c:pt>
                <c:pt idx="172">
                  <c:v>7.61</c:v>
                </c:pt>
                <c:pt idx="173">
                  <c:v>7.62</c:v>
                </c:pt>
                <c:pt idx="174">
                  <c:v>7.47</c:v>
                </c:pt>
                <c:pt idx="175">
                  <c:v>7.22</c:v>
                </c:pt>
                <c:pt idx="176">
                  <c:v>7.61</c:v>
                </c:pt>
                <c:pt idx="177">
                  <c:v>7.33</c:v>
                </c:pt>
                <c:pt idx="178">
                  <c:v>7.6</c:v>
                </c:pt>
                <c:pt idx="179">
                  <c:v>7.41</c:v>
                </c:pt>
                <c:pt idx="180">
                  <c:v>7.13</c:v>
                </c:pt>
                <c:pt idx="181">
                  <c:v>7.18</c:v>
                </c:pt>
                <c:pt idx="182">
                  <c:v>6.94</c:v>
                </c:pt>
                <c:pt idx="183">
                  <c:v>7.05</c:v>
                </c:pt>
                <c:pt idx="184">
                  <c:v>6.3</c:v>
                </c:pt>
                <c:pt idx="185">
                  <c:v>6.38</c:v>
                </c:pt>
                <c:pt idx="186">
                  <c:v>5.9</c:v>
                </c:pt>
                <c:pt idx="187">
                  <c:v>6.18</c:v>
                </c:pt>
                <c:pt idx="188">
                  <c:v>5.85</c:v>
                </c:pt>
                <c:pt idx="189">
                  <c:v>5.96</c:v>
                </c:pt>
                <c:pt idx="190">
                  <c:v>5.88</c:v>
                </c:pt>
                <c:pt idx="191">
                  <c:v>6.06</c:v>
                </c:pt>
                <c:pt idx="192">
                  <c:v>5.79</c:v>
                </c:pt>
                <c:pt idx="193">
                  <c:v>5.53</c:v>
                </c:pt>
                <c:pt idx="194">
                  <c:v>5.65</c:v>
                </c:pt>
                <c:pt idx="195">
                  <c:v>5.25</c:v>
                </c:pt>
                <c:pt idx="196">
                  <c:v>5.12</c:v>
                </c:pt>
                <c:pt idx="197">
                  <c:v>5.13</c:v>
                </c:pt>
                <c:pt idx="198">
                  <c:v>4.8099999999999996</c:v>
                </c:pt>
                <c:pt idx="199">
                  <c:v>4.83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26D-41FA-BCC2-93D2189936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96612911"/>
        <c:axId val="1096609999"/>
      </c:lineChart>
      <c:catAx>
        <c:axId val="109661291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96609999"/>
        <c:crosses val="autoZero"/>
        <c:auto val="1"/>
        <c:lblAlgn val="ctr"/>
        <c:lblOffset val="100"/>
        <c:noMultiLvlLbl val="0"/>
      </c:catAx>
      <c:valAx>
        <c:axId val="10966099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966129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功率1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工作表1!$DD$1:$DD$52</c:f>
              <c:numCache>
                <c:formatCode>General</c:formatCode>
                <c:ptCount val="52"/>
                <c:pt idx="0">
                  <c:v>2.72</c:v>
                </c:pt>
                <c:pt idx="1">
                  <c:v>7.7</c:v>
                </c:pt>
                <c:pt idx="2">
                  <c:v>23.15</c:v>
                </c:pt>
                <c:pt idx="3">
                  <c:v>28.08</c:v>
                </c:pt>
                <c:pt idx="4">
                  <c:v>21.72</c:v>
                </c:pt>
                <c:pt idx="5">
                  <c:v>26.5</c:v>
                </c:pt>
                <c:pt idx="6">
                  <c:v>24.63</c:v>
                </c:pt>
                <c:pt idx="7">
                  <c:v>27.52</c:v>
                </c:pt>
                <c:pt idx="8">
                  <c:v>27.2</c:v>
                </c:pt>
                <c:pt idx="9">
                  <c:v>28.84</c:v>
                </c:pt>
                <c:pt idx="10">
                  <c:v>30.12</c:v>
                </c:pt>
                <c:pt idx="11">
                  <c:v>33.07</c:v>
                </c:pt>
                <c:pt idx="12">
                  <c:v>36.01</c:v>
                </c:pt>
                <c:pt idx="13">
                  <c:v>35.020000000000003</c:v>
                </c:pt>
                <c:pt idx="14">
                  <c:v>35.71</c:v>
                </c:pt>
                <c:pt idx="15">
                  <c:v>37.380000000000003</c:v>
                </c:pt>
                <c:pt idx="16">
                  <c:v>36.29</c:v>
                </c:pt>
                <c:pt idx="17">
                  <c:v>35.409999999999997</c:v>
                </c:pt>
                <c:pt idx="18">
                  <c:v>37.49</c:v>
                </c:pt>
                <c:pt idx="19">
                  <c:v>32.549999999999997</c:v>
                </c:pt>
                <c:pt idx="20">
                  <c:v>24.39</c:v>
                </c:pt>
                <c:pt idx="21">
                  <c:v>25.61</c:v>
                </c:pt>
                <c:pt idx="22">
                  <c:v>26.03</c:v>
                </c:pt>
                <c:pt idx="23">
                  <c:v>23.06</c:v>
                </c:pt>
                <c:pt idx="24">
                  <c:v>22.3</c:v>
                </c:pt>
                <c:pt idx="25">
                  <c:v>20.25</c:v>
                </c:pt>
                <c:pt idx="26">
                  <c:v>23.72</c:v>
                </c:pt>
                <c:pt idx="27">
                  <c:v>22.72</c:v>
                </c:pt>
                <c:pt idx="28">
                  <c:v>20.37</c:v>
                </c:pt>
                <c:pt idx="29">
                  <c:v>22.88</c:v>
                </c:pt>
                <c:pt idx="30">
                  <c:v>20.69</c:v>
                </c:pt>
                <c:pt idx="31">
                  <c:v>0.97</c:v>
                </c:pt>
                <c:pt idx="32">
                  <c:v>1.29</c:v>
                </c:pt>
                <c:pt idx="33">
                  <c:v>1.29</c:v>
                </c:pt>
                <c:pt idx="34">
                  <c:v>26.67</c:v>
                </c:pt>
                <c:pt idx="35">
                  <c:v>22.21</c:v>
                </c:pt>
                <c:pt idx="36">
                  <c:v>22.98</c:v>
                </c:pt>
                <c:pt idx="37">
                  <c:v>24.21</c:v>
                </c:pt>
                <c:pt idx="38">
                  <c:v>22.15</c:v>
                </c:pt>
                <c:pt idx="39">
                  <c:v>23.05</c:v>
                </c:pt>
                <c:pt idx="40">
                  <c:v>0.31</c:v>
                </c:pt>
                <c:pt idx="41">
                  <c:v>28.55</c:v>
                </c:pt>
                <c:pt idx="42">
                  <c:v>27.97</c:v>
                </c:pt>
                <c:pt idx="43">
                  <c:v>28.43</c:v>
                </c:pt>
                <c:pt idx="44">
                  <c:v>25.91</c:v>
                </c:pt>
                <c:pt idx="45">
                  <c:v>27.67</c:v>
                </c:pt>
                <c:pt idx="46">
                  <c:v>26.29</c:v>
                </c:pt>
                <c:pt idx="47">
                  <c:v>26.83</c:v>
                </c:pt>
                <c:pt idx="48">
                  <c:v>26.23</c:v>
                </c:pt>
                <c:pt idx="49">
                  <c:v>28.14</c:v>
                </c:pt>
                <c:pt idx="50">
                  <c:v>27.51</c:v>
                </c:pt>
                <c:pt idx="51">
                  <c:v>24.92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A1E-458D-8B8B-3B285A8CA920}"/>
            </c:ext>
          </c:extLst>
        </c:ser>
        <c:ser>
          <c:idx val="1"/>
          <c:order val="1"/>
          <c:tx>
            <c:v>功率2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工作表1!$DE$1:$DE$52</c:f>
              <c:numCache>
                <c:formatCode>General</c:formatCode>
                <c:ptCount val="52"/>
                <c:pt idx="0">
                  <c:v>3.06</c:v>
                </c:pt>
                <c:pt idx="1">
                  <c:v>7.79</c:v>
                </c:pt>
                <c:pt idx="2">
                  <c:v>25.67</c:v>
                </c:pt>
                <c:pt idx="3">
                  <c:v>29.57</c:v>
                </c:pt>
                <c:pt idx="4">
                  <c:v>26.91</c:v>
                </c:pt>
                <c:pt idx="5">
                  <c:v>26.09</c:v>
                </c:pt>
                <c:pt idx="6">
                  <c:v>27.07</c:v>
                </c:pt>
                <c:pt idx="7">
                  <c:v>27.32</c:v>
                </c:pt>
                <c:pt idx="8">
                  <c:v>26.86</c:v>
                </c:pt>
                <c:pt idx="9">
                  <c:v>26.99</c:v>
                </c:pt>
                <c:pt idx="10">
                  <c:v>26.24</c:v>
                </c:pt>
                <c:pt idx="11">
                  <c:v>27.4</c:v>
                </c:pt>
                <c:pt idx="12">
                  <c:v>26.72</c:v>
                </c:pt>
                <c:pt idx="13">
                  <c:v>27.38</c:v>
                </c:pt>
                <c:pt idx="14">
                  <c:v>24.43</c:v>
                </c:pt>
                <c:pt idx="15">
                  <c:v>26.79</c:v>
                </c:pt>
                <c:pt idx="16">
                  <c:v>25.57</c:v>
                </c:pt>
                <c:pt idx="17">
                  <c:v>25.3</c:v>
                </c:pt>
                <c:pt idx="18">
                  <c:v>25.82</c:v>
                </c:pt>
                <c:pt idx="19">
                  <c:v>24.06</c:v>
                </c:pt>
                <c:pt idx="20">
                  <c:v>28.06</c:v>
                </c:pt>
                <c:pt idx="21">
                  <c:v>29.87</c:v>
                </c:pt>
                <c:pt idx="22">
                  <c:v>28.65</c:v>
                </c:pt>
                <c:pt idx="23">
                  <c:v>27.48</c:v>
                </c:pt>
                <c:pt idx="24">
                  <c:v>28.18</c:v>
                </c:pt>
                <c:pt idx="25">
                  <c:v>25.82</c:v>
                </c:pt>
                <c:pt idx="26">
                  <c:v>27.76</c:v>
                </c:pt>
                <c:pt idx="27">
                  <c:v>28.75</c:v>
                </c:pt>
                <c:pt idx="28">
                  <c:v>26.95</c:v>
                </c:pt>
                <c:pt idx="29">
                  <c:v>29.41</c:v>
                </c:pt>
                <c:pt idx="30">
                  <c:v>29.97</c:v>
                </c:pt>
                <c:pt idx="31">
                  <c:v>4.9000000000000004</c:v>
                </c:pt>
                <c:pt idx="32">
                  <c:v>5.03</c:v>
                </c:pt>
                <c:pt idx="33">
                  <c:v>5.03</c:v>
                </c:pt>
                <c:pt idx="34">
                  <c:v>37.89</c:v>
                </c:pt>
                <c:pt idx="35">
                  <c:v>34.35</c:v>
                </c:pt>
                <c:pt idx="36">
                  <c:v>27.77</c:v>
                </c:pt>
                <c:pt idx="37">
                  <c:v>25.02</c:v>
                </c:pt>
                <c:pt idx="38">
                  <c:v>23.48</c:v>
                </c:pt>
                <c:pt idx="39">
                  <c:v>21.69</c:v>
                </c:pt>
                <c:pt idx="40">
                  <c:v>-0.56000000000000005</c:v>
                </c:pt>
                <c:pt idx="41">
                  <c:v>28.45</c:v>
                </c:pt>
                <c:pt idx="42">
                  <c:v>25.24</c:v>
                </c:pt>
                <c:pt idx="43">
                  <c:v>26.74</c:v>
                </c:pt>
                <c:pt idx="44">
                  <c:v>26.51</c:v>
                </c:pt>
                <c:pt idx="45">
                  <c:v>24.95</c:v>
                </c:pt>
                <c:pt idx="46">
                  <c:v>25.36</c:v>
                </c:pt>
                <c:pt idx="47">
                  <c:v>24.68</c:v>
                </c:pt>
                <c:pt idx="48">
                  <c:v>26.54</c:v>
                </c:pt>
                <c:pt idx="49">
                  <c:v>27.18</c:v>
                </c:pt>
                <c:pt idx="50">
                  <c:v>27.49</c:v>
                </c:pt>
                <c:pt idx="51">
                  <c:v>27.07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A1E-458D-8B8B-3B285A8CA9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8349279"/>
        <c:axId val="878344703"/>
      </c:lineChart>
      <c:lineChart>
        <c:grouping val="standard"/>
        <c:varyColors val="0"/>
        <c:ser>
          <c:idx val="2"/>
          <c:order val="2"/>
          <c:tx>
            <c:v>頻率</c:v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工作表1!$DF$1:$DF$52</c:f>
              <c:numCache>
                <c:formatCode>General</c:formatCode>
                <c:ptCount val="52"/>
                <c:pt idx="0">
                  <c:v>9159</c:v>
                </c:pt>
                <c:pt idx="1">
                  <c:v>9174</c:v>
                </c:pt>
                <c:pt idx="2">
                  <c:v>9174</c:v>
                </c:pt>
                <c:pt idx="3">
                  <c:v>9174</c:v>
                </c:pt>
                <c:pt idx="4">
                  <c:v>9174</c:v>
                </c:pt>
                <c:pt idx="5">
                  <c:v>9174</c:v>
                </c:pt>
                <c:pt idx="6">
                  <c:v>9174</c:v>
                </c:pt>
                <c:pt idx="7">
                  <c:v>9174</c:v>
                </c:pt>
                <c:pt idx="8">
                  <c:v>9174</c:v>
                </c:pt>
                <c:pt idx="9">
                  <c:v>9174</c:v>
                </c:pt>
                <c:pt idx="10">
                  <c:v>9174</c:v>
                </c:pt>
                <c:pt idx="11">
                  <c:v>9174</c:v>
                </c:pt>
                <c:pt idx="12">
                  <c:v>9174</c:v>
                </c:pt>
                <c:pt idx="13">
                  <c:v>9174</c:v>
                </c:pt>
                <c:pt idx="14">
                  <c:v>9174</c:v>
                </c:pt>
                <c:pt idx="15">
                  <c:v>9174</c:v>
                </c:pt>
                <c:pt idx="16">
                  <c:v>9174</c:v>
                </c:pt>
                <c:pt idx="17">
                  <c:v>9174</c:v>
                </c:pt>
                <c:pt idx="18">
                  <c:v>9174</c:v>
                </c:pt>
                <c:pt idx="19">
                  <c:v>9174</c:v>
                </c:pt>
                <c:pt idx="20">
                  <c:v>9174</c:v>
                </c:pt>
                <c:pt idx="21">
                  <c:v>9174</c:v>
                </c:pt>
                <c:pt idx="22">
                  <c:v>9174</c:v>
                </c:pt>
                <c:pt idx="23">
                  <c:v>9174</c:v>
                </c:pt>
                <c:pt idx="24">
                  <c:v>9174</c:v>
                </c:pt>
                <c:pt idx="25">
                  <c:v>9174</c:v>
                </c:pt>
                <c:pt idx="26">
                  <c:v>9174</c:v>
                </c:pt>
                <c:pt idx="27">
                  <c:v>9174</c:v>
                </c:pt>
                <c:pt idx="28">
                  <c:v>9174</c:v>
                </c:pt>
                <c:pt idx="29">
                  <c:v>9174</c:v>
                </c:pt>
                <c:pt idx="30">
                  <c:v>9174</c:v>
                </c:pt>
                <c:pt idx="31">
                  <c:v>9164</c:v>
                </c:pt>
                <c:pt idx="32">
                  <c:v>9181</c:v>
                </c:pt>
                <c:pt idx="33">
                  <c:v>9181</c:v>
                </c:pt>
                <c:pt idx="34">
                  <c:v>9181</c:v>
                </c:pt>
                <c:pt idx="35">
                  <c:v>9181</c:v>
                </c:pt>
                <c:pt idx="36">
                  <c:v>9181</c:v>
                </c:pt>
                <c:pt idx="37">
                  <c:v>9181</c:v>
                </c:pt>
                <c:pt idx="38">
                  <c:v>9181</c:v>
                </c:pt>
                <c:pt idx="39">
                  <c:v>9181</c:v>
                </c:pt>
                <c:pt idx="40">
                  <c:v>9188</c:v>
                </c:pt>
                <c:pt idx="41">
                  <c:v>9188</c:v>
                </c:pt>
                <c:pt idx="42">
                  <c:v>9188</c:v>
                </c:pt>
                <c:pt idx="43">
                  <c:v>9188</c:v>
                </c:pt>
                <c:pt idx="44">
                  <c:v>9188</c:v>
                </c:pt>
                <c:pt idx="45">
                  <c:v>9188</c:v>
                </c:pt>
                <c:pt idx="46">
                  <c:v>9188</c:v>
                </c:pt>
                <c:pt idx="47">
                  <c:v>9188</c:v>
                </c:pt>
                <c:pt idx="48">
                  <c:v>9188</c:v>
                </c:pt>
                <c:pt idx="49">
                  <c:v>9188</c:v>
                </c:pt>
                <c:pt idx="50">
                  <c:v>9188</c:v>
                </c:pt>
                <c:pt idx="51">
                  <c:v>9188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A1E-458D-8B8B-3B285A8CA9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8312255"/>
        <c:axId val="878305183"/>
      </c:lineChart>
      <c:catAx>
        <c:axId val="87834927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878344703"/>
        <c:crosses val="autoZero"/>
        <c:auto val="1"/>
        <c:lblAlgn val="ctr"/>
        <c:lblOffset val="100"/>
        <c:noMultiLvlLbl val="0"/>
      </c:catAx>
      <c:valAx>
        <c:axId val="878344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878349279"/>
        <c:crosses val="autoZero"/>
        <c:crossBetween val="between"/>
      </c:valAx>
      <c:valAx>
        <c:axId val="878305183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878312255"/>
        <c:crosses val="max"/>
        <c:crossBetween val="between"/>
      </c:valAx>
      <c:catAx>
        <c:axId val="878312255"/>
        <c:scaling>
          <c:orientation val="minMax"/>
        </c:scaling>
        <c:delete val="1"/>
        <c:axPos val="b"/>
        <c:majorTickMark val="out"/>
        <c:minorTickMark val="none"/>
        <c:tickLblPos val="nextTo"/>
        <c:crossAx val="8783051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功率1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工作表1!$DH$1:$DH$47</c:f>
              <c:numCache>
                <c:formatCode>General</c:formatCode>
                <c:ptCount val="47"/>
                <c:pt idx="0">
                  <c:v>3.14</c:v>
                </c:pt>
                <c:pt idx="1">
                  <c:v>1.04</c:v>
                </c:pt>
                <c:pt idx="2">
                  <c:v>-0.88</c:v>
                </c:pt>
                <c:pt idx="3">
                  <c:v>-0.88</c:v>
                </c:pt>
                <c:pt idx="4">
                  <c:v>3.24</c:v>
                </c:pt>
                <c:pt idx="5">
                  <c:v>34.29</c:v>
                </c:pt>
                <c:pt idx="6">
                  <c:v>33.29</c:v>
                </c:pt>
                <c:pt idx="7">
                  <c:v>34.61</c:v>
                </c:pt>
                <c:pt idx="8">
                  <c:v>33.67</c:v>
                </c:pt>
                <c:pt idx="9">
                  <c:v>34.049999999999997</c:v>
                </c:pt>
                <c:pt idx="10">
                  <c:v>34.270000000000003</c:v>
                </c:pt>
                <c:pt idx="11">
                  <c:v>35.880000000000003</c:v>
                </c:pt>
                <c:pt idx="12">
                  <c:v>34.18</c:v>
                </c:pt>
                <c:pt idx="13">
                  <c:v>35.200000000000003</c:v>
                </c:pt>
                <c:pt idx="14">
                  <c:v>37.159999999999997</c:v>
                </c:pt>
                <c:pt idx="15">
                  <c:v>35.28</c:v>
                </c:pt>
                <c:pt idx="16">
                  <c:v>36.090000000000003</c:v>
                </c:pt>
                <c:pt idx="17">
                  <c:v>36.03</c:v>
                </c:pt>
                <c:pt idx="18">
                  <c:v>33.700000000000003</c:v>
                </c:pt>
                <c:pt idx="19">
                  <c:v>33.479999999999997</c:v>
                </c:pt>
                <c:pt idx="20">
                  <c:v>2.7</c:v>
                </c:pt>
                <c:pt idx="21">
                  <c:v>37.1</c:v>
                </c:pt>
                <c:pt idx="22">
                  <c:v>39.090000000000003</c:v>
                </c:pt>
                <c:pt idx="23">
                  <c:v>39.82</c:v>
                </c:pt>
                <c:pt idx="24">
                  <c:v>39.119999999999997</c:v>
                </c:pt>
                <c:pt idx="25">
                  <c:v>34.590000000000003</c:v>
                </c:pt>
                <c:pt idx="26">
                  <c:v>27.17</c:v>
                </c:pt>
                <c:pt idx="27">
                  <c:v>25.89</c:v>
                </c:pt>
                <c:pt idx="28">
                  <c:v>24.07</c:v>
                </c:pt>
                <c:pt idx="29">
                  <c:v>23.25</c:v>
                </c:pt>
                <c:pt idx="30">
                  <c:v>23.98</c:v>
                </c:pt>
                <c:pt idx="31">
                  <c:v>23.87</c:v>
                </c:pt>
                <c:pt idx="32">
                  <c:v>24.54</c:v>
                </c:pt>
                <c:pt idx="33">
                  <c:v>24.76</c:v>
                </c:pt>
                <c:pt idx="34">
                  <c:v>24.22</c:v>
                </c:pt>
                <c:pt idx="35">
                  <c:v>21.76</c:v>
                </c:pt>
                <c:pt idx="36">
                  <c:v>21.1</c:v>
                </c:pt>
                <c:pt idx="37">
                  <c:v>22.18</c:v>
                </c:pt>
                <c:pt idx="38">
                  <c:v>20.52</c:v>
                </c:pt>
                <c:pt idx="39">
                  <c:v>20.440000000000001</c:v>
                </c:pt>
                <c:pt idx="40">
                  <c:v>20.88</c:v>
                </c:pt>
                <c:pt idx="41">
                  <c:v>5.56</c:v>
                </c:pt>
                <c:pt idx="42">
                  <c:v>2.35</c:v>
                </c:pt>
                <c:pt idx="43">
                  <c:v>25.14</c:v>
                </c:pt>
                <c:pt idx="44">
                  <c:v>26.35</c:v>
                </c:pt>
                <c:pt idx="45">
                  <c:v>26.08</c:v>
                </c:pt>
                <c:pt idx="46">
                  <c:v>29.63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64-4597-9B18-4D75DC479008}"/>
            </c:ext>
          </c:extLst>
        </c:ser>
        <c:ser>
          <c:idx val="1"/>
          <c:order val="1"/>
          <c:tx>
            <c:v>功率2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工作表1!$DI$1:$DI$47</c:f>
              <c:numCache>
                <c:formatCode>General</c:formatCode>
                <c:ptCount val="47"/>
                <c:pt idx="0">
                  <c:v>3.01</c:v>
                </c:pt>
                <c:pt idx="1">
                  <c:v>1.32</c:v>
                </c:pt>
                <c:pt idx="2">
                  <c:v>-1.48</c:v>
                </c:pt>
                <c:pt idx="3">
                  <c:v>-1.48</c:v>
                </c:pt>
                <c:pt idx="4">
                  <c:v>3.02</c:v>
                </c:pt>
                <c:pt idx="5">
                  <c:v>29.99</c:v>
                </c:pt>
                <c:pt idx="6">
                  <c:v>27.31</c:v>
                </c:pt>
                <c:pt idx="7">
                  <c:v>26.87</c:v>
                </c:pt>
                <c:pt idx="8">
                  <c:v>25.22</c:v>
                </c:pt>
                <c:pt idx="9">
                  <c:v>26.31</c:v>
                </c:pt>
                <c:pt idx="10">
                  <c:v>26.35</c:v>
                </c:pt>
                <c:pt idx="11">
                  <c:v>23.79</c:v>
                </c:pt>
                <c:pt idx="12">
                  <c:v>23.8</c:v>
                </c:pt>
                <c:pt idx="13">
                  <c:v>20.64</c:v>
                </c:pt>
                <c:pt idx="14">
                  <c:v>23.38</c:v>
                </c:pt>
                <c:pt idx="15">
                  <c:v>24.05</c:v>
                </c:pt>
                <c:pt idx="16">
                  <c:v>22.75</c:v>
                </c:pt>
                <c:pt idx="17">
                  <c:v>23.21</c:v>
                </c:pt>
                <c:pt idx="18">
                  <c:v>20.399999999999999</c:v>
                </c:pt>
                <c:pt idx="19">
                  <c:v>22.37</c:v>
                </c:pt>
                <c:pt idx="20">
                  <c:v>1.1499999999999999</c:v>
                </c:pt>
                <c:pt idx="21">
                  <c:v>21.87</c:v>
                </c:pt>
                <c:pt idx="22">
                  <c:v>23.92</c:v>
                </c:pt>
                <c:pt idx="23">
                  <c:v>21.77</c:v>
                </c:pt>
                <c:pt idx="24">
                  <c:v>22.14</c:v>
                </c:pt>
                <c:pt idx="25">
                  <c:v>26.17</c:v>
                </c:pt>
                <c:pt idx="26">
                  <c:v>27.56</c:v>
                </c:pt>
                <c:pt idx="27">
                  <c:v>26.13</c:v>
                </c:pt>
                <c:pt idx="28">
                  <c:v>26.38</c:v>
                </c:pt>
                <c:pt idx="29">
                  <c:v>27.22</c:v>
                </c:pt>
                <c:pt idx="30">
                  <c:v>25.45</c:v>
                </c:pt>
                <c:pt idx="31">
                  <c:v>26.9</c:v>
                </c:pt>
                <c:pt idx="32">
                  <c:v>26.84</c:v>
                </c:pt>
                <c:pt idx="33">
                  <c:v>27.14</c:v>
                </c:pt>
                <c:pt idx="34">
                  <c:v>27.82</c:v>
                </c:pt>
                <c:pt idx="35">
                  <c:v>25.44</c:v>
                </c:pt>
                <c:pt idx="36">
                  <c:v>27.29</c:v>
                </c:pt>
                <c:pt idx="37">
                  <c:v>26.33</c:v>
                </c:pt>
                <c:pt idx="38">
                  <c:v>25.55</c:v>
                </c:pt>
                <c:pt idx="39">
                  <c:v>26.98</c:v>
                </c:pt>
                <c:pt idx="40">
                  <c:v>29.2</c:v>
                </c:pt>
                <c:pt idx="41">
                  <c:v>7.7</c:v>
                </c:pt>
                <c:pt idx="42">
                  <c:v>4.63</c:v>
                </c:pt>
                <c:pt idx="43">
                  <c:v>35.119999999999997</c:v>
                </c:pt>
                <c:pt idx="44">
                  <c:v>35.31</c:v>
                </c:pt>
                <c:pt idx="45">
                  <c:v>35.68</c:v>
                </c:pt>
                <c:pt idx="46">
                  <c:v>35.07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164-4597-9B18-4D75DC4790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20458175"/>
        <c:axId val="720473983"/>
      </c:lineChart>
      <c:lineChart>
        <c:grouping val="standard"/>
        <c:varyColors val="0"/>
        <c:ser>
          <c:idx val="2"/>
          <c:order val="2"/>
          <c:tx>
            <c:v>頻率</c:v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工作表1!$DJ$1:$DJ$47</c:f>
              <c:numCache>
                <c:formatCode>General</c:formatCode>
                <c:ptCount val="47"/>
                <c:pt idx="0">
                  <c:v>9152</c:v>
                </c:pt>
                <c:pt idx="1">
                  <c:v>9135</c:v>
                </c:pt>
                <c:pt idx="2">
                  <c:v>9159</c:v>
                </c:pt>
                <c:pt idx="3">
                  <c:v>9159</c:v>
                </c:pt>
                <c:pt idx="4">
                  <c:v>9181</c:v>
                </c:pt>
                <c:pt idx="5">
                  <c:v>9181</c:v>
                </c:pt>
                <c:pt idx="6">
                  <c:v>9181</c:v>
                </c:pt>
                <c:pt idx="7">
                  <c:v>9181</c:v>
                </c:pt>
                <c:pt idx="8">
                  <c:v>9181</c:v>
                </c:pt>
                <c:pt idx="9">
                  <c:v>9181</c:v>
                </c:pt>
                <c:pt idx="10">
                  <c:v>9181</c:v>
                </c:pt>
                <c:pt idx="11">
                  <c:v>9181</c:v>
                </c:pt>
                <c:pt idx="12">
                  <c:v>9181</c:v>
                </c:pt>
                <c:pt idx="13">
                  <c:v>9181</c:v>
                </c:pt>
                <c:pt idx="14">
                  <c:v>9181</c:v>
                </c:pt>
                <c:pt idx="15">
                  <c:v>9181</c:v>
                </c:pt>
                <c:pt idx="16">
                  <c:v>9181</c:v>
                </c:pt>
                <c:pt idx="17">
                  <c:v>9181</c:v>
                </c:pt>
                <c:pt idx="18">
                  <c:v>9181</c:v>
                </c:pt>
                <c:pt idx="19">
                  <c:v>9181</c:v>
                </c:pt>
                <c:pt idx="20">
                  <c:v>9171</c:v>
                </c:pt>
                <c:pt idx="21">
                  <c:v>9171</c:v>
                </c:pt>
                <c:pt idx="22">
                  <c:v>9171</c:v>
                </c:pt>
                <c:pt idx="23">
                  <c:v>9171</c:v>
                </c:pt>
                <c:pt idx="24">
                  <c:v>9171</c:v>
                </c:pt>
                <c:pt idx="25">
                  <c:v>9171</c:v>
                </c:pt>
                <c:pt idx="26">
                  <c:v>9171</c:v>
                </c:pt>
                <c:pt idx="27">
                  <c:v>9171</c:v>
                </c:pt>
                <c:pt idx="28">
                  <c:v>9171</c:v>
                </c:pt>
                <c:pt idx="29">
                  <c:v>9171</c:v>
                </c:pt>
                <c:pt idx="30">
                  <c:v>9171</c:v>
                </c:pt>
                <c:pt idx="31">
                  <c:v>9171</c:v>
                </c:pt>
                <c:pt idx="32">
                  <c:v>9171</c:v>
                </c:pt>
                <c:pt idx="33">
                  <c:v>9171</c:v>
                </c:pt>
                <c:pt idx="34">
                  <c:v>9171</c:v>
                </c:pt>
                <c:pt idx="35">
                  <c:v>9171</c:v>
                </c:pt>
                <c:pt idx="36">
                  <c:v>9171</c:v>
                </c:pt>
                <c:pt idx="37">
                  <c:v>9171</c:v>
                </c:pt>
                <c:pt idx="38">
                  <c:v>9171</c:v>
                </c:pt>
                <c:pt idx="39">
                  <c:v>9171</c:v>
                </c:pt>
                <c:pt idx="40">
                  <c:v>9171</c:v>
                </c:pt>
                <c:pt idx="41">
                  <c:v>9163</c:v>
                </c:pt>
                <c:pt idx="42">
                  <c:v>9181</c:v>
                </c:pt>
                <c:pt idx="43">
                  <c:v>9181</c:v>
                </c:pt>
                <c:pt idx="44">
                  <c:v>9181</c:v>
                </c:pt>
                <c:pt idx="45">
                  <c:v>9181</c:v>
                </c:pt>
                <c:pt idx="46">
                  <c:v>9181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164-4597-9B18-4D75DC4790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20500607"/>
        <c:axId val="720501855"/>
      </c:lineChart>
      <c:catAx>
        <c:axId val="72045817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20473983"/>
        <c:crosses val="autoZero"/>
        <c:auto val="1"/>
        <c:lblAlgn val="ctr"/>
        <c:lblOffset val="100"/>
        <c:noMultiLvlLbl val="0"/>
      </c:catAx>
      <c:valAx>
        <c:axId val="7204739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20458175"/>
        <c:crosses val="autoZero"/>
        <c:crossBetween val="between"/>
      </c:valAx>
      <c:valAx>
        <c:axId val="72050185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20500607"/>
        <c:crosses val="max"/>
        <c:crossBetween val="between"/>
      </c:valAx>
      <c:catAx>
        <c:axId val="720500607"/>
        <c:scaling>
          <c:orientation val="minMax"/>
        </c:scaling>
        <c:delete val="1"/>
        <c:axPos val="b"/>
        <c:majorTickMark val="out"/>
        <c:minorTickMark val="none"/>
        <c:tickLblPos val="nextTo"/>
        <c:crossAx val="72050185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dirty="0"/>
              <a:t>500</a:t>
            </a:r>
            <a:r>
              <a:rPr lang="zh-TW" altLang="en-US" dirty="0"/>
              <a:t>筆資料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電壓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工作表1!$DT$1:$DT$500</c:f>
              <c:numCache>
                <c:formatCode>General</c:formatCode>
                <c:ptCount val="500"/>
                <c:pt idx="0">
                  <c:v>1929.11</c:v>
                </c:pt>
                <c:pt idx="1">
                  <c:v>1884.72</c:v>
                </c:pt>
                <c:pt idx="2">
                  <c:v>1841.33</c:v>
                </c:pt>
                <c:pt idx="3">
                  <c:v>1799.53</c:v>
                </c:pt>
                <c:pt idx="4">
                  <c:v>1759.86</c:v>
                </c:pt>
                <c:pt idx="5">
                  <c:v>1722.8</c:v>
                </c:pt>
                <c:pt idx="6">
                  <c:v>1688.75</c:v>
                </c:pt>
                <c:pt idx="7">
                  <c:v>1658.03</c:v>
                </c:pt>
                <c:pt idx="8">
                  <c:v>1630.86</c:v>
                </c:pt>
                <c:pt idx="9">
                  <c:v>1607.37</c:v>
                </c:pt>
                <c:pt idx="10">
                  <c:v>1587.62</c:v>
                </c:pt>
                <c:pt idx="11">
                  <c:v>1571.56</c:v>
                </c:pt>
                <c:pt idx="12">
                  <c:v>1559.06</c:v>
                </c:pt>
                <c:pt idx="13">
                  <c:v>1549.92</c:v>
                </c:pt>
                <c:pt idx="14">
                  <c:v>1543.89</c:v>
                </c:pt>
                <c:pt idx="15">
                  <c:v>1540.66</c:v>
                </c:pt>
                <c:pt idx="16">
                  <c:v>1539.89</c:v>
                </c:pt>
                <c:pt idx="17">
                  <c:v>1541.21</c:v>
                </c:pt>
                <c:pt idx="18">
                  <c:v>1544.26</c:v>
                </c:pt>
                <c:pt idx="19">
                  <c:v>1548.67</c:v>
                </c:pt>
                <c:pt idx="20">
                  <c:v>1554.12</c:v>
                </c:pt>
                <c:pt idx="21">
                  <c:v>1560.3</c:v>
                </c:pt>
                <c:pt idx="22">
                  <c:v>1566.97</c:v>
                </c:pt>
                <c:pt idx="23">
                  <c:v>1573.94</c:v>
                </c:pt>
                <c:pt idx="24">
                  <c:v>1581.07</c:v>
                </c:pt>
                <c:pt idx="25">
                  <c:v>1588.29</c:v>
                </c:pt>
                <c:pt idx="26">
                  <c:v>1595.6</c:v>
                </c:pt>
                <c:pt idx="27">
                  <c:v>1603.07</c:v>
                </c:pt>
                <c:pt idx="28">
                  <c:v>1610.82</c:v>
                </c:pt>
                <c:pt idx="29">
                  <c:v>1619.03</c:v>
                </c:pt>
                <c:pt idx="30">
                  <c:v>1627.91</c:v>
                </c:pt>
                <c:pt idx="31">
                  <c:v>1637.72</c:v>
                </c:pt>
                <c:pt idx="32">
                  <c:v>1648.73</c:v>
                </c:pt>
                <c:pt idx="33">
                  <c:v>1661.2</c:v>
                </c:pt>
                <c:pt idx="34">
                  <c:v>1675.42</c:v>
                </c:pt>
                <c:pt idx="35">
                  <c:v>1691.61</c:v>
                </c:pt>
                <c:pt idx="36">
                  <c:v>1710</c:v>
                </c:pt>
                <c:pt idx="37">
                  <c:v>1730.74</c:v>
                </c:pt>
                <c:pt idx="38">
                  <c:v>1753.93</c:v>
                </c:pt>
                <c:pt idx="39">
                  <c:v>1779.62</c:v>
                </c:pt>
                <c:pt idx="40">
                  <c:v>1807.76</c:v>
                </c:pt>
                <c:pt idx="41">
                  <c:v>1838.23</c:v>
                </c:pt>
                <c:pt idx="42">
                  <c:v>1870.85</c:v>
                </c:pt>
                <c:pt idx="43">
                  <c:v>1905.33</c:v>
                </c:pt>
                <c:pt idx="44">
                  <c:v>1941.34</c:v>
                </c:pt>
                <c:pt idx="45">
                  <c:v>1978.47</c:v>
                </c:pt>
                <c:pt idx="46">
                  <c:v>2016.25</c:v>
                </c:pt>
                <c:pt idx="47">
                  <c:v>2054.15</c:v>
                </c:pt>
                <c:pt idx="48">
                  <c:v>2091.65</c:v>
                </c:pt>
                <c:pt idx="49">
                  <c:v>2128.1799999999998</c:v>
                </c:pt>
                <c:pt idx="50">
                  <c:v>2163.17</c:v>
                </c:pt>
                <c:pt idx="51">
                  <c:v>2196.06</c:v>
                </c:pt>
                <c:pt idx="52">
                  <c:v>2226.34</c:v>
                </c:pt>
                <c:pt idx="53">
                  <c:v>2253.52</c:v>
                </c:pt>
                <c:pt idx="54">
                  <c:v>2277.17</c:v>
                </c:pt>
                <c:pt idx="55">
                  <c:v>2296.9499999999998</c:v>
                </c:pt>
                <c:pt idx="56">
                  <c:v>2312.5500000000002</c:v>
                </c:pt>
                <c:pt idx="57">
                  <c:v>2323.8000000000002</c:v>
                </c:pt>
                <c:pt idx="58">
                  <c:v>2330.58</c:v>
                </c:pt>
                <c:pt idx="59">
                  <c:v>2332.89</c:v>
                </c:pt>
                <c:pt idx="60">
                  <c:v>2330.8000000000002</c:v>
                </c:pt>
                <c:pt idx="61">
                  <c:v>2324.48</c:v>
                </c:pt>
                <c:pt idx="62">
                  <c:v>2314.1999999999998</c:v>
                </c:pt>
                <c:pt idx="63">
                  <c:v>2300.27</c:v>
                </c:pt>
                <c:pt idx="64">
                  <c:v>2283.09</c:v>
                </c:pt>
                <c:pt idx="65">
                  <c:v>2263.11</c:v>
                </c:pt>
                <c:pt idx="66">
                  <c:v>2240.83</c:v>
                </c:pt>
                <c:pt idx="67">
                  <c:v>2216.7399999999998</c:v>
                </c:pt>
                <c:pt idx="68">
                  <c:v>2191.39</c:v>
                </c:pt>
                <c:pt idx="69">
                  <c:v>2165.29</c:v>
                </c:pt>
                <c:pt idx="70">
                  <c:v>2138.9499999999998</c:v>
                </c:pt>
                <c:pt idx="71">
                  <c:v>2112.84</c:v>
                </c:pt>
                <c:pt idx="72">
                  <c:v>2087.39</c:v>
                </c:pt>
                <c:pt idx="73">
                  <c:v>2062.96</c:v>
                </c:pt>
                <c:pt idx="74">
                  <c:v>2039.88</c:v>
                </c:pt>
                <c:pt idx="75">
                  <c:v>2018.38</c:v>
                </c:pt>
                <c:pt idx="76">
                  <c:v>1998.63</c:v>
                </c:pt>
                <c:pt idx="77">
                  <c:v>1980.71</c:v>
                </c:pt>
                <c:pt idx="78">
                  <c:v>1964.64</c:v>
                </c:pt>
                <c:pt idx="79">
                  <c:v>1950.36</c:v>
                </c:pt>
                <c:pt idx="80">
                  <c:v>1937.74</c:v>
                </c:pt>
                <c:pt idx="81">
                  <c:v>1926.59</c:v>
                </c:pt>
                <c:pt idx="82">
                  <c:v>1916.68</c:v>
                </c:pt>
                <c:pt idx="83">
                  <c:v>1907.72</c:v>
                </c:pt>
                <c:pt idx="84">
                  <c:v>1899.41</c:v>
                </c:pt>
                <c:pt idx="85">
                  <c:v>1891.41</c:v>
                </c:pt>
                <c:pt idx="86">
                  <c:v>1883.4</c:v>
                </c:pt>
                <c:pt idx="87">
                  <c:v>1875.04</c:v>
                </c:pt>
                <c:pt idx="88">
                  <c:v>1866.03</c:v>
                </c:pt>
                <c:pt idx="89">
                  <c:v>1856.11</c:v>
                </c:pt>
                <c:pt idx="90">
                  <c:v>1845.02</c:v>
                </c:pt>
                <c:pt idx="91">
                  <c:v>1832.6</c:v>
                </c:pt>
                <c:pt idx="92">
                  <c:v>1818.71</c:v>
                </c:pt>
                <c:pt idx="93">
                  <c:v>1803.29</c:v>
                </c:pt>
                <c:pt idx="94">
                  <c:v>1786.34</c:v>
                </c:pt>
                <c:pt idx="95">
                  <c:v>1767.93</c:v>
                </c:pt>
                <c:pt idx="96">
                  <c:v>1748.19</c:v>
                </c:pt>
                <c:pt idx="97">
                  <c:v>1727.33</c:v>
                </c:pt>
                <c:pt idx="98">
                  <c:v>1705.59</c:v>
                </c:pt>
                <c:pt idx="99">
                  <c:v>1683.29</c:v>
                </c:pt>
                <c:pt idx="100">
                  <c:v>1660.77</c:v>
                </c:pt>
                <c:pt idx="101">
                  <c:v>1638.42</c:v>
                </c:pt>
                <c:pt idx="102">
                  <c:v>1616.65</c:v>
                </c:pt>
                <c:pt idx="103">
                  <c:v>1595.9</c:v>
                </c:pt>
                <c:pt idx="104">
                  <c:v>1576.57</c:v>
                </c:pt>
                <c:pt idx="105">
                  <c:v>1559.1</c:v>
                </c:pt>
                <c:pt idx="106">
                  <c:v>1543.87</c:v>
                </c:pt>
                <c:pt idx="107">
                  <c:v>1531.26</c:v>
                </c:pt>
                <c:pt idx="108">
                  <c:v>1521.58</c:v>
                </c:pt>
                <c:pt idx="109">
                  <c:v>1515.12</c:v>
                </c:pt>
                <c:pt idx="110">
                  <c:v>1512.09</c:v>
                </c:pt>
                <c:pt idx="111">
                  <c:v>1512.65</c:v>
                </c:pt>
                <c:pt idx="112">
                  <c:v>1516.89</c:v>
                </c:pt>
                <c:pt idx="113">
                  <c:v>1524.82</c:v>
                </c:pt>
                <c:pt idx="114">
                  <c:v>1536.39</c:v>
                </c:pt>
                <c:pt idx="115">
                  <c:v>1551.49</c:v>
                </c:pt>
                <c:pt idx="116">
                  <c:v>1569.92</c:v>
                </c:pt>
                <c:pt idx="117">
                  <c:v>1591.44</c:v>
                </c:pt>
                <c:pt idx="118">
                  <c:v>1615.73</c:v>
                </c:pt>
                <c:pt idx="119">
                  <c:v>1642.44</c:v>
                </c:pt>
                <c:pt idx="120">
                  <c:v>1671.18</c:v>
                </c:pt>
                <c:pt idx="121">
                  <c:v>1701.5</c:v>
                </c:pt>
                <c:pt idx="122">
                  <c:v>1732.97</c:v>
                </c:pt>
                <c:pt idx="123">
                  <c:v>1765.11</c:v>
                </c:pt>
                <c:pt idx="124">
                  <c:v>1797.47</c:v>
                </c:pt>
                <c:pt idx="125">
                  <c:v>1829.58</c:v>
                </c:pt>
                <c:pt idx="126">
                  <c:v>1861</c:v>
                </c:pt>
                <c:pt idx="127">
                  <c:v>1891.33</c:v>
                </c:pt>
                <c:pt idx="128">
                  <c:v>1920.18</c:v>
                </c:pt>
                <c:pt idx="129">
                  <c:v>1947.23</c:v>
                </c:pt>
                <c:pt idx="130">
                  <c:v>1972.19</c:v>
                </c:pt>
                <c:pt idx="131">
                  <c:v>1994.82</c:v>
                </c:pt>
                <c:pt idx="132">
                  <c:v>2014.94</c:v>
                </c:pt>
                <c:pt idx="133">
                  <c:v>2032.43</c:v>
                </c:pt>
                <c:pt idx="134">
                  <c:v>2047.23</c:v>
                </c:pt>
                <c:pt idx="135">
                  <c:v>2059.3200000000002</c:v>
                </c:pt>
                <c:pt idx="136">
                  <c:v>2068.73</c:v>
                </c:pt>
                <c:pt idx="137">
                  <c:v>2075.5500000000002</c:v>
                </c:pt>
                <c:pt idx="138">
                  <c:v>2079.9</c:v>
                </c:pt>
                <c:pt idx="139">
                  <c:v>2081.94</c:v>
                </c:pt>
                <c:pt idx="140">
                  <c:v>2081.85</c:v>
                </c:pt>
                <c:pt idx="141">
                  <c:v>2079.83</c:v>
                </c:pt>
                <c:pt idx="142">
                  <c:v>2076.08</c:v>
                </c:pt>
                <c:pt idx="143">
                  <c:v>2070.83</c:v>
                </c:pt>
                <c:pt idx="144">
                  <c:v>2064.27</c:v>
                </c:pt>
                <c:pt idx="145">
                  <c:v>2056.61</c:v>
                </c:pt>
                <c:pt idx="146">
                  <c:v>2048.0300000000002</c:v>
                </c:pt>
                <c:pt idx="147">
                  <c:v>2038.67</c:v>
                </c:pt>
                <c:pt idx="148">
                  <c:v>2028.67</c:v>
                </c:pt>
                <c:pt idx="149">
                  <c:v>2018.13</c:v>
                </c:pt>
                <c:pt idx="150">
                  <c:v>2007.11</c:v>
                </c:pt>
                <c:pt idx="151">
                  <c:v>1995.65</c:v>
                </c:pt>
                <c:pt idx="152">
                  <c:v>1983.77</c:v>
                </c:pt>
                <c:pt idx="153">
                  <c:v>1971.44</c:v>
                </c:pt>
                <c:pt idx="154">
                  <c:v>1958.64</c:v>
                </c:pt>
                <c:pt idx="155">
                  <c:v>1945.29</c:v>
                </c:pt>
                <c:pt idx="156">
                  <c:v>1931.35</c:v>
                </c:pt>
                <c:pt idx="157">
                  <c:v>1916.73</c:v>
                </c:pt>
                <c:pt idx="158">
                  <c:v>1901.36</c:v>
                </c:pt>
                <c:pt idx="159">
                  <c:v>1885.19</c:v>
                </c:pt>
                <c:pt idx="160">
                  <c:v>1868.17</c:v>
                </c:pt>
                <c:pt idx="161">
                  <c:v>1850.26</c:v>
                </c:pt>
                <c:pt idx="162">
                  <c:v>1831.47</c:v>
                </c:pt>
                <c:pt idx="163">
                  <c:v>1811.82</c:v>
                </c:pt>
                <c:pt idx="164">
                  <c:v>1791.36</c:v>
                </c:pt>
                <c:pt idx="165">
                  <c:v>1770.19</c:v>
                </c:pt>
                <c:pt idx="166">
                  <c:v>1748.43</c:v>
                </c:pt>
                <c:pt idx="167">
                  <c:v>1726.24</c:v>
                </c:pt>
                <c:pt idx="168">
                  <c:v>1703.79</c:v>
                </c:pt>
                <c:pt idx="169">
                  <c:v>1681.3</c:v>
                </c:pt>
                <c:pt idx="170">
                  <c:v>1659</c:v>
                </c:pt>
                <c:pt idx="171">
                  <c:v>1637.13</c:v>
                </c:pt>
                <c:pt idx="172">
                  <c:v>1615.94</c:v>
                </c:pt>
                <c:pt idx="173">
                  <c:v>1595.69</c:v>
                </c:pt>
                <c:pt idx="174">
                  <c:v>1576.62</c:v>
                </c:pt>
                <c:pt idx="175">
                  <c:v>1558.95</c:v>
                </c:pt>
                <c:pt idx="176">
                  <c:v>1542.91</c:v>
                </c:pt>
                <c:pt idx="177">
                  <c:v>1528.67</c:v>
                </c:pt>
                <c:pt idx="178">
                  <c:v>1516.38</c:v>
                </c:pt>
                <c:pt idx="179">
                  <c:v>1506.16</c:v>
                </c:pt>
                <c:pt idx="180">
                  <c:v>1498.07</c:v>
                </c:pt>
                <c:pt idx="181">
                  <c:v>1492.14</c:v>
                </c:pt>
                <c:pt idx="182">
                  <c:v>1488.37</c:v>
                </c:pt>
                <c:pt idx="183">
                  <c:v>1486.69</c:v>
                </c:pt>
                <c:pt idx="184">
                  <c:v>1487.02</c:v>
                </c:pt>
                <c:pt idx="185">
                  <c:v>1489.23</c:v>
                </c:pt>
                <c:pt idx="186">
                  <c:v>1493.16</c:v>
                </c:pt>
                <c:pt idx="187">
                  <c:v>1498.65</c:v>
                </c:pt>
                <c:pt idx="188">
                  <c:v>1505.49</c:v>
                </c:pt>
                <c:pt idx="189">
                  <c:v>1513.49</c:v>
                </c:pt>
                <c:pt idx="190">
                  <c:v>1522.45</c:v>
                </c:pt>
                <c:pt idx="191">
                  <c:v>1532.17</c:v>
                </c:pt>
                <c:pt idx="192">
                  <c:v>1542.49</c:v>
                </c:pt>
                <c:pt idx="193">
                  <c:v>1553.23</c:v>
                </c:pt>
                <c:pt idx="194">
                  <c:v>1564.28</c:v>
                </c:pt>
                <c:pt idx="195">
                  <c:v>1575.52</c:v>
                </c:pt>
                <c:pt idx="196">
                  <c:v>1586.9</c:v>
                </c:pt>
                <c:pt idx="197">
                  <c:v>1598.38</c:v>
                </c:pt>
                <c:pt idx="198">
                  <c:v>1609.97</c:v>
                </c:pt>
                <c:pt idx="199">
                  <c:v>1621.7</c:v>
                </c:pt>
                <c:pt idx="200">
                  <c:v>1633.65</c:v>
                </c:pt>
                <c:pt idx="201">
                  <c:v>1645.9</c:v>
                </c:pt>
                <c:pt idx="202">
                  <c:v>1658.58</c:v>
                </c:pt>
                <c:pt idx="203">
                  <c:v>1671.82</c:v>
                </c:pt>
                <c:pt idx="204">
                  <c:v>1685.75</c:v>
                </c:pt>
                <c:pt idx="205">
                  <c:v>1700.52</c:v>
                </c:pt>
                <c:pt idx="206">
                  <c:v>1716.26</c:v>
                </c:pt>
                <c:pt idx="207">
                  <c:v>1733.08</c:v>
                </c:pt>
                <c:pt idx="208">
                  <c:v>1751.09</c:v>
                </c:pt>
                <c:pt idx="209">
                  <c:v>1770.35</c:v>
                </c:pt>
                <c:pt idx="210">
                  <c:v>1790.89</c:v>
                </c:pt>
                <c:pt idx="211">
                  <c:v>1812.72</c:v>
                </c:pt>
                <c:pt idx="212">
                  <c:v>1835.8</c:v>
                </c:pt>
                <c:pt idx="213">
                  <c:v>1860.04</c:v>
                </c:pt>
                <c:pt idx="214">
                  <c:v>1885.32</c:v>
                </c:pt>
                <c:pt idx="215">
                  <c:v>1911.47</c:v>
                </c:pt>
                <c:pt idx="216">
                  <c:v>1938.3</c:v>
                </c:pt>
                <c:pt idx="217">
                  <c:v>1965.56</c:v>
                </c:pt>
                <c:pt idx="218">
                  <c:v>1993</c:v>
                </c:pt>
                <c:pt idx="219">
                  <c:v>2020.34</c:v>
                </c:pt>
                <c:pt idx="220">
                  <c:v>2047.26</c:v>
                </c:pt>
                <c:pt idx="221">
                  <c:v>2073.48</c:v>
                </c:pt>
                <c:pt idx="222">
                  <c:v>2098.67</c:v>
                </c:pt>
                <c:pt idx="223">
                  <c:v>2122.54</c:v>
                </c:pt>
                <c:pt idx="224">
                  <c:v>2144.81</c:v>
                </c:pt>
                <c:pt idx="225">
                  <c:v>2165.1999999999998</c:v>
                </c:pt>
                <c:pt idx="226">
                  <c:v>2183.4899999999998</c:v>
                </c:pt>
                <c:pt idx="227">
                  <c:v>2199.46</c:v>
                </c:pt>
                <c:pt idx="228">
                  <c:v>2212.9499999999998</c:v>
                </c:pt>
                <c:pt idx="229">
                  <c:v>2223.8200000000002</c:v>
                </c:pt>
                <c:pt idx="230">
                  <c:v>2231.9699999999998</c:v>
                </c:pt>
                <c:pt idx="231">
                  <c:v>2237.36</c:v>
                </c:pt>
                <c:pt idx="232">
                  <c:v>2239.9699999999998</c:v>
                </c:pt>
                <c:pt idx="233">
                  <c:v>2239.83</c:v>
                </c:pt>
                <c:pt idx="234">
                  <c:v>2237</c:v>
                </c:pt>
                <c:pt idx="235">
                  <c:v>2231.5700000000002</c:v>
                </c:pt>
                <c:pt idx="236">
                  <c:v>2223.66</c:v>
                </c:pt>
                <c:pt idx="237">
                  <c:v>2213.42</c:v>
                </c:pt>
                <c:pt idx="238">
                  <c:v>2201.02</c:v>
                </c:pt>
                <c:pt idx="239">
                  <c:v>2186.63</c:v>
                </c:pt>
                <c:pt idx="240">
                  <c:v>2170.44</c:v>
                </c:pt>
                <c:pt idx="241">
                  <c:v>2152.66</c:v>
                </c:pt>
                <c:pt idx="242">
                  <c:v>2133.4699999999998</c:v>
                </c:pt>
                <c:pt idx="243">
                  <c:v>2113.08</c:v>
                </c:pt>
                <c:pt idx="244">
                  <c:v>2091.67</c:v>
                </c:pt>
                <c:pt idx="245">
                  <c:v>2069.4299999999998</c:v>
                </c:pt>
                <c:pt idx="246">
                  <c:v>2046.53</c:v>
                </c:pt>
                <c:pt idx="247">
                  <c:v>2023.14</c:v>
                </c:pt>
                <c:pt idx="248">
                  <c:v>1999.4</c:v>
                </c:pt>
                <c:pt idx="249">
                  <c:v>1975.47</c:v>
                </c:pt>
                <c:pt idx="250">
                  <c:v>1951.46</c:v>
                </c:pt>
                <c:pt idx="251">
                  <c:v>1927.49</c:v>
                </c:pt>
                <c:pt idx="252">
                  <c:v>1903.68</c:v>
                </c:pt>
                <c:pt idx="253">
                  <c:v>1880.12</c:v>
                </c:pt>
                <c:pt idx="254">
                  <c:v>1856.9</c:v>
                </c:pt>
                <c:pt idx="255">
                  <c:v>1834.1</c:v>
                </c:pt>
                <c:pt idx="256">
                  <c:v>1811.81</c:v>
                </c:pt>
                <c:pt idx="257">
                  <c:v>1790.09</c:v>
                </c:pt>
                <c:pt idx="258">
                  <c:v>1769.01</c:v>
                </c:pt>
                <c:pt idx="259">
                  <c:v>1748.64</c:v>
                </c:pt>
                <c:pt idx="260">
                  <c:v>1729.04</c:v>
                </c:pt>
                <c:pt idx="261">
                  <c:v>1710.27</c:v>
                </c:pt>
                <c:pt idx="262">
                  <c:v>1692.38</c:v>
                </c:pt>
                <c:pt idx="263">
                  <c:v>1675.44</c:v>
                </c:pt>
                <c:pt idx="264">
                  <c:v>1659.48</c:v>
                </c:pt>
                <c:pt idx="265">
                  <c:v>1644.58</c:v>
                </c:pt>
                <c:pt idx="266">
                  <c:v>1630.76</c:v>
                </c:pt>
                <c:pt idx="267">
                  <c:v>1618.08</c:v>
                </c:pt>
                <c:pt idx="268">
                  <c:v>1606.58</c:v>
                </c:pt>
                <c:pt idx="269">
                  <c:v>1596.3</c:v>
                </c:pt>
                <c:pt idx="270">
                  <c:v>1587.29</c:v>
                </c:pt>
                <c:pt idx="271">
                  <c:v>1579.57</c:v>
                </c:pt>
                <c:pt idx="272">
                  <c:v>1573.18</c:v>
                </c:pt>
                <c:pt idx="273">
                  <c:v>1568.17</c:v>
                </c:pt>
                <c:pt idx="274">
                  <c:v>1564.56</c:v>
                </c:pt>
                <c:pt idx="275">
                  <c:v>1562.39</c:v>
                </c:pt>
                <c:pt idx="276">
                  <c:v>1561.68</c:v>
                </c:pt>
                <c:pt idx="277">
                  <c:v>1562.48</c:v>
                </c:pt>
                <c:pt idx="278">
                  <c:v>1564.82</c:v>
                </c:pt>
                <c:pt idx="279">
                  <c:v>1568.72</c:v>
                </c:pt>
                <c:pt idx="280">
                  <c:v>1574.22</c:v>
                </c:pt>
                <c:pt idx="281">
                  <c:v>1581.34</c:v>
                </c:pt>
                <c:pt idx="282">
                  <c:v>1590.11</c:v>
                </c:pt>
                <c:pt idx="283">
                  <c:v>1600.55</c:v>
                </c:pt>
                <c:pt idx="284">
                  <c:v>1612.68</c:v>
                </c:pt>
                <c:pt idx="285">
                  <c:v>1626.49</c:v>
                </c:pt>
                <c:pt idx="286">
                  <c:v>1641.98</c:v>
                </c:pt>
                <c:pt idx="287">
                  <c:v>1659.14</c:v>
                </c:pt>
                <c:pt idx="288">
                  <c:v>1677.93</c:v>
                </c:pt>
                <c:pt idx="289">
                  <c:v>1698.31</c:v>
                </c:pt>
                <c:pt idx="290">
                  <c:v>1720.22</c:v>
                </c:pt>
                <c:pt idx="291">
                  <c:v>1743.55</c:v>
                </c:pt>
                <c:pt idx="292">
                  <c:v>1768.22</c:v>
                </c:pt>
                <c:pt idx="293">
                  <c:v>1794.09</c:v>
                </c:pt>
                <c:pt idx="294">
                  <c:v>1821.01</c:v>
                </c:pt>
                <c:pt idx="295">
                  <c:v>1848.82</c:v>
                </c:pt>
                <c:pt idx="296">
                  <c:v>1877.32</c:v>
                </c:pt>
                <c:pt idx="297">
                  <c:v>1906.31</c:v>
                </c:pt>
                <c:pt idx="298">
                  <c:v>1935.55</c:v>
                </c:pt>
                <c:pt idx="299">
                  <c:v>1964.82</c:v>
                </c:pt>
                <c:pt idx="300">
                  <c:v>1993.85</c:v>
                </c:pt>
                <c:pt idx="301">
                  <c:v>2022.4</c:v>
                </c:pt>
                <c:pt idx="302">
                  <c:v>2050.1999999999998</c:v>
                </c:pt>
                <c:pt idx="303">
                  <c:v>2077</c:v>
                </c:pt>
                <c:pt idx="304">
                  <c:v>2102.5300000000002</c:v>
                </c:pt>
                <c:pt idx="305">
                  <c:v>2126.56</c:v>
                </c:pt>
                <c:pt idx="306">
                  <c:v>2148.86</c:v>
                </c:pt>
                <c:pt idx="307">
                  <c:v>2169.21</c:v>
                </c:pt>
                <c:pt idx="308">
                  <c:v>2187.44</c:v>
                </c:pt>
                <c:pt idx="309">
                  <c:v>2203.36</c:v>
                </c:pt>
                <c:pt idx="310">
                  <c:v>2216.86</c:v>
                </c:pt>
                <c:pt idx="311">
                  <c:v>2227.81</c:v>
                </c:pt>
                <c:pt idx="312">
                  <c:v>2236.15</c:v>
                </c:pt>
                <c:pt idx="313">
                  <c:v>2241.84</c:v>
                </c:pt>
                <c:pt idx="314">
                  <c:v>2244.85</c:v>
                </c:pt>
                <c:pt idx="315">
                  <c:v>2245.1999999999998</c:v>
                </c:pt>
                <c:pt idx="316">
                  <c:v>2242.94</c:v>
                </c:pt>
                <c:pt idx="317">
                  <c:v>2238.15</c:v>
                </c:pt>
                <c:pt idx="318">
                  <c:v>2230.91</c:v>
                </c:pt>
                <c:pt idx="319">
                  <c:v>2221.35</c:v>
                </c:pt>
                <c:pt idx="320">
                  <c:v>2209.59</c:v>
                </c:pt>
                <c:pt idx="321">
                  <c:v>2195.7800000000002</c:v>
                </c:pt>
                <c:pt idx="322">
                  <c:v>2180.09</c:v>
                </c:pt>
                <c:pt idx="323">
                  <c:v>2162.66</c:v>
                </c:pt>
                <c:pt idx="324">
                  <c:v>2143.67</c:v>
                </c:pt>
                <c:pt idx="325">
                  <c:v>2123.29</c:v>
                </c:pt>
                <c:pt idx="326">
                  <c:v>2101.67</c:v>
                </c:pt>
                <c:pt idx="327">
                  <c:v>2078.9699999999998</c:v>
                </c:pt>
                <c:pt idx="328">
                  <c:v>2055.34</c:v>
                </c:pt>
                <c:pt idx="329">
                  <c:v>2030.92</c:v>
                </c:pt>
                <c:pt idx="330">
                  <c:v>2005.86</c:v>
                </c:pt>
                <c:pt idx="331">
                  <c:v>1980.26</c:v>
                </c:pt>
                <c:pt idx="332">
                  <c:v>1954.24</c:v>
                </c:pt>
                <c:pt idx="333">
                  <c:v>1927.91</c:v>
                </c:pt>
                <c:pt idx="334">
                  <c:v>1901.37</c:v>
                </c:pt>
                <c:pt idx="335">
                  <c:v>1874.7</c:v>
                </c:pt>
                <c:pt idx="336">
                  <c:v>1848.01</c:v>
                </c:pt>
                <c:pt idx="337">
                  <c:v>1821.37</c:v>
                </c:pt>
                <c:pt idx="338">
                  <c:v>1794.88</c:v>
                </c:pt>
                <c:pt idx="339">
                  <c:v>1768.61</c:v>
                </c:pt>
                <c:pt idx="340">
                  <c:v>1742.67</c:v>
                </c:pt>
                <c:pt idx="341">
                  <c:v>1717.15</c:v>
                </c:pt>
                <c:pt idx="342">
                  <c:v>1692.14</c:v>
                </c:pt>
                <c:pt idx="343">
                  <c:v>1667.76</c:v>
                </c:pt>
                <c:pt idx="344">
                  <c:v>1644.12</c:v>
                </c:pt>
                <c:pt idx="345">
                  <c:v>1621.34</c:v>
                </c:pt>
                <c:pt idx="346">
                  <c:v>1599.54</c:v>
                </c:pt>
                <c:pt idx="347">
                  <c:v>1578.86</c:v>
                </c:pt>
                <c:pt idx="348">
                  <c:v>1559.44</c:v>
                </c:pt>
                <c:pt idx="349">
                  <c:v>1541.41</c:v>
                </c:pt>
                <c:pt idx="350">
                  <c:v>1524.92</c:v>
                </c:pt>
                <c:pt idx="351">
                  <c:v>1510.09</c:v>
                </c:pt>
                <c:pt idx="352">
                  <c:v>1497.06</c:v>
                </c:pt>
                <c:pt idx="353">
                  <c:v>1485.97</c:v>
                </c:pt>
                <c:pt idx="354">
                  <c:v>1476.93</c:v>
                </c:pt>
                <c:pt idx="355">
                  <c:v>1470.05</c:v>
                </c:pt>
                <c:pt idx="356">
                  <c:v>1465.43</c:v>
                </c:pt>
                <c:pt idx="357">
                  <c:v>1463.16</c:v>
                </c:pt>
                <c:pt idx="358">
                  <c:v>1463.29</c:v>
                </c:pt>
                <c:pt idx="359">
                  <c:v>1465.9</c:v>
                </c:pt>
                <c:pt idx="360">
                  <c:v>1471.01</c:v>
                </c:pt>
                <c:pt idx="361">
                  <c:v>1478.63</c:v>
                </c:pt>
                <c:pt idx="362">
                  <c:v>1488.78</c:v>
                </c:pt>
                <c:pt idx="363">
                  <c:v>1501.42</c:v>
                </c:pt>
                <c:pt idx="364">
                  <c:v>1516.53</c:v>
                </c:pt>
                <c:pt idx="365">
                  <c:v>1534.05</c:v>
                </c:pt>
                <c:pt idx="366">
                  <c:v>1553.91</c:v>
                </c:pt>
                <c:pt idx="367">
                  <c:v>1576.03</c:v>
                </c:pt>
                <c:pt idx="368">
                  <c:v>1600.31</c:v>
                </c:pt>
                <c:pt idx="369">
                  <c:v>1626.64</c:v>
                </c:pt>
                <c:pt idx="370">
                  <c:v>1654.9</c:v>
                </c:pt>
                <c:pt idx="371">
                  <c:v>1684.95</c:v>
                </c:pt>
                <c:pt idx="372">
                  <c:v>1716.65</c:v>
                </c:pt>
                <c:pt idx="373">
                  <c:v>1749.85</c:v>
                </c:pt>
                <c:pt idx="374">
                  <c:v>1784.38</c:v>
                </c:pt>
                <c:pt idx="375">
                  <c:v>1820.09</c:v>
                </c:pt>
                <c:pt idx="376">
                  <c:v>1856.78</c:v>
                </c:pt>
                <c:pt idx="377">
                  <c:v>1894.29</c:v>
                </c:pt>
                <c:pt idx="378">
                  <c:v>1932.42</c:v>
                </c:pt>
                <c:pt idx="379">
                  <c:v>1970.98</c:v>
                </c:pt>
                <c:pt idx="380">
                  <c:v>2009.75</c:v>
                </c:pt>
                <c:pt idx="381">
                  <c:v>2048.5300000000002</c:v>
                </c:pt>
                <c:pt idx="382">
                  <c:v>2087.1</c:v>
                </c:pt>
                <c:pt idx="383">
                  <c:v>2125.2199999999998</c:v>
                </c:pt>
                <c:pt idx="384">
                  <c:v>2162.6799999999998</c:v>
                </c:pt>
                <c:pt idx="385">
                  <c:v>2199.2199999999998</c:v>
                </c:pt>
                <c:pt idx="386">
                  <c:v>2234.62</c:v>
                </c:pt>
                <c:pt idx="387">
                  <c:v>2268.61</c:v>
                </c:pt>
                <c:pt idx="388">
                  <c:v>2300.96</c:v>
                </c:pt>
                <c:pt idx="389">
                  <c:v>2331.41</c:v>
                </c:pt>
                <c:pt idx="390">
                  <c:v>2359.7199999999998</c:v>
                </c:pt>
                <c:pt idx="391">
                  <c:v>2385.66</c:v>
                </c:pt>
                <c:pt idx="392">
                  <c:v>2408.9899999999998</c:v>
                </c:pt>
                <c:pt idx="393">
                  <c:v>2429.5100000000002</c:v>
                </c:pt>
                <c:pt idx="394">
                  <c:v>2447.02</c:v>
                </c:pt>
                <c:pt idx="395">
                  <c:v>2461.33</c:v>
                </c:pt>
                <c:pt idx="396">
                  <c:v>2472.3000000000002</c:v>
                </c:pt>
                <c:pt idx="397">
                  <c:v>2479.8200000000002</c:v>
                </c:pt>
                <c:pt idx="398">
                  <c:v>2483.7800000000002</c:v>
                </c:pt>
                <c:pt idx="399">
                  <c:v>2484.14</c:v>
                </c:pt>
                <c:pt idx="400">
                  <c:v>2480.87</c:v>
                </c:pt>
                <c:pt idx="401">
                  <c:v>2474.0100000000002</c:v>
                </c:pt>
                <c:pt idx="402">
                  <c:v>2463.62</c:v>
                </c:pt>
                <c:pt idx="403">
                  <c:v>2449.81</c:v>
                </c:pt>
                <c:pt idx="404">
                  <c:v>2432.7199999999998</c:v>
                </c:pt>
                <c:pt idx="405">
                  <c:v>2412.5500000000002</c:v>
                </c:pt>
                <c:pt idx="406">
                  <c:v>2389.52</c:v>
                </c:pt>
                <c:pt idx="407">
                  <c:v>2363.89</c:v>
                </c:pt>
                <c:pt idx="408">
                  <c:v>2335.96</c:v>
                </c:pt>
                <c:pt idx="409">
                  <c:v>2306.0300000000002</c:v>
                </c:pt>
                <c:pt idx="410">
                  <c:v>2274.44</c:v>
                </c:pt>
                <c:pt idx="411">
                  <c:v>2241.54</c:v>
                </c:pt>
                <c:pt idx="412">
                  <c:v>2207.69</c:v>
                </c:pt>
                <c:pt idx="413">
                  <c:v>2173.23</c:v>
                </c:pt>
                <c:pt idx="414">
                  <c:v>2138.5</c:v>
                </c:pt>
                <c:pt idx="415">
                  <c:v>2103.83</c:v>
                </c:pt>
                <c:pt idx="416">
                  <c:v>2069.5300000000002</c:v>
                </c:pt>
                <c:pt idx="417">
                  <c:v>2035.87</c:v>
                </c:pt>
                <c:pt idx="418">
                  <c:v>2003.09</c:v>
                </c:pt>
                <c:pt idx="419">
                  <c:v>1971.4</c:v>
                </c:pt>
                <c:pt idx="420">
                  <c:v>1940.95</c:v>
                </c:pt>
                <c:pt idx="421">
                  <c:v>1911.87</c:v>
                </c:pt>
                <c:pt idx="422">
                  <c:v>1884.23</c:v>
                </c:pt>
                <c:pt idx="423">
                  <c:v>1858.05</c:v>
                </c:pt>
                <c:pt idx="424">
                  <c:v>1833.34</c:v>
                </c:pt>
                <c:pt idx="425">
                  <c:v>1810.03</c:v>
                </c:pt>
                <c:pt idx="426">
                  <c:v>1788.04</c:v>
                </c:pt>
                <c:pt idx="427">
                  <c:v>1767.28</c:v>
                </c:pt>
                <c:pt idx="428">
                  <c:v>1747.59</c:v>
                </c:pt>
                <c:pt idx="429">
                  <c:v>1728.86</c:v>
                </c:pt>
                <c:pt idx="430">
                  <c:v>1710.91</c:v>
                </c:pt>
                <c:pt idx="431">
                  <c:v>1693.63</c:v>
                </c:pt>
                <c:pt idx="432">
                  <c:v>1676.87</c:v>
                </c:pt>
                <c:pt idx="433">
                  <c:v>1660.53</c:v>
                </c:pt>
                <c:pt idx="434">
                  <c:v>1644.53</c:v>
                </c:pt>
                <c:pt idx="435">
                  <c:v>1628.83</c:v>
                </c:pt>
                <c:pt idx="436">
                  <c:v>1613.43</c:v>
                </c:pt>
                <c:pt idx="437">
                  <c:v>1598.36</c:v>
                </c:pt>
                <c:pt idx="438">
                  <c:v>1583.72</c:v>
                </c:pt>
                <c:pt idx="439">
                  <c:v>1569.65</c:v>
                </c:pt>
                <c:pt idx="440">
                  <c:v>1556.34</c:v>
                </c:pt>
                <c:pt idx="441">
                  <c:v>1544.01</c:v>
                </c:pt>
                <c:pt idx="442">
                  <c:v>1532.94</c:v>
                </c:pt>
                <c:pt idx="443">
                  <c:v>1523.44</c:v>
                </c:pt>
                <c:pt idx="444">
                  <c:v>1515.83</c:v>
                </c:pt>
                <c:pt idx="445">
                  <c:v>1510.47</c:v>
                </c:pt>
                <c:pt idx="446">
                  <c:v>1507.7</c:v>
                </c:pt>
                <c:pt idx="447">
                  <c:v>1507.88</c:v>
                </c:pt>
                <c:pt idx="448">
                  <c:v>1511.32</c:v>
                </c:pt>
                <c:pt idx="449">
                  <c:v>1518.34</c:v>
                </c:pt>
                <c:pt idx="450">
                  <c:v>1529.18</c:v>
                </c:pt>
                <c:pt idx="451">
                  <c:v>1544.06</c:v>
                </c:pt>
                <c:pt idx="452">
                  <c:v>1563.11</c:v>
                </c:pt>
                <c:pt idx="453">
                  <c:v>1586.42</c:v>
                </c:pt>
                <c:pt idx="454">
                  <c:v>1613.97</c:v>
                </c:pt>
                <c:pt idx="455">
                  <c:v>1645.67</c:v>
                </c:pt>
                <c:pt idx="456">
                  <c:v>1681.36</c:v>
                </c:pt>
                <c:pt idx="457">
                  <c:v>1720.77</c:v>
                </c:pt>
                <c:pt idx="458">
                  <c:v>1763.57</c:v>
                </c:pt>
                <c:pt idx="459">
                  <c:v>1809.34</c:v>
                </c:pt>
                <c:pt idx="460">
                  <c:v>1857.57</c:v>
                </c:pt>
                <c:pt idx="461">
                  <c:v>1907.72</c:v>
                </c:pt>
                <c:pt idx="462">
                  <c:v>1959.19</c:v>
                </c:pt>
                <c:pt idx="463">
                  <c:v>2011.31</c:v>
                </c:pt>
                <c:pt idx="464">
                  <c:v>2063.4299999999998</c:v>
                </c:pt>
                <c:pt idx="465">
                  <c:v>2114.85</c:v>
                </c:pt>
                <c:pt idx="466">
                  <c:v>2164.91</c:v>
                </c:pt>
                <c:pt idx="467">
                  <c:v>2212.94</c:v>
                </c:pt>
                <c:pt idx="468">
                  <c:v>2258.31</c:v>
                </c:pt>
                <c:pt idx="469">
                  <c:v>2300.46</c:v>
                </c:pt>
                <c:pt idx="470">
                  <c:v>2338.86</c:v>
                </c:pt>
                <c:pt idx="471">
                  <c:v>2373.0700000000002</c:v>
                </c:pt>
                <c:pt idx="472">
                  <c:v>2402.7399999999998</c:v>
                </c:pt>
                <c:pt idx="473">
                  <c:v>2427.59</c:v>
                </c:pt>
                <c:pt idx="474">
                  <c:v>2447.4299999999998</c:v>
                </c:pt>
                <c:pt idx="475">
                  <c:v>2462.1999999999998</c:v>
                </c:pt>
                <c:pt idx="476">
                  <c:v>2471.88</c:v>
                </c:pt>
                <c:pt idx="477">
                  <c:v>2476.59</c:v>
                </c:pt>
                <c:pt idx="478">
                  <c:v>2476.52</c:v>
                </c:pt>
                <c:pt idx="479">
                  <c:v>2471.92</c:v>
                </c:pt>
                <c:pt idx="480">
                  <c:v>2463.13</c:v>
                </c:pt>
                <c:pt idx="481">
                  <c:v>2450.56</c:v>
                </c:pt>
                <c:pt idx="482">
                  <c:v>2434.63</c:v>
                </c:pt>
                <c:pt idx="483">
                  <c:v>2415.83</c:v>
                </c:pt>
                <c:pt idx="484">
                  <c:v>2394.66</c:v>
                </c:pt>
                <c:pt idx="485">
                  <c:v>2371.63</c:v>
                </c:pt>
                <c:pt idx="486">
                  <c:v>2347.2399999999998</c:v>
                </c:pt>
                <c:pt idx="487">
                  <c:v>2321.98</c:v>
                </c:pt>
                <c:pt idx="488">
                  <c:v>2296.3200000000002</c:v>
                </c:pt>
                <c:pt idx="489">
                  <c:v>2270.69</c:v>
                </c:pt>
                <c:pt idx="490">
                  <c:v>2245.4699999999998</c:v>
                </c:pt>
                <c:pt idx="491">
                  <c:v>2221.02</c:v>
                </c:pt>
                <c:pt idx="492">
                  <c:v>2197.62</c:v>
                </c:pt>
                <c:pt idx="493">
                  <c:v>2175.5100000000002</c:v>
                </c:pt>
                <c:pt idx="494">
                  <c:v>2154.87</c:v>
                </c:pt>
                <c:pt idx="495">
                  <c:v>2135.83</c:v>
                </c:pt>
                <c:pt idx="496">
                  <c:v>2118.48</c:v>
                </c:pt>
                <c:pt idx="497">
                  <c:v>2102.85</c:v>
                </c:pt>
                <c:pt idx="498">
                  <c:v>2088.9299999999998</c:v>
                </c:pt>
                <c:pt idx="499">
                  <c:v>2076.6799999999998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DC9-47AF-A63A-7A32485A6DB7}"/>
            </c:ext>
          </c:extLst>
        </c:ser>
        <c:ser>
          <c:idx val="1"/>
          <c:order val="1"/>
          <c:tx>
            <c:v>電流1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工作表1!$DU$1:$DU$500</c:f>
              <c:numCache>
                <c:formatCode>General</c:formatCode>
                <c:ptCount val="500"/>
                <c:pt idx="0">
                  <c:v>2358.34</c:v>
                </c:pt>
                <c:pt idx="1">
                  <c:v>2250.7800000000002</c:v>
                </c:pt>
                <c:pt idx="2">
                  <c:v>2145.09</c:v>
                </c:pt>
                <c:pt idx="3">
                  <c:v>2042.87</c:v>
                </c:pt>
                <c:pt idx="4">
                  <c:v>1945.63</c:v>
                </c:pt>
                <c:pt idx="5">
                  <c:v>1854.74</c:v>
                </c:pt>
                <c:pt idx="6">
                  <c:v>1771.45</c:v>
                </c:pt>
                <c:pt idx="7">
                  <c:v>1696.78</c:v>
                </c:pt>
                <c:pt idx="8">
                  <c:v>1631.57</c:v>
                </c:pt>
                <c:pt idx="9">
                  <c:v>1576.44</c:v>
                </c:pt>
                <c:pt idx="10">
                  <c:v>1531.76</c:v>
                </c:pt>
                <c:pt idx="11">
                  <c:v>1497.69</c:v>
                </c:pt>
                <c:pt idx="12">
                  <c:v>1474.13</c:v>
                </c:pt>
                <c:pt idx="13">
                  <c:v>1460.8</c:v>
                </c:pt>
                <c:pt idx="14">
                  <c:v>1457.18</c:v>
                </c:pt>
                <c:pt idx="15">
                  <c:v>1462.59</c:v>
                </c:pt>
                <c:pt idx="16">
                  <c:v>1476.19</c:v>
                </c:pt>
                <c:pt idx="17">
                  <c:v>1497.02</c:v>
                </c:pt>
                <c:pt idx="18">
                  <c:v>1524.02</c:v>
                </c:pt>
                <c:pt idx="19">
                  <c:v>1556.08</c:v>
                </c:pt>
                <c:pt idx="20">
                  <c:v>1592.06</c:v>
                </c:pt>
                <c:pt idx="21">
                  <c:v>1630.83</c:v>
                </c:pt>
                <c:pt idx="22">
                  <c:v>1671.28</c:v>
                </c:pt>
                <c:pt idx="23">
                  <c:v>1712.4</c:v>
                </c:pt>
                <c:pt idx="24">
                  <c:v>1753.24</c:v>
                </c:pt>
                <c:pt idx="25">
                  <c:v>1792.97</c:v>
                </c:pt>
                <c:pt idx="26">
                  <c:v>1830.91</c:v>
                </c:pt>
                <c:pt idx="27">
                  <c:v>1866.47</c:v>
                </c:pt>
                <c:pt idx="28">
                  <c:v>1899.24</c:v>
                </c:pt>
                <c:pt idx="29">
                  <c:v>1928.93</c:v>
                </c:pt>
                <c:pt idx="30">
                  <c:v>1955.39</c:v>
                </c:pt>
                <c:pt idx="31">
                  <c:v>1978.6</c:v>
                </c:pt>
                <c:pt idx="32">
                  <c:v>1998.65</c:v>
                </c:pt>
                <c:pt idx="33">
                  <c:v>2015.72</c:v>
                </c:pt>
                <c:pt idx="34">
                  <c:v>2030.07</c:v>
                </c:pt>
                <c:pt idx="35">
                  <c:v>2042.02</c:v>
                </c:pt>
                <c:pt idx="36">
                  <c:v>2051.91</c:v>
                </c:pt>
                <c:pt idx="37">
                  <c:v>2060.12</c:v>
                </c:pt>
                <c:pt idx="38">
                  <c:v>2066.9899999999998</c:v>
                </c:pt>
                <c:pt idx="39">
                  <c:v>2072.85</c:v>
                </c:pt>
                <c:pt idx="40">
                  <c:v>2078</c:v>
                </c:pt>
                <c:pt idx="41">
                  <c:v>2082.65</c:v>
                </c:pt>
                <c:pt idx="42">
                  <c:v>2086.9899999999998</c:v>
                </c:pt>
                <c:pt idx="43">
                  <c:v>2091.09</c:v>
                </c:pt>
                <c:pt idx="44">
                  <c:v>2094.9899999999998</c:v>
                </c:pt>
                <c:pt idx="45">
                  <c:v>2098.62</c:v>
                </c:pt>
                <c:pt idx="46">
                  <c:v>2101.86</c:v>
                </c:pt>
                <c:pt idx="47">
                  <c:v>2104.54</c:v>
                </c:pt>
                <c:pt idx="48">
                  <c:v>2106.41</c:v>
                </c:pt>
                <c:pt idx="49">
                  <c:v>2107.21</c:v>
                </c:pt>
                <c:pt idx="50">
                  <c:v>2106.63</c:v>
                </c:pt>
                <c:pt idx="51">
                  <c:v>2104.39</c:v>
                </c:pt>
                <c:pt idx="52">
                  <c:v>2100.17</c:v>
                </c:pt>
                <c:pt idx="53">
                  <c:v>2093.7199999999998</c:v>
                </c:pt>
                <c:pt idx="54">
                  <c:v>2084.8000000000002</c:v>
                </c:pt>
                <c:pt idx="55">
                  <c:v>2073.21</c:v>
                </c:pt>
                <c:pt idx="56">
                  <c:v>2058.85</c:v>
                </c:pt>
                <c:pt idx="57">
                  <c:v>2041.66</c:v>
                </c:pt>
                <c:pt idx="58">
                  <c:v>2021.65</c:v>
                </c:pt>
                <c:pt idx="59">
                  <c:v>1998.93</c:v>
                </c:pt>
                <c:pt idx="60">
                  <c:v>1973.66</c:v>
                </c:pt>
                <c:pt idx="61">
                  <c:v>1946.1</c:v>
                </c:pt>
                <c:pt idx="62">
                  <c:v>1916.55</c:v>
                </c:pt>
                <c:pt idx="63">
                  <c:v>1885.39</c:v>
                </c:pt>
                <c:pt idx="64">
                  <c:v>1853.03</c:v>
                </c:pt>
                <c:pt idx="65">
                  <c:v>1819.92</c:v>
                </c:pt>
                <c:pt idx="66">
                  <c:v>1786.53</c:v>
                </c:pt>
                <c:pt idx="67">
                  <c:v>1753.32</c:v>
                </c:pt>
                <c:pt idx="68">
                  <c:v>1720.78</c:v>
                </c:pt>
                <c:pt idx="69">
                  <c:v>1689.33</c:v>
                </c:pt>
                <c:pt idx="70">
                  <c:v>1659.38</c:v>
                </c:pt>
                <c:pt idx="71">
                  <c:v>1631.28</c:v>
                </c:pt>
                <c:pt idx="72">
                  <c:v>1605.34</c:v>
                </c:pt>
                <c:pt idx="73">
                  <c:v>1581.78</c:v>
                </c:pt>
                <c:pt idx="74">
                  <c:v>1560.77</c:v>
                </c:pt>
                <c:pt idx="75">
                  <c:v>1542.39</c:v>
                </c:pt>
                <c:pt idx="76">
                  <c:v>1526.66</c:v>
                </c:pt>
                <c:pt idx="77">
                  <c:v>1513.53</c:v>
                </c:pt>
                <c:pt idx="78">
                  <c:v>1502.87</c:v>
                </c:pt>
                <c:pt idx="79">
                  <c:v>1494.52</c:v>
                </c:pt>
                <c:pt idx="80">
                  <c:v>1488.24</c:v>
                </c:pt>
                <c:pt idx="81">
                  <c:v>1483.79</c:v>
                </c:pt>
                <c:pt idx="82">
                  <c:v>1480.86</c:v>
                </c:pt>
                <c:pt idx="83">
                  <c:v>1479.17</c:v>
                </c:pt>
                <c:pt idx="84">
                  <c:v>1478.42</c:v>
                </c:pt>
                <c:pt idx="85">
                  <c:v>1478.31</c:v>
                </c:pt>
                <c:pt idx="86">
                  <c:v>1478.59</c:v>
                </c:pt>
                <c:pt idx="87">
                  <c:v>1479.03</c:v>
                </c:pt>
                <c:pt idx="88">
                  <c:v>1479.43</c:v>
                </c:pt>
                <c:pt idx="89">
                  <c:v>1479.66</c:v>
                </c:pt>
                <c:pt idx="90">
                  <c:v>1479.64</c:v>
                </c:pt>
                <c:pt idx="91">
                  <c:v>1479.33</c:v>
                </c:pt>
                <c:pt idx="92">
                  <c:v>1478.75</c:v>
                </c:pt>
                <c:pt idx="93">
                  <c:v>1477.99</c:v>
                </c:pt>
                <c:pt idx="94">
                  <c:v>1477.18</c:v>
                </c:pt>
                <c:pt idx="95">
                  <c:v>1476.5</c:v>
                </c:pt>
                <c:pt idx="96">
                  <c:v>1476.14</c:v>
                </c:pt>
                <c:pt idx="97">
                  <c:v>1476.36</c:v>
                </c:pt>
                <c:pt idx="98">
                  <c:v>1477.41</c:v>
                </c:pt>
                <c:pt idx="99">
                  <c:v>1479.54</c:v>
                </c:pt>
                <c:pt idx="100">
                  <c:v>1483.03</c:v>
                </c:pt>
                <c:pt idx="101">
                  <c:v>1488.11</c:v>
                </c:pt>
                <c:pt idx="102">
                  <c:v>1495.02</c:v>
                </c:pt>
                <c:pt idx="103">
                  <c:v>1503.94</c:v>
                </c:pt>
                <c:pt idx="104">
                  <c:v>1515.01</c:v>
                </c:pt>
                <c:pt idx="105">
                  <c:v>1528.35</c:v>
                </c:pt>
                <c:pt idx="106">
                  <c:v>1544</c:v>
                </c:pt>
                <c:pt idx="107">
                  <c:v>1561.95</c:v>
                </c:pt>
                <c:pt idx="108">
                  <c:v>1582.15</c:v>
                </c:pt>
                <c:pt idx="109">
                  <c:v>1604.46</c:v>
                </c:pt>
                <c:pt idx="110">
                  <c:v>1628.73</c:v>
                </c:pt>
                <c:pt idx="111">
                  <c:v>1654.71</c:v>
                </c:pt>
                <c:pt idx="112">
                  <c:v>1682.16</c:v>
                </c:pt>
                <c:pt idx="113">
                  <c:v>1710.75</c:v>
                </c:pt>
                <c:pt idx="114">
                  <c:v>1740.14</c:v>
                </c:pt>
                <c:pt idx="115">
                  <c:v>1769.99</c:v>
                </c:pt>
                <c:pt idx="116">
                  <c:v>1799.9</c:v>
                </c:pt>
                <c:pt idx="117">
                  <c:v>1829.51</c:v>
                </c:pt>
                <c:pt idx="118">
                  <c:v>1858.43</c:v>
                </c:pt>
                <c:pt idx="119">
                  <c:v>1886.3</c:v>
                </c:pt>
                <c:pt idx="120">
                  <c:v>1912.77</c:v>
                </c:pt>
                <c:pt idx="121">
                  <c:v>1937.53</c:v>
                </c:pt>
                <c:pt idx="122">
                  <c:v>1960.29</c:v>
                </c:pt>
                <c:pt idx="123">
                  <c:v>1980.8</c:v>
                </c:pt>
                <c:pt idx="124">
                  <c:v>1998.87</c:v>
                </c:pt>
                <c:pt idx="125">
                  <c:v>2014.32</c:v>
                </c:pt>
                <c:pt idx="126">
                  <c:v>2027.05</c:v>
                </c:pt>
                <c:pt idx="127">
                  <c:v>2036.98</c:v>
                </c:pt>
                <c:pt idx="128">
                  <c:v>2044.09</c:v>
                </c:pt>
                <c:pt idx="129">
                  <c:v>2048.39</c:v>
                </c:pt>
                <c:pt idx="130">
                  <c:v>2049.94</c:v>
                </c:pt>
                <c:pt idx="131">
                  <c:v>2048.83</c:v>
                </c:pt>
                <c:pt idx="132">
                  <c:v>2045.18</c:v>
                </c:pt>
                <c:pt idx="133">
                  <c:v>2039.15</c:v>
                </c:pt>
                <c:pt idx="134">
                  <c:v>2030.9</c:v>
                </c:pt>
                <c:pt idx="135">
                  <c:v>2020.61</c:v>
                </c:pt>
                <c:pt idx="136">
                  <c:v>2008.5</c:v>
                </c:pt>
                <c:pt idx="137">
                  <c:v>1994.76</c:v>
                </c:pt>
                <c:pt idx="138">
                  <c:v>1979.6</c:v>
                </c:pt>
                <c:pt idx="139">
                  <c:v>1963.23</c:v>
                </c:pt>
                <c:pt idx="140">
                  <c:v>1945.85</c:v>
                </c:pt>
                <c:pt idx="141">
                  <c:v>1927.65</c:v>
                </c:pt>
                <c:pt idx="142">
                  <c:v>1908.83</c:v>
                </c:pt>
                <c:pt idx="143">
                  <c:v>1889.55</c:v>
                </c:pt>
                <c:pt idx="144">
                  <c:v>1869.98</c:v>
                </c:pt>
                <c:pt idx="145">
                  <c:v>1850.26</c:v>
                </c:pt>
                <c:pt idx="146">
                  <c:v>1830.52</c:v>
                </c:pt>
                <c:pt idx="147">
                  <c:v>1810.89</c:v>
                </c:pt>
                <c:pt idx="148">
                  <c:v>1791.48</c:v>
                </c:pt>
                <c:pt idx="149">
                  <c:v>1772.38</c:v>
                </c:pt>
                <c:pt idx="150">
                  <c:v>1753.68</c:v>
                </c:pt>
                <c:pt idx="151">
                  <c:v>1735.45</c:v>
                </c:pt>
                <c:pt idx="152">
                  <c:v>1717.76</c:v>
                </c:pt>
                <c:pt idx="153">
                  <c:v>1700.66</c:v>
                </c:pt>
                <c:pt idx="154">
                  <c:v>1684.22</c:v>
                </c:pt>
                <c:pt idx="155">
                  <c:v>1668.47</c:v>
                </c:pt>
                <c:pt idx="156">
                  <c:v>1653.46</c:v>
                </c:pt>
                <c:pt idx="157">
                  <c:v>1639.23</c:v>
                </c:pt>
                <c:pt idx="158">
                  <c:v>1625.8</c:v>
                </c:pt>
                <c:pt idx="159">
                  <c:v>1613.21</c:v>
                </c:pt>
                <c:pt idx="160">
                  <c:v>1601.47</c:v>
                </c:pt>
                <c:pt idx="161">
                  <c:v>1590.6</c:v>
                </c:pt>
                <c:pt idx="162">
                  <c:v>1580.61</c:v>
                </c:pt>
                <c:pt idx="163">
                  <c:v>1571.51</c:v>
                </c:pt>
                <c:pt idx="164">
                  <c:v>1563.29</c:v>
                </c:pt>
                <c:pt idx="165">
                  <c:v>1555.96</c:v>
                </c:pt>
                <c:pt idx="166">
                  <c:v>1549.48</c:v>
                </c:pt>
                <c:pt idx="167">
                  <c:v>1543.85</c:v>
                </c:pt>
                <c:pt idx="168">
                  <c:v>1539.03</c:v>
                </c:pt>
                <c:pt idx="169">
                  <c:v>1534.98</c:v>
                </c:pt>
                <c:pt idx="170">
                  <c:v>1531.66</c:v>
                </c:pt>
                <c:pt idx="171">
                  <c:v>1529.03</c:v>
                </c:pt>
                <c:pt idx="172">
                  <c:v>1527.03</c:v>
                </c:pt>
                <c:pt idx="173">
                  <c:v>1525.61</c:v>
                </c:pt>
                <c:pt idx="174">
                  <c:v>1524.71</c:v>
                </c:pt>
                <c:pt idx="175">
                  <c:v>1524.27</c:v>
                </c:pt>
                <c:pt idx="176">
                  <c:v>1524.25</c:v>
                </c:pt>
                <c:pt idx="177">
                  <c:v>1524.6</c:v>
                </c:pt>
                <c:pt idx="178">
                  <c:v>1525.27</c:v>
                </c:pt>
                <c:pt idx="179">
                  <c:v>1526.25</c:v>
                </c:pt>
                <c:pt idx="180">
                  <c:v>1527.51</c:v>
                </c:pt>
                <c:pt idx="181">
                  <c:v>1529.06</c:v>
                </c:pt>
                <c:pt idx="182">
                  <c:v>1530.9</c:v>
                </c:pt>
                <c:pt idx="183">
                  <c:v>1533.06</c:v>
                </c:pt>
                <c:pt idx="184">
                  <c:v>1535.6</c:v>
                </c:pt>
                <c:pt idx="185">
                  <c:v>1538.56</c:v>
                </c:pt>
                <c:pt idx="186">
                  <c:v>1542.04</c:v>
                </c:pt>
                <c:pt idx="187">
                  <c:v>1546.13</c:v>
                </c:pt>
                <c:pt idx="188">
                  <c:v>1550.94</c:v>
                </c:pt>
                <c:pt idx="189">
                  <c:v>1556.58</c:v>
                </c:pt>
                <c:pt idx="190">
                  <c:v>1563.19</c:v>
                </c:pt>
                <c:pt idx="191">
                  <c:v>1570.89</c:v>
                </c:pt>
                <c:pt idx="192">
                  <c:v>1579.82</c:v>
                </c:pt>
                <c:pt idx="193">
                  <c:v>1590.09</c:v>
                </c:pt>
                <c:pt idx="194">
                  <c:v>1601.84</c:v>
                </c:pt>
                <c:pt idx="195">
                  <c:v>1615.15</c:v>
                </c:pt>
                <c:pt idx="196">
                  <c:v>1630.12</c:v>
                </c:pt>
                <c:pt idx="197">
                  <c:v>1646.79</c:v>
                </c:pt>
                <c:pt idx="198">
                  <c:v>1665.2</c:v>
                </c:pt>
                <c:pt idx="199">
                  <c:v>1685.34</c:v>
                </c:pt>
                <c:pt idx="200">
                  <c:v>1707.18</c:v>
                </c:pt>
                <c:pt idx="201">
                  <c:v>1730.63</c:v>
                </c:pt>
                <c:pt idx="202">
                  <c:v>1755.57</c:v>
                </c:pt>
                <c:pt idx="203">
                  <c:v>1781.86</c:v>
                </c:pt>
                <c:pt idx="204">
                  <c:v>1809.29</c:v>
                </c:pt>
                <c:pt idx="205">
                  <c:v>1837.63</c:v>
                </c:pt>
                <c:pt idx="206">
                  <c:v>1866.62</c:v>
                </c:pt>
                <c:pt idx="207">
                  <c:v>1895.95</c:v>
                </c:pt>
                <c:pt idx="208">
                  <c:v>1925.31</c:v>
                </c:pt>
                <c:pt idx="209">
                  <c:v>1954.36</c:v>
                </c:pt>
                <c:pt idx="210">
                  <c:v>1982.73</c:v>
                </c:pt>
                <c:pt idx="211">
                  <c:v>2010.07</c:v>
                </c:pt>
                <c:pt idx="212">
                  <c:v>2036.02</c:v>
                </c:pt>
                <c:pt idx="213">
                  <c:v>2060.23</c:v>
                </c:pt>
                <c:pt idx="214">
                  <c:v>2082.38</c:v>
                </c:pt>
                <c:pt idx="215">
                  <c:v>2102.15</c:v>
                </c:pt>
                <c:pt idx="216">
                  <c:v>2119.27</c:v>
                </c:pt>
                <c:pt idx="217">
                  <c:v>2133.5</c:v>
                </c:pt>
                <c:pt idx="218">
                  <c:v>2144.63</c:v>
                </c:pt>
                <c:pt idx="219">
                  <c:v>2152.5300000000002</c:v>
                </c:pt>
                <c:pt idx="220">
                  <c:v>2157.08</c:v>
                </c:pt>
                <c:pt idx="221">
                  <c:v>2158.2399999999998</c:v>
                </c:pt>
                <c:pt idx="222">
                  <c:v>2156</c:v>
                </c:pt>
                <c:pt idx="223">
                  <c:v>2150.41</c:v>
                </c:pt>
                <c:pt idx="224">
                  <c:v>2141.5700000000002</c:v>
                </c:pt>
                <c:pt idx="225">
                  <c:v>2129.62</c:v>
                </c:pt>
                <c:pt idx="226">
                  <c:v>2114.7399999999998</c:v>
                </c:pt>
                <c:pt idx="227">
                  <c:v>2097.15</c:v>
                </c:pt>
                <c:pt idx="228">
                  <c:v>2077.1</c:v>
                </c:pt>
                <c:pt idx="229">
                  <c:v>2054.85</c:v>
                </c:pt>
                <c:pt idx="230">
                  <c:v>2030.69</c:v>
                </c:pt>
                <c:pt idx="231">
                  <c:v>2004.92</c:v>
                </c:pt>
                <c:pt idx="232">
                  <c:v>1977.85</c:v>
                </c:pt>
                <c:pt idx="233">
                  <c:v>1949.77</c:v>
                </c:pt>
                <c:pt idx="234">
                  <c:v>1920.98</c:v>
                </c:pt>
                <c:pt idx="235">
                  <c:v>1891.76</c:v>
                </c:pt>
                <c:pt idx="236">
                  <c:v>1862.37</c:v>
                </c:pt>
                <c:pt idx="237">
                  <c:v>1833.06</c:v>
                </c:pt>
                <c:pt idx="238">
                  <c:v>1804.05</c:v>
                </c:pt>
                <c:pt idx="239">
                  <c:v>1775.55</c:v>
                </c:pt>
                <c:pt idx="240">
                  <c:v>1747.72</c:v>
                </c:pt>
                <c:pt idx="241">
                  <c:v>1720.72</c:v>
                </c:pt>
                <c:pt idx="242">
                  <c:v>1694.69</c:v>
                </c:pt>
                <c:pt idx="243">
                  <c:v>1669.72</c:v>
                </c:pt>
                <c:pt idx="244">
                  <c:v>1645.92</c:v>
                </c:pt>
                <c:pt idx="245">
                  <c:v>1623.35</c:v>
                </c:pt>
                <c:pt idx="246">
                  <c:v>1602.07</c:v>
                </c:pt>
                <c:pt idx="247">
                  <c:v>1582.14</c:v>
                </c:pt>
                <c:pt idx="248">
                  <c:v>1563.59</c:v>
                </c:pt>
                <c:pt idx="249">
                  <c:v>1546.46</c:v>
                </c:pt>
                <c:pt idx="250">
                  <c:v>1530.78</c:v>
                </c:pt>
                <c:pt idx="251">
                  <c:v>1516.57</c:v>
                </c:pt>
                <c:pt idx="252">
                  <c:v>1503.86</c:v>
                </c:pt>
                <c:pt idx="253">
                  <c:v>1492.68</c:v>
                </c:pt>
                <c:pt idx="254">
                  <c:v>1483.05</c:v>
                </c:pt>
                <c:pt idx="255">
                  <c:v>1474.99</c:v>
                </c:pt>
                <c:pt idx="256">
                  <c:v>1468.54</c:v>
                </c:pt>
                <c:pt idx="257">
                  <c:v>1463.7</c:v>
                </c:pt>
                <c:pt idx="258">
                  <c:v>1460.51</c:v>
                </c:pt>
                <c:pt idx="259">
                  <c:v>1458.97</c:v>
                </c:pt>
                <c:pt idx="260">
                  <c:v>1459.1</c:v>
                </c:pt>
                <c:pt idx="261">
                  <c:v>1460.9</c:v>
                </c:pt>
                <c:pt idx="262">
                  <c:v>1464.36</c:v>
                </c:pt>
                <c:pt idx="263">
                  <c:v>1469.46</c:v>
                </c:pt>
                <c:pt idx="264">
                  <c:v>1476.2</c:v>
                </c:pt>
                <c:pt idx="265">
                  <c:v>1484.52</c:v>
                </c:pt>
                <c:pt idx="266">
                  <c:v>1494.4</c:v>
                </c:pt>
                <c:pt idx="267">
                  <c:v>1505.77</c:v>
                </c:pt>
                <c:pt idx="268">
                  <c:v>1518.57</c:v>
                </c:pt>
                <c:pt idx="269">
                  <c:v>1532.75</c:v>
                </c:pt>
                <c:pt idx="270">
                  <c:v>1548.22</c:v>
                </c:pt>
                <c:pt idx="271">
                  <c:v>1564.9</c:v>
                </c:pt>
                <c:pt idx="272">
                  <c:v>1582.71</c:v>
                </c:pt>
                <c:pt idx="273">
                  <c:v>1601.57</c:v>
                </c:pt>
                <c:pt idx="274">
                  <c:v>1621.38</c:v>
                </c:pt>
                <c:pt idx="275">
                  <c:v>1642.06</c:v>
                </c:pt>
                <c:pt idx="276">
                  <c:v>1663.53</c:v>
                </c:pt>
                <c:pt idx="277">
                  <c:v>1685.69</c:v>
                </c:pt>
                <c:pt idx="278">
                  <c:v>1708.46</c:v>
                </c:pt>
                <c:pt idx="279">
                  <c:v>1731.75</c:v>
                </c:pt>
                <c:pt idx="280">
                  <c:v>1755.49</c:v>
                </c:pt>
                <c:pt idx="281">
                  <c:v>1779.59</c:v>
                </c:pt>
                <c:pt idx="282">
                  <c:v>1803.94</c:v>
                </c:pt>
                <c:pt idx="283">
                  <c:v>1828.48</c:v>
                </c:pt>
                <c:pt idx="284">
                  <c:v>1853.08</c:v>
                </c:pt>
                <c:pt idx="285">
                  <c:v>1877.65</c:v>
                </c:pt>
                <c:pt idx="286">
                  <c:v>1902.08</c:v>
                </c:pt>
                <c:pt idx="287">
                  <c:v>1926.22</c:v>
                </c:pt>
                <c:pt idx="288">
                  <c:v>1949.95</c:v>
                </c:pt>
                <c:pt idx="289">
                  <c:v>1973.1</c:v>
                </c:pt>
                <c:pt idx="290">
                  <c:v>1995.52</c:v>
                </c:pt>
                <c:pt idx="291">
                  <c:v>2017.03</c:v>
                </c:pt>
                <c:pt idx="292">
                  <c:v>2037.43</c:v>
                </c:pt>
                <c:pt idx="293">
                  <c:v>2056.54</c:v>
                </c:pt>
                <c:pt idx="294">
                  <c:v>2074.14</c:v>
                </c:pt>
                <c:pt idx="295">
                  <c:v>2090.0300000000002</c:v>
                </c:pt>
                <c:pt idx="296">
                  <c:v>2103.9899999999998</c:v>
                </c:pt>
                <c:pt idx="297">
                  <c:v>2115.84</c:v>
                </c:pt>
                <c:pt idx="298">
                  <c:v>2125.38</c:v>
                </c:pt>
                <c:pt idx="299">
                  <c:v>2132.41</c:v>
                </c:pt>
                <c:pt idx="300">
                  <c:v>2136.8000000000002</c:v>
                </c:pt>
                <c:pt idx="301">
                  <c:v>2138.39</c:v>
                </c:pt>
                <c:pt idx="302">
                  <c:v>2137.09</c:v>
                </c:pt>
                <c:pt idx="303">
                  <c:v>2132.8200000000002</c:v>
                </c:pt>
                <c:pt idx="304">
                  <c:v>2125.5300000000002</c:v>
                </c:pt>
                <c:pt idx="305">
                  <c:v>2115.23</c:v>
                </c:pt>
                <c:pt idx="306">
                  <c:v>2101.9699999999998</c:v>
                </c:pt>
                <c:pt idx="307">
                  <c:v>2085.81</c:v>
                </c:pt>
                <c:pt idx="308">
                  <c:v>2066.89</c:v>
                </c:pt>
                <c:pt idx="309">
                  <c:v>2045.37</c:v>
                </c:pt>
                <c:pt idx="310">
                  <c:v>2021.45</c:v>
                </c:pt>
                <c:pt idx="311">
                  <c:v>1995.37</c:v>
                </c:pt>
                <c:pt idx="312">
                  <c:v>1967.38</c:v>
                </c:pt>
                <c:pt idx="313">
                  <c:v>1937.8</c:v>
                </c:pt>
                <c:pt idx="314">
                  <c:v>1906.92</c:v>
                </c:pt>
                <c:pt idx="315">
                  <c:v>1875.08</c:v>
                </c:pt>
                <c:pt idx="316">
                  <c:v>1842.61</c:v>
                </c:pt>
                <c:pt idx="317">
                  <c:v>1809.85</c:v>
                </c:pt>
                <c:pt idx="318">
                  <c:v>1777.13</c:v>
                </c:pt>
                <c:pt idx="319">
                  <c:v>1744.77</c:v>
                </c:pt>
                <c:pt idx="320">
                  <c:v>1713.07</c:v>
                </c:pt>
                <c:pt idx="321">
                  <c:v>1682.33</c:v>
                </c:pt>
                <c:pt idx="322">
                  <c:v>1652.81</c:v>
                </c:pt>
                <c:pt idx="323">
                  <c:v>1624.73</c:v>
                </c:pt>
                <c:pt idx="324">
                  <c:v>1598.29</c:v>
                </c:pt>
                <c:pt idx="325">
                  <c:v>1573.68</c:v>
                </c:pt>
                <c:pt idx="326">
                  <c:v>1551.02</c:v>
                </c:pt>
                <c:pt idx="327">
                  <c:v>1530.42</c:v>
                </c:pt>
                <c:pt idx="328">
                  <c:v>1511.96</c:v>
                </c:pt>
                <c:pt idx="329">
                  <c:v>1495.69</c:v>
                </c:pt>
                <c:pt idx="330">
                  <c:v>1481.62</c:v>
                </c:pt>
                <c:pt idx="331">
                  <c:v>1469.76</c:v>
                </c:pt>
                <c:pt idx="332">
                  <c:v>1460.09</c:v>
                </c:pt>
                <c:pt idx="333">
                  <c:v>1452.56</c:v>
                </c:pt>
                <c:pt idx="334">
                  <c:v>1447.15</c:v>
                </c:pt>
                <c:pt idx="335">
                  <c:v>1443.78</c:v>
                </c:pt>
                <c:pt idx="336">
                  <c:v>1442.41</c:v>
                </c:pt>
                <c:pt idx="337">
                  <c:v>1442.97</c:v>
                </c:pt>
                <c:pt idx="338">
                  <c:v>1445.4</c:v>
                </c:pt>
                <c:pt idx="339">
                  <c:v>1449.65</c:v>
                </c:pt>
                <c:pt idx="340">
                  <c:v>1455.67</c:v>
                </c:pt>
                <c:pt idx="341">
                  <c:v>1463.39</c:v>
                </c:pt>
                <c:pt idx="342">
                  <c:v>1472.79</c:v>
                </c:pt>
                <c:pt idx="343">
                  <c:v>1483.81</c:v>
                </c:pt>
                <c:pt idx="344">
                  <c:v>1496.42</c:v>
                </c:pt>
                <c:pt idx="345">
                  <c:v>1510.57</c:v>
                </c:pt>
                <c:pt idx="346">
                  <c:v>1526.24</c:v>
                </c:pt>
                <c:pt idx="347">
                  <c:v>1543.36</c:v>
                </c:pt>
                <c:pt idx="348">
                  <c:v>1561.9</c:v>
                </c:pt>
                <c:pt idx="349">
                  <c:v>1581.8</c:v>
                </c:pt>
                <c:pt idx="350">
                  <c:v>1602.99</c:v>
                </c:pt>
                <c:pt idx="351">
                  <c:v>1625.39</c:v>
                </c:pt>
                <c:pt idx="352">
                  <c:v>1648.91</c:v>
                </c:pt>
                <c:pt idx="353">
                  <c:v>1673.45</c:v>
                </c:pt>
                <c:pt idx="354">
                  <c:v>1698.89</c:v>
                </c:pt>
                <c:pt idx="355">
                  <c:v>1725.09</c:v>
                </c:pt>
                <c:pt idx="356">
                  <c:v>1751.92</c:v>
                </c:pt>
                <c:pt idx="357">
                  <c:v>1779.21</c:v>
                </c:pt>
                <c:pt idx="358">
                  <c:v>1806.81</c:v>
                </c:pt>
                <c:pt idx="359">
                  <c:v>1834.53</c:v>
                </c:pt>
                <c:pt idx="360">
                  <c:v>1862.21</c:v>
                </c:pt>
                <c:pt idx="361">
                  <c:v>1889.65</c:v>
                </c:pt>
                <c:pt idx="362">
                  <c:v>1916.68</c:v>
                </c:pt>
                <c:pt idx="363">
                  <c:v>1943.14</c:v>
                </c:pt>
                <c:pt idx="364">
                  <c:v>1968.84</c:v>
                </c:pt>
                <c:pt idx="365">
                  <c:v>1993.63</c:v>
                </c:pt>
                <c:pt idx="366">
                  <c:v>2017.36</c:v>
                </c:pt>
                <c:pt idx="367">
                  <c:v>2039.9</c:v>
                </c:pt>
                <c:pt idx="368">
                  <c:v>2061.13</c:v>
                </c:pt>
                <c:pt idx="369">
                  <c:v>2080.96</c:v>
                </c:pt>
                <c:pt idx="370">
                  <c:v>2099.2800000000002</c:v>
                </c:pt>
                <c:pt idx="371">
                  <c:v>2116.04</c:v>
                </c:pt>
                <c:pt idx="372">
                  <c:v>2131.1799999999998</c:v>
                </c:pt>
                <c:pt idx="373">
                  <c:v>2144.65</c:v>
                </c:pt>
                <c:pt idx="374">
                  <c:v>2156.4299999999998</c:v>
                </c:pt>
                <c:pt idx="375">
                  <c:v>2166.5100000000002</c:v>
                </c:pt>
                <c:pt idx="376">
                  <c:v>2174.86</c:v>
                </c:pt>
                <c:pt idx="377">
                  <c:v>2181.5</c:v>
                </c:pt>
                <c:pt idx="378">
                  <c:v>2186.4</c:v>
                </c:pt>
                <c:pt idx="379">
                  <c:v>2189.58</c:v>
                </c:pt>
                <c:pt idx="380">
                  <c:v>2191.0300000000002</c:v>
                </c:pt>
                <c:pt idx="381">
                  <c:v>2190.75</c:v>
                </c:pt>
                <c:pt idx="382">
                  <c:v>2188.7199999999998</c:v>
                </c:pt>
                <c:pt idx="383">
                  <c:v>2184.9299999999998</c:v>
                </c:pt>
                <c:pt idx="384">
                  <c:v>2179.37</c:v>
                </c:pt>
                <c:pt idx="385">
                  <c:v>2172</c:v>
                </c:pt>
                <c:pt idx="386">
                  <c:v>2162.79</c:v>
                </c:pt>
                <c:pt idx="387">
                  <c:v>2151.7199999999998</c:v>
                </c:pt>
                <c:pt idx="388">
                  <c:v>2138.7399999999998</c:v>
                </c:pt>
                <c:pt idx="389">
                  <c:v>2123.85</c:v>
                </c:pt>
                <c:pt idx="390">
                  <c:v>2106.9899999999998</c:v>
                </c:pt>
                <c:pt idx="391">
                  <c:v>2088.1799999999998</c:v>
                </c:pt>
                <c:pt idx="392">
                  <c:v>2067.39</c:v>
                </c:pt>
                <c:pt idx="393">
                  <c:v>2044.65</c:v>
                </c:pt>
                <c:pt idx="394">
                  <c:v>2019.99</c:v>
                </c:pt>
                <c:pt idx="395">
                  <c:v>1993.46</c:v>
                </c:pt>
                <c:pt idx="396">
                  <c:v>1965.15</c:v>
                </c:pt>
                <c:pt idx="397">
                  <c:v>1935.17</c:v>
                </c:pt>
                <c:pt idx="398">
                  <c:v>1903.64</c:v>
                </c:pt>
                <c:pt idx="399">
                  <c:v>1870.75</c:v>
                </c:pt>
                <c:pt idx="400">
                  <c:v>1836.68</c:v>
                </c:pt>
                <c:pt idx="401">
                  <c:v>1801.65</c:v>
                </c:pt>
                <c:pt idx="402">
                  <c:v>1765.93</c:v>
                </c:pt>
                <c:pt idx="403">
                  <c:v>1729.78</c:v>
                </c:pt>
                <c:pt idx="404">
                  <c:v>1693.49</c:v>
                </c:pt>
                <c:pt idx="405">
                  <c:v>1657.37</c:v>
                </c:pt>
                <c:pt idx="406">
                  <c:v>1621.74</c:v>
                </c:pt>
                <c:pt idx="407">
                  <c:v>1586.92</c:v>
                </c:pt>
                <c:pt idx="408">
                  <c:v>1553.23</c:v>
                </c:pt>
                <c:pt idx="409">
                  <c:v>1520.98</c:v>
                </c:pt>
                <c:pt idx="410">
                  <c:v>1490.46</c:v>
                </c:pt>
                <c:pt idx="411">
                  <c:v>1461.95</c:v>
                </c:pt>
                <c:pt idx="412">
                  <c:v>1435.7</c:v>
                </c:pt>
                <c:pt idx="413">
                  <c:v>1411.94</c:v>
                </c:pt>
                <c:pt idx="414">
                  <c:v>1390.83</c:v>
                </c:pt>
                <c:pt idx="415">
                  <c:v>1372.54</c:v>
                </c:pt>
                <c:pt idx="416">
                  <c:v>1357.16</c:v>
                </c:pt>
                <c:pt idx="417">
                  <c:v>1344.76</c:v>
                </c:pt>
                <c:pt idx="418">
                  <c:v>1335.36</c:v>
                </c:pt>
                <c:pt idx="419">
                  <c:v>1328.94</c:v>
                </c:pt>
                <c:pt idx="420">
                  <c:v>1325.43</c:v>
                </c:pt>
                <c:pt idx="421">
                  <c:v>1324.75</c:v>
                </c:pt>
                <c:pt idx="422">
                  <c:v>1326.77</c:v>
                </c:pt>
                <c:pt idx="423">
                  <c:v>1331.33</c:v>
                </c:pt>
                <c:pt idx="424">
                  <c:v>1338.25</c:v>
                </c:pt>
                <c:pt idx="425">
                  <c:v>1347.35</c:v>
                </c:pt>
                <c:pt idx="426">
                  <c:v>1358.42</c:v>
                </c:pt>
                <c:pt idx="427">
                  <c:v>1371.27</c:v>
                </c:pt>
                <c:pt idx="428">
                  <c:v>1385.7</c:v>
                </c:pt>
                <c:pt idx="429">
                  <c:v>1401.52</c:v>
                </c:pt>
                <c:pt idx="430">
                  <c:v>1418.54</c:v>
                </c:pt>
                <c:pt idx="431">
                  <c:v>1436.63</c:v>
                </c:pt>
                <c:pt idx="432">
                  <c:v>1455.65</c:v>
                </c:pt>
                <c:pt idx="433">
                  <c:v>1475.49</c:v>
                </c:pt>
                <c:pt idx="434">
                  <c:v>1496.07</c:v>
                </c:pt>
                <c:pt idx="435">
                  <c:v>1517.35</c:v>
                </c:pt>
                <c:pt idx="436">
                  <c:v>1539.29</c:v>
                </c:pt>
                <c:pt idx="437">
                  <c:v>1561.91</c:v>
                </c:pt>
                <c:pt idx="438">
                  <c:v>1585.21</c:v>
                </c:pt>
                <c:pt idx="439">
                  <c:v>1609.25</c:v>
                </c:pt>
                <c:pt idx="440">
                  <c:v>1634.06</c:v>
                </c:pt>
                <c:pt idx="441">
                  <c:v>1659.71</c:v>
                </c:pt>
                <c:pt idx="442">
                  <c:v>1686.25</c:v>
                </c:pt>
                <c:pt idx="443">
                  <c:v>1713.73</c:v>
                </c:pt>
                <c:pt idx="444">
                  <c:v>1742.19</c:v>
                </c:pt>
                <c:pt idx="445">
                  <c:v>1771.66</c:v>
                </c:pt>
                <c:pt idx="446">
                  <c:v>1802.11</c:v>
                </c:pt>
                <c:pt idx="447">
                  <c:v>1833.52</c:v>
                </c:pt>
                <c:pt idx="448">
                  <c:v>1865.82</c:v>
                </c:pt>
                <c:pt idx="449">
                  <c:v>1898.9</c:v>
                </c:pt>
                <c:pt idx="450">
                  <c:v>1932.6</c:v>
                </c:pt>
                <c:pt idx="451">
                  <c:v>1966.74</c:v>
                </c:pt>
                <c:pt idx="452">
                  <c:v>2001.09</c:v>
                </c:pt>
                <c:pt idx="453">
                  <c:v>2035.38</c:v>
                </c:pt>
                <c:pt idx="454">
                  <c:v>2069.3000000000002</c:v>
                </c:pt>
                <c:pt idx="455">
                  <c:v>2102.5300000000002</c:v>
                </c:pt>
                <c:pt idx="456">
                  <c:v>2134.6799999999998</c:v>
                </c:pt>
                <c:pt idx="457">
                  <c:v>2165.4</c:v>
                </c:pt>
                <c:pt idx="458">
                  <c:v>2194.2800000000002</c:v>
                </c:pt>
                <c:pt idx="459">
                  <c:v>2220.9299999999998</c:v>
                </c:pt>
                <c:pt idx="460">
                  <c:v>2244.9699999999998</c:v>
                </c:pt>
                <c:pt idx="461">
                  <c:v>2266.0100000000002</c:v>
                </c:pt>
                <c:pt idx="462">
                  <c:v>2283.71</c:v>
                </c:pt>
                <c:pt idx="463">
                  <c:v>2297.7399999999998</c:v>
                </c:pt>
                <c:pt idx="464">
                  <c:v>2307.84</c:v>
                </c:pt>
                <c:pt idx="465">
                  <c:v>2313.7600000000002</c:v>
                </c:pt>
                <c:pt idx="466">
                  <c:v>2315.33</c:v>
                </c:pt>
                <c:pt idx="467">
                  <c:v>2312.4299999999998</c:v>
                </c:pt>
                <c:pt idx="468">
                  <c:v>2305.0100000000002</c:v>
                </c:pt>
                <c:pt idx="469">
                  <c:v>2293.06</c:v>
                </c:pt>
                <c:pt idx="470">
                  <c:v>2276.67</c:v>
                </c:pt>
                <c:pt idx="471">
                  <c:v>2255.9699999999998</c:v>
                </c:pt>
                <c:pt idx="472">
                  <c:v>2231.17</c:v>
                </c:pt>
                <c:pt idx="473">
                  <c:v>2202.52</c:v>
                </c:pt>
                <c:pt idx="474">
                  <c:v>2170.33</c:v>
                </c:pt>
                <c:pt idx="475">
                  <c:v>2134.9699999999998</c:v>
                </c:pt>
                <c:pt idx="476">
                  <c:v>2096.85</c:v>
                </c:pt>
                <c:pt idx="477">
                  <c:v>2056.38</c:v>
                </c:pt>
                <c:pt idx="478">
                  <c:v>2014.03</c:v>
                </c:pt>
                <c:pt idx="479">
                  <c:v>1970.28</c:v>
                </c:pt>
                <c:pt idx="480">
                  <c:v>1925.59</c:v>
                </c:pt>
                <c:pt idx="481">
                  <c:v>1880.43</c:v>
                </c:pt>
                <c:pt idx="482">
                  <c:v>1835.27</c:v>
                </c:pt>
                <c:pt idx="483">
                  <c:v>1790.54</c:v>
                </c:pt>
                <c:pt idx="484">
                  <c:v>1746.66</c:v>
                </c:pt>
                <c:pt idx="485">
                  <c:v>1703.98</c:v>
                </c:pt>
                <c:pt idx="486">
                  <c:v>1662.85</c:v>
                </c:pt>
                <c:pt idx="487">
                  <c:v>1623.55</c:v>
                </c:pt>
                <c:pt idx="488">
                  <c:v>1586.32</c:v>
                </c:pt>
                <c:pt idx="489">
                  <c:v>1551.36</c:v>
                </c:pt>
                <c:pt idx="490">
                  <c:v>1518.81</c:v>
                </c:pt>
                <c:pt idx="491">
                  <c:v>1488.75</c:v>
                </c:pt>
                <c:pt idx="492">
                  <c:v>1461.24</c:v>
                </c:pt>
                <c:pt idx="493">
                  <c:v>1436.28</c:v>
                </c:pt>
                <c:pt idx="494">
                  <c:v>1413.82</c:v>
                </c:pt>
                <c:pt idx="495">
                  <c:v>1393.81</c:v>
                </c:pt>
                <c:pt idx="496">
                  <c:v>1376.13</c:v>
                </c:pt>
                <c:pt idx="497">
                  <c:v>1360.67</c:v>
                </c:pt>
                <c:pt idx="498">
                  <c:v>1347.26</c:v>
                </c:pt>
                <c:pt idx="499">
                  <c:v>1335.76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DC9-47AF-A63A-7A32485A6DB7}"/>
            </c:ext>
          </c:extLst>
        </c:ser>
        <c:ser>
          <c:idx val="2"/>
          <c:order val="2"/>
          <c:tx>
            <c:v>電流2</c:v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工作表1!$DV$1:$DV$500</c:f>
              <c:numCache>
                <c:formatCode>General</c:formatCode>
                <c:ptCount val="500"/>
                <c:pt idx="0">
                  <c:v>1224.9000000000001</c:v>
                </c:pt>
                <c:pt idx="1">
                  <c:v>1263.3699999999999</c:v>
                </c:pt>
                <c:pt idx="2">
                  <c:v>1301.78</c:v>
                </c:pt>
                <c:pt idx="3">
                  <c:v>1339.78</c:v>
                </c:pt>
                <c:pt idx="4">
                  <c:v>1377.05</c:v>
                </c:pt>
                <c:pt idx="5">
                  <c:v>1413.25</c:v>
                </c:pt>
                <c:pt idx="6">
                  <c:v>1448.06</c:v>
                </c:pt>
                <c:pt idx="7">
                  <c:v>1481.2</c:v>
                </c:pt>
                <c:pt idx="8">
                  <c:v>1512.41</c:v>
                </c:pt>
                <c:pt idx="9">
                  <c:v>1541.47</c:v>
                </c:pt>
                <c:pt idx="10">
                  <c:v>1568.22</c:v>
                </c:pt>
                <c:pt idx="11">
                  <c:v>1592.53</c:v>
                </c:pt>
                <c:pt idx="12">
                  <c:v>1614.33</c:v>
                </c:pt>
                <c:pt idx="13">
                  <c:v>1633.62</c:v>
                </c:pt>
                <c:pt idx="14">
                  <c:v>1650.44</c:v>
                </c:pt>
                <c:pt idx="15">
                  <c:v>1664.9</c:v>
                </c:pt>
                <c:pt idx="16">
                  <c:v>1677.15</c:v>
                </c:pt>
                <c:pt idx="17">
                  <c:v>1687.39</c:v>
                </c:pt>
                <c:pt idx="18">
                  <c:v>1695.9</c:v>
                </c:pt>
                <c:pt idx="19">
                  <c:v>1702.95</c:v>
                </c:pt>
                <c:pt idx="20">
                  <c:v>1708.88</c:v>
                </c:pt>
                <c:pt idx="21">
                  <c:v>1714.04</c:v>
                </c:pt>
                <c:pt idx="22">
                  <c:v>1718.78</c:v>
                </c:pt>
                <c:pt idx="23">
                  <c:v>1723.48</c:v>
                </c:pt>
                <c:pt idx="24">
                  <c:v>1728.49</c:v>
                </c:pt>
                <c:pt idx="25">
                  <c:v>1734.16</c:v>
                </c:pt>
                <c:pt idx="26">
                  <c:v>1740.81</c:v>
                </c:pt>
                <c:pt idx="27">
                  <c:v>1748.7</c:v>
                </c:pt>
                <c:pt idx="28">
                  <c:v>1758.08</c:v>
                </c:pt>
                <c:pt idx="29">
                  <c:v>1769.13</c:v>
                </c:pt>
                <c:pt idx="30">
                  <c:v>1781.98</c:v>
                </c:pt>
                <c:pt idx="31">
                  <c:v>1796.68</c:v>
                </c:pt>
                <c:pt idx="32">
                  <c:v>1813.24</c:v>
                </c:pt>
                <c:pt idx="33">
                  <c:v>1831.59</c:v>
                </c:pt>
                <c:pt idx="34">
                  <c:v>1851.58</c:v>
                </c:pt>
                <c:pt idx="35">
                  <c:v>1873.03</c:v>
                </c:pt>
                <c:pt idx="36">
                  <c:v>1895.67</c:v>
                </c:pt>
                <c:pt idx="37">
                  <c:v>1919.2</c:v>
                </c:pt>
                <c:pt idx="38">
                  <c:v>1943.26</c:v>
                </c:pt>
                <c:pt idx="39">
                  <c:v>1967.45</c:v>
                </c:pt>
                <c:pt idx="40">
                  <c:v>1991.36</c:v>
                </c:pt>
                <c:pt idx="41">
                  <c:v>2014.56</c:v>
                </c:pt>
                <c:pt idx="42">
                  <c:v>2036.6</c:v>
                </c:pt>
                <c:pt idx="43">
                  <c:v>2057.0500000000002</c:v>
                </c:pt>
                <c:pt idx="44">
                  <c:v>2075.5</c:v>
                </c:pt>
                <c:pt idx="45">
                  <c:v>2091.56</c:v>
                </c:pt>
                <c:pt idx="46">
                  <c:v>2104.89</c:v>
                </c:pt>
                <c:pt idx="47">
                  <c:v>2115.1799999999998</c:v>
                </c:pt>
                <c:pt idx="48">
                  <c:v>2122.19</c:v>
                </c:pt>
                <c:pt idx="49">
                  <c:v>2125.7399999999998</c:v>
                </c:pt>
                <c:pt idx="50">
                  <c:v>2125.7199999999998</c:v>
                </c:pt>
                <c:pt idx="51">
                  <c:v>2122.08</c:v>
                </c:pt>
                <c:pt idx="52">
                  <c:v>2114.84</c:v>
                </c:pt>
                <c:pt idx="53">
                  <c:v>2104.11</c:v>
                </c:pt>
                <c:pt idx="54">
                  <c:v>2090.04</c:v>
                </c:pt>
                <c:pt idx="55">
                  <c:v>2072.86</c:v>
                </c:pt>
                <c:pt idx="56">
                  <c:v>2052.84</c:v>
                </c:pt>
                <c:pt idx="57">
                  <c:v>2030.33</c:v>
                </c:pt>
                <c:pt idx="58">
                  <c:v>2005.69</c:v>
                </c:pt>
                <c:pt idx="59">
                  <c:v>1979.32</c:v>
                </c:pt>
                <c:pt idx="60">
                  <c:v>1951.64</c:v>
                </c:pt>
                <c:pt idx="61">
                  <c:v>1923.07</c:v>
                </c:pt>
                <c:pt idx="62">
                  <c:v>1894.06</c:v>
                </c:pt>
                <c:pt idx="63">
                  <c:v>1865.01</c:v>
                </c:pt>
                <c:pt idx="64">
                  <c:v>1836.33</c:v>
                </c:pt>
                <c:pt idx="65">
                  <c:v>1808.37</c:v>
                </c:pt>
                <c:pt idx="66">
                  <c:v>1781.46</c:v>
                </c:pt>
                <c:pt idx="67">
                  <c:v>1755.88</c:v>
                </c:pt>
                <c:pt idx="68">
                  <c:v>1731.87</c:v>
                </c:pt>
                <c:pt idx="69">
                  <c:v>1709.59</c:v>
                </c:pt>
                <c:pt idx="70">
                  <c:v>1689.17</c:v>
                </c:pt>
                <c:pt idx="71">
                  <c:v>1670.67</c:v>
                </c:pt>
                <c:pt idx="72">
                  <c:v>1654.1</c:v>
                </c:pt>
                <c:pt idx="73">
                  <c:v>1639.41</c:v>
                </c:pt>
                <c:pt idx="74">
                  <c:v>1626.52</c:v>
                </c:pt>
                <c:pt idx="75">
                  <c:v>1615.27</c:v>
                </c:pt>
                <c:pt idx="76">
                  <c:v>1605.51</c:v>
                </c:pt>
                <c:pt idx="77">
                  <c:v>1597.04</c:v>
                </c:pt>
                <c:pt idx="78">
                  <c:v>1589.64</c:v>
                </c:pt>
                <c:pt idx="79">
                  <c:v>1583.07</c:v>
                </c:pt>
                <c:pt idx="80">
                  <c:v>1577.1</c:v>
                </c:pt>
                <c:pt idx="81">
                  <c:v>1571.52</c:v>
                </c:pt>
                <c:pt idx="82">
                  <c:v>1566.09</c:v>
                </c:pt>
                <c:pt idx="83">
                  <c:v>1560.64</c:v>
                </c:pt>
                <c:pt idx="84">
                  <c:v>1555.01</c:v>
                </c:pt>
                <c:pt idx="85">
                  <c:v>1549.05</c:v>
                </c:pt>
                <c:pt idx="86">
                  <c:v>1542.68</c:v>
                </c:pt>
                <c:pt idx="87">
                  <c:v>1535.84</c:v>
                </c:pt>
                <c:pt idx="88">
                  <c:v>1528.54</c:v>
                </c:pt>
                <c:pt idx="89">
                  <c:v>1520.79</c:v>
                </c:pt>
                <c:pt idx="90">
                  <c:v>1512.68</c:v>
                </c:pt>
                <c:pt idx="91">
                  <c:v>1504.33</c:v>
                </c:pt>
                <c:pt idx="92">
                  <c:v>1495.88</c:v>
                </c:pt>
                <c:pt idx="93">
                  <c:v>1487.52</c:v>
                </c:pt>
                <c:pt idx="94">
                  <c:v>1479.46</c:v>
                </c:pt>
                <c:pt idx="95">
                  <c:v>1471.93</c:v>
                </c:pt>
                <c:pt idx="96">
                  <c:v>1465.17</c:v>
                </c:pt>
                <c:pt idx="97">
                  <c:v>1459.43</c:v>
                </c:pt>
                <c:pt idx="98">
                  <c:v>1454.96</c:v>
                </c:pt>
                <c:pt idx="99">
                  <c:v>1452</c:v>
                </c:pt>
                <c:pt idx="100">
                  <c:v>1450.78</c:v>
                </c:pt>
                <c:pt idx="101">
                  <c:v>1451.5</c:v>
                </c:pt>
                <c:pt idx="102">
                  <c:v>1454.34</c:v>
                </c:pt>
                <c:pt idx="103">
                  <c:v>1459.44</c:v>
                </c:pt>
                <c:pt idx="104">
                  <c:v>1466.9</c:v>
                </c:pt>
                <c:pt idx="105">
                  <c:v>1476.8</c:v>
                </c:pt>
                <c:pt idx="106">
                  <c:v>1489.16</c:v>
                </c:pt>
                <c:pt idx="107">
                  <c:v>1503.96</c:v>
                </c:pt>
                <c:pt idx="108">
                  <c:v>1521.13</c:v>
                </c:pt>
                <c:pt idx="109">
                  <c:v>1540.57</c:v>
                </c:pt>
                <c:pt idx="110">
                  <c:v>1562.12</c:v>
                </c:pt>
                <c:pt idx="111">
                  <c:v>1585.6</c:v>
                </c:pt>
                <c:pt idx="112">
                  <c:v>1610.77</c:v>
                </c:pt>
                <c:pt idx="113">
                  <c:v>1637.39</c:v>
                </c:pt>
                <c:pt idx="114">
                  <c:v>1665.16</c:v>
                </c:pt>
                <c:pt idx="115">
                  <c:v>1693.78</c:v>
                </c:pt>
                <c:pt idx="116">
                  <c:v>1722.92</c:v>
                </c:pt>
                <c:pt idx="117">
                  <c:v>1752.26</c:v>
                </c:pt>
                <c:pt idx="118">
                  <c:v>1781.44</c:v>
                </c:pt>
                <c:pt idx="119">
                  <c:v>1810.15</c:v>
                </c:pt>
                <c:pt idx="120">
                  <c:v>1838.04</c:v>
                </c:pt>
                <c:pt idx="121">
                  <c:v>1864.81</c:v>
                </c:pt>
                <c:pt idx="122">
                  <c:v>1890.16</c:v>
                </c:pt>
                <c:pt idx="123">
                  <c:v>1913.8</c:v>
                </c:pt>
                <c:pt idx="124">
                  <c:v>1935.51</c:v>
                </c:pt>
                <c:pt idx="125">
                  <c:v>1955.05</c:v>
                </c:pt>
                <c:pt idx="126">
                  <c:v>1972.25</c:v>
                </c:pt>
                <c:pt idx="127">
                  <c:v>1986.96</c:v>
                </c:pt>
                <c:pt idx="128">
                  <c:v>1999.06</c:v>
                </c:pt>
                <c:pt idx="129">
                  <c:v>2008.5</c:v>
                </c:pt>
                <c:pt idx="130">
                  <c:v>2015.24</c:v>
                </c:pt>
                <c:pt idx="131">
                  <c:v>2019.28</c:v>
                </c:pt>
                <c:pt idx="132">
                  <c:v>2020.65</c:v>
                </c:pt>
                <c:pt idx="133">
                  <c:v>2019.45</c:v>
                </c:pt>
                <c:pt idx="134">
                  <c:v>2015.76</c:v>
                </c:pt>
                <c:pt idx="135">
                  <c:v>2009.72</c:v>
                </c:pt>
                <c:pt idx="136">
                  <c:v>2001.49</c:v>
                </c:pt>
                <c:pt idx="137">
                  <c:v>1991.25</c:v>
                </c:pt>
                <c:pt idx="138">
                  <c:v>1979.19</c:v>
                </c:pt>
                <c:pt idx="139">
                  <c:v>1965.52</c:v>
                </c:pt>
                <c:pt idx="140">
                  <c:v>1950.45</c:v>
                </c:pt>
                <c:pt idx="141">
                  <c:v>1934.21</c:v>
                </c:pt>
                <c:pt idx="142">
                  <c:v>1916.99</c:v>
                </c:pt>
                <c:pt idx="143">
                  <c:v>1899.03</c:v>
                </c:pt>
                <c:pt idx="144">
                  <c:v>1880.51</c:v>
                </c:pt>
                <c:pt idx="145">
                  <c:v>1861.65</c:v>
                </c:pt>
                <c:pt idx="146">
                  <c:v>1842.61</c:v>
                </c:pt>
                <c:pt idx="147">
                  <c:v>1823.55</c:v>
                </c:pt>
                <c:pt idx="148">
                  <c:v>1804.63</c:v>
                </c:pt>
                <c:pt idx="149">
                  <c:v>1785.97</c:v>
                </c:pt>
                <c:pt idx="150">
                  <c:v>1767.67</c:v>
                </c:pt>
                <c:pt idx="151">
                  <c:v>1749.83</c:v>
                </c:pt>
                <c:pt idx="152">
                  <c:v>1732.51</c:v>
                </c:pt>
                <c:pt idx="153">
                  <c:v>1715.77</c:v>
                </c:pt>
                <c:pt idx="154">
                  <c:v>1699.63</c:v>
                </c:pt>
                <c:pt idx="155">
                  <c:v>1684.12</c:v>
                </c:pt>
                <c:pt idx="156">
                  <c:v>1669.24</c:v>
                </c:pt>
                <c:pt idx="157">
                  <c:v>1655</c:v>
                </c:pt>
                <c:pt idx="158">
                  <c:v>1641.37</c:v>
                </c:pt>
                <c:pt idx="159">
                  <c:v>1628.34</c:v>
                </c:pt>
                <c:pt idx="160">
                  <c:v>1615.89</c:v>
                </c:pt>
                <c:pt idx="161">
                  <c:v>1603.99</c:v>
                </c:pt>
                <c:pt idx="162">
                  <c:v>1592.63</c:v>
                </c:pt>
                <c:pt idx="163">
                  <c:v>1581.77</c:v>
                </c:pt>
                <c:pt idx="164">
                  <c:v>1571.4</c:v>
                </c:pt>
                <c:pt idx="165">
                  <c:v>1561.51</c:v>
                </c:pt>
                <c:pt idx="166">
                  <c:v>1552.09</c:v>
                </c:pt>
                <c:pt idx="167">
                  <c:v>1543.13</c:v>
                </c:pt>
                <c:pt idx="168">
                  <c:v>1534.64</c:v>
                </c:pt>
                <c:pt idx="169">
                  <c:v>1526.62</c:v>
                </c:pt>
                <c:pt idx="170">
                  <c:v>1519.09</c:v>
                </c:pt>
                <c:pt idx="171">
                  <c:v>1512.06</c:v>
                </c:pt>
                <c:pt idx="172">
                  <c:v>1505.57</c:v>
                </c:pt>
                <c:pt idx="173">
                  <c:v>1499.62</c:v>
                </c:pt>
                <c:pt idx="174">
                  <c:v>1494.26</c:v>
                </c:pt>
                <c:pt idx="175">
                  <c:v>1489.51</c:v>
                </c:pt>
                <c:pt idx="176">
                  <c:v>1485.41</c:v>
                </c:pt>
                <c:pt idx="177">
                  <c:v>1482</c:v>
                </c:pt>
                <c:pt idx="178">
                  <c:v>1479.3</c:v>
                </c:pt>
                <c:pt idx="179">
                  <c:v>1477.36</c:v>
                </c:pt>
                <c:pt idx="180">
                  <c:v>1476.21</c:v>
                </c:pt>
                <c:pt idx="181">
                  <c:v>1475.9</c:v>
                </c:pt>
                <c:pt idx="182">
                  <c:v>1476.47</c:v>
                </c:pt>
                <c:pt idx="183">
                  <c:v>1477.95</c:v>
                </c:pt>
                <c:pt idx="184">
                  <c:v>1480.39</c:v>
                </c:pt>
                <c:pt idx="185">
                  <c:v>1483.84</c:v>
                </c:pt>
                <c:pt idx="186">
                  <c:v>1488.34</c:v>
                </c:pt>
                <c:pt idx="187">
                  <c:v>1493.94</c:v>
                </c:pt>
                <c:pt idx="188">
                  <c:v>1500.67</c:v>
                </c:pt>
                <c:pt idx="189">
                  <c:v>1508.6</c:v>
                </c:pt>
                <c:pt idx="190">
                  <c:v>1517.77</c:v>
                </c:pt>
                <c:pt idx="191">
                  <c:v>1528.21</c:v>
                </c:pt>
                <c:pt idx="192">
                  <c:v>1539.96</c:v>
                </c:pt>
                <c:pt idx="193">
                  <c:v>1553.06</c:v>
                </c:pt>
                <c:pt idx="194">
                  <c:v>1567.52</c:v>
                </c:pt>
                <c:pt idx="195">
                  <c:v>1583.36</c:v>
                </c:pt>
                <c:pt idx="196">
                  <c:v>1600.57</c:v>
                </c:pt>
                <c:pt idx="197">
                  <c:v>1619.12</c:v>
                </c:pt>
                <c:pt idx="198">
                  <c:v>1639</c:v>
                </c:pt>
                <c:pt idx="199">
                  <c:v>1660.13</c:v>
                </c:pt>
                <c:pt idx="200">
                  <c:v>1682.43</c:v>
                </c:pt>
                <c:pt idx="201">
                  <c:v>1705.81</c:v>
                </c:pt>
                <c:pt idx="202">
                  <c:v>1730.14</c:v>
                </c:pt>
                <c:pt idx="203">
                  <c:v>1755.28</c:v>
                </c:pt>
                <c:pt idx="204">
                  <c:v>1781.04</c:v>
                </c:pt>
                <c:pt idx="205">
                  <c:v>1807.23</c:v>
                </c:pt>
                <c:pt idx="206">
                  <c:v>1833.65</c:v>
                </c:pt>
                <c:pt idx="207">
                  <c:v>1860.06</c:v>
                </c:pt>
                <c:pt idx="208">
                  <c:v>1886.21</c:v>
                </c:pt>
                <c:pt idx="209">
                  <c:v>1911.86</c:v>
                </c:pt>
                <c:pt idx="210">
                  <c:v>1936.75</c:v>
                </c:pt>
                <c:pt idx="211">
                  <c:v>1960.61</c:v>
                </c:pt>
                <c:pt idx="212">
                  <c:v>1983.19</c:v>
                </c:pt>
                <c:pt idx="213">
                  <c:v>2004.25</c:v>
                </c:pt>
                <c:pt idx="214">
                  <c:v>2023.55</c:v>
                </c:pt>
                <c:pt idx="215">
                  <c:v>2040.88</c:v>
                </c:pt>
                <c:pt idx="216">
                  <c:v>2056.06</c:v>
                </c:pt>
                <c:pt idx="217">
                  <c:v>2068.91</c:v>
                </c:pt>
                <c:pt idx="218">
                  <c:v>2079.3200000000002</c:v>
                </c:pt>
                <c:pt idx="219">
                  <c:v>2087.19</c:v>
                </c:pt>
                <c:pt idx="220">
                  <c:v>2092.44</c:v>
                </c:pt>
                <c:pt idx="221">
                  <c:v>2095.0500000000002</c:v>
                </c:pt>
                <c:pt idx="222">
                  <c:v>2095.0300000000002</c:v>
                </c:pt>
                <c:pt idx="223">
                  <c:v>2092.41</c:v>
                </c:pt>
                <c:pt idx="224">
                  <c:v>2087.2800000000002</c:v>
                </c:pt>
                <c:pt idx="225">
                  <c:v>2079.7199999999998</c:v>
                </c:pt>
                <c:pt idx="226">
                  <c:v>2069.88</c:v>
                </c:pt>
                <c:pt idx="227">
                  <c:v>2057.89</c:v>
                </c:pt>
                <c:pt idx="228">
                  <c:v>2043.94</c:v>
                </c:pt>
                <c:pt idx="229">
                  <c:v>2028.2</c:v>
                </c:pt>
                <c:pt idx="230">
                  <c:v>2010.86</c:v>
                </c:pt>
                <c:pt idx="231">
                  <c:v>1992.13</c:v>
                </c:pt>
                <c:pt idx="232">
                  <c:v>1972.21</c:v>
                </c:pt>
                <c:pt idx="233">
                  <c:v>1951.29</c:v>
                </c:pt>
                <c:pt idx="234">
                  <c:v>1929.57</c:v>
                </c:pt>
                <c:pt idx="235">
                  <c:v>1907.23</c:v>
                </c:pt>
                <c:pt idx="236">
                  <c:v>1884.46</c:v>
                </c:pt>
                <c:pt idx="237">
                  <c:v>1861.41</c:v>
                </c:pt>
                <c:pt idx="238">
                  <c:v>1838.24</c:v>
                </c:pt>
                <c:pt idx="239">
                  <c:v>1815.08</c:v>
                </c:pt>
                <c:pt idx="240">
                  <c:v>1792.07</c:v>
                </c:pt>
                <c:pt idx="241">
                  <c:v>1769.32</c:v>
                </c:pt>
                <c:pt idx="242">
                  <c:v>1746.93</c:v>
                </c:pt>
                <c:pt idx="243">
                  <c:v>1725.01</c:v>
                </c:pt>
                <c:pt idx="244">
                  <c:v>1703.63</c:v>
                </c:pt>
                <c:pt idx="245">
                  <c:v>1682.9</c:v>
                </c:pt>
                <c:pt idx="246">
                  <c:v>1662.87</c:v>
                </c:pt>
                <c:pt idx="247">
                  <c:v>1643.64</c:v>
                </c:pt>
                <c:pt idx="248">
                  <c:v>1625.27</c:v>
                </c:pt>
                <c:pt idx="249">
                  <c:v>1607.83</c:v>
                </c:pt>
                <c:pt idx="250">
                  <c:v>1591.4</c:v>
                </c:pt>
                <c:pt idx="251">
                  <c:v>1576.03</c:v>
                </c:pt>
                <c:pt idx="252">
                  <c:v>1561.81</c:v>
                </c:pt>
                <c:pt idx="253">
                  <c:v>1548.78</c:v>
                </c:pt>
                <c:pt idx="254">
                  <c:v>1537.01</c:v>
                </c:pt>
                <c:pt idx="255">
                  <c:v>1526.55</c:v>
                </c:pt>
                <c:pt idx="256">
                  <c:v>1517.45</c:v>
                </c:pt>
                <c:pt idx="257">
                  <c:v>1509.75</c:v>
                </c:pt>
                <c:pt idx="258">
                  <c:v>1503.47</c:v>
                </c:pt>
                <c:pt idx="259">
                  <c:v>1498.63</c:v>
                </c:pt>
                <c:pt idx="260">
                  <c:v>1495.25</c:v>
                </c:pt>
                <c:pt idx="261">
                  <c:v>1493.31</c:v>
                </c:pt>
                <c:pt idx="262">
                  <c:v>1492.8</c:v>
                </c:pt>
                <c:pt idx="263">
                  <c:v>1493.69</c:v>
                </c:pt>
                <c:pt idx="264">
                  <c:v>1495.94</c:v>
                </c:pt>
                <c:pt idx="265">
                  <c:v>1499.49</c:v>
                </c:pt>
                <c:pt idx="266">
                  <c:v>1504.3</c:v>
                </c:pt>
                <c:pt idx="267">
                  <c:v>1510.3</c:v>
                </c:pt>
                <c:pt idx="268">
                  <c:v>1517.43</c:v>
                </c:pt>
                <c:pt idx="269">
                  <c:v>1525.61</c:v>
                </c:pt>
                <c:pt idx="270">
                  <c:v>1534.79</c:v>
                </c:pt>
                <c:pt idx="271">
                  <c:v>1544.89</c:v>
                </c:pt>
                <c:pt idx="272">
                  <c:v>1555.86</c:v>
                </c:pt>
                <c:pt idx="273">
                  <c:v>1567.66</c:v>
                </c:pt>
                <c:pt idx="274">
                  <c:v>1580.25</c:v>
                </c:pt>
                <c:pt idx="275">
                  <c:v>1593.58</c:v>
                </c:pt>
                <c:pt idx="276">
                  <c:v>1607.65</c:v>
                </c:pt>
                <c:pt idx="277">
                  <c:v>1622.45</c:v>
                </c:pt>
                <c:pt idx="278">
                  <c:v>1637.95</c:v>
                </c:pt>
                <c:pt idx="279">
                  <c:v>1654.18</c:v>
                </c:pt>
                <c:pt idx="280">
                  <c:v>1671.14</c:v>
                </c:pt>
                <c:pt idx="281">
                  <c:v>1688.83</c:v>
                </c:pt>
                <c:pt idx="282">
                  <c:v>1707.25</c:v>
                </c:pt>
                <c:pt idx="283">
                  <c:v>1726.4</c:v>
                </c:pt>
                <c:pt idx="284">
                  <c:v>1746.27</c:v>
                </c:pt>
                <c:pt idx="285">
                  <c:v>1766.83</c:v>
                </c:pt>
                <c:pt idx="286">
                  <c:v>1788.03</c:v>
                </c:pt>
                <c:pt idx="287">
                  <c:v>1809.8</c:v>
                </c:pt>
                <c:pt idx="288">
                  <c:v>1832.06</c:v>
                </c:pt>
                <c:pt idx="289">
                  <c:v>1854.69</c:v>
                </c:pt>
                <c:pt idx="290">
                  <c:v>1877.54</c:v>
                </c:pt>
                <c:pt idx="291">
                  <c:v>1900.45</c:v>
                </c:pt>
                <c:pt idx="292">
                  <c:v>1923.22</c:v>
                </c:pt>
                <c:pt idx="293">
                  <c:v>1945.65</c:v>
                </c:pt>
                <c:pt idx="294">
                  <c:v>1967.49</c:v>
                </c:pt>
                <c:pt idx="295">
                  <c:v>1988.48</c:v>
                </c:pt>
                <c:pt idx="296">
                  <c:v>2008.38</c:v>
                </c:pt>
                <c:pt idx="297">
                  <c:v>2026.9</c:v>
                </c:pt>
                <c:pt idx="298">
                  <c:v>2043.79</c:v>
                </c:pt>
                <c:pt idx="299">
                  <c:v>2058.7800000000002</c:v>
                </c:pt>
                <c:pt idx="300">
                  <c:v>2071.62</c:v>
                </c:pt>
                <c:pt idx="301">
                  <c:v>2082.08</c:v>
                </c:pt>
                <c:pt idx="302">
                  <c:v>2089.9699999999998</c:v>
                </c:pt>
                <c:pt idx="303">
                  <c:v>2095.1</c:v>
                </c:pt>
                <c:pt idx="304">
                  <c:v>2097.36</c:v>
                </c:pt>
                <c:pt idx="305">
                  <c:v>2096.64</c:v>
                </c:pt>
                <c:pt idx="306">
                  <c:v>2092.9</c:v>
                </c:pt>
                <c:pt idx="307">
                  <c:v>2086.13</c:v>
                </c:pt>
                <c:pt idx="308">
                  <c:v>2076.37</c:v>
                </c:pt>
                <c:pt idx="309">
                  <c:v>2063.7199999999998</c:v>
                </c:pt>
                <c:pt idx="310">
                  <c:v>2048.31</c:v>
                </c:pt>
                <c:pt idx="311">
                  <c:v>2030.31</c:v>
                </c:pt>
                <c:pt idx="312">
                  <c:v>2009.93</c:v>
                </c:pt>
                <c:pt idx="313">
                  <c:v>1987.42</c:v>
                </c:pt>
                <c:pt idx="314">
                  <c:v>1963.05</c:v>
                </c:pt>
                <c:pt idx="315">
                  <c:v>1937.12</c:v>
                </c:pt>
                <c:pt idx="316">
                  <c:v>1909.92</c:v>
                </c:pt>
                <c:pt idx="317">
                  <c:v>1881.77</c:v>
                </c:pt>
                <c:pt idx="318">
                  <c:v>1852.99</c:v>
                </c:pt>
                <c:pt idx="319">
                  <c:v>1823.89</c:v>
                </c:pt>
                <c:pt idx="320">
                  <c:v>1794.77</c:v>
                </c:pt>
                <c:pt idx="321">
                  <c:v>1765.91</c:v>
                </c:pt>
                <c:pt idx="322">
                  <c:v>1737.57</c:v>
                </c:pt>
                <c:pt idx="323">
                  <c:v>1710</c:v>
                </c:pt>
                <c:pt idx="324">
                  <c:v>1683.41</c:v>
                </c:pt>
                <c:pt idx="325">
                  <c:v>1657.97</c:v>
                </c:pt>
                <c:pt idx="326">
                  <c:v>1633.85</c:v>
                </c:pt>
                <c:pt idx="327">
                  <c:v>1611.18</c:v>
                </c:pt>
                <c:pt idx="328">
                  <c:v>1590.05</c:v>
                </c:pt>
                <c:pt idx="329">
                  <c:v>1570.53</c:v>
                </c:pt>
                <c:pt idx="330">
                  <c:v>1552.68</c:v>
                </c:pt>
                <c:pt idx="331">
                  <c:v>1536.54</c:v>
                </c:pt>
                <c:pt idx="332">
                  <c:v>1522.1</c:v>
                </c:pt>
                <c:pt idx="333">
                  <c:v>1509.39</c:v>
                </c:pt>
                <c:pt idx="334">
                  <c:v>1498.38</c:v>
                </c:pt>
                <c:pt idx="335">
                  <c:v>1489.06</c:v>
                </c:pt>
                <c:pt idx="336">
                  <c:v>1481.42</c:v>
                </c:pt>
                <c:pt idx="337">
                  <c:v>1475.44</c:v>
                </c:pt>
                <c:pt idx="338">
                  <c:v>1471.1</c:v>
                </c:pt>
                <c:pt idx="339">
                  <c:v>1468.38</c:v>
                </c:pt>
                <c:pt idx="340">
                  <c:v>1467.27</c:v>
                </c:pt>
                <c:pt idx="341">
                  <c:v>1467.77</c:v>
                </c:pt>
                <c:pt idx="342">
                  <c:v>1469.88</c:v>
                </c:pt>
                <c:pt idx="343">
                  <c:v>1473.58</c:v>
                </c:pt>
                <c:pt idx="344">
                  <c:v>1478.89</c:v>
                </c:pt>
                <c:pt idx="345">
                  <c:v>1485.81</c:v>
                </c:pt>
                <c:pt idx="346">
                  <c:v>1494.32</c:v>
                </c:pt>
                <c:pt idx="347">
                  <c:v>1504.44</c:v>
                </c:pt>
                <c:pt idx="348">
                  <c:v>1516.14</c:v>
                </c:pt>
                <c:pt idx="349">
                  <c:v>1529.41</c:v>
                </c:pt>
                <c:pt idx="350">
                  <c:v>1544.21</c:v>
                </c:pt>
                <c:pt idx="351">
                  <c:v>1560.5</c:v>
                </c:pt>
                <c:pt idx="352">
                  <c:v>1578.23</c:v>
                </c:pt>
                <c:pt idx="353">
                  <c:v>1597.33</c:v>
                </c:pt>
                <c:pt idx="354">
                  <c:v>1617.71</c:v>
                </c:pt>
                <c:pt idx="355">
                  <c:v>1639.28</c:v>
                </c:pt>
                <c:pt idx="356">
                  <c:v>1661.93</c:v>
                </c:pt>
                <c:pt idx="357">
                  <c:v>1685.52</c:v>
                </c:pt>
                <c:pt idx="358">
                  <c:v>1709.92</c:v>
                </c:pt>
                <c:pt idx="359">
                  <c:v>1735</c:v>
                </c:pt>
                <c:pt idx="360">
                  <c:v>1760.59</c:v>
                </c:pt>
                <c:pt idx="361">
                  <c:v>1786.54</c:v>
                </c:pt>
                <c:pt idx="362">
                  <c:v>1812.69</c:v>
                </c:pt>
                <c:pt idx="363">
                  <c:v>1838.88</c:v>
                </c:pt>
                <c:pt idx="364">
                  <c:v>1864.95</c:v>
                </c:pt>
                <c:pt idx="365">
                  <c:v>1890.75</c:v>
                </c:pt>
                <c:pt idx="366">
                  <c:v>1916.12</c:v>
                </c:pt>
                <c:pt idx="367">
                  <c:v>1940.93</c:v>
                </c:pt>
                <c:pt idx="368">
                  <c:v>1965.03</c:v>
                </c:pt>
                <c:pt idx="369">
                  <c:v>1988.31</c:v>
                </c:pt>
                <c:pt idx="370">
                  <c:v>2010.64</c:v>
                </c:pt>
                <c:pt idx="371">
                  <c:v>2031.92</c:v>
                </c:pt>
                <c:pt idx="372">
                  <c:v>2052.04</c:v>
                </c:pt>
                <c:pt idx="373">
                  <c:v>2070.92</c:v>
                </c:pt>
                <c:pt idx="374">
                  <c:v>2088.4699999999998</c:v>
                </c:pt>
                <c:pt idx="375">
                  <c:v>2104.6</c:v>
                </c:pt>
                <c:pt idx="376">
                  <c:v>2119.2399999999998</c:v>
                </c:pt>
                <c:pt idx="377">
                  <c:v>2132.3200000000002</c:v>
                </c:pt>
                <c:pt idx="378">
                  <c:v>2143.77</c:v>
                </c:pt>
                <c:pt idx="379">
                  <c:v>2153.5100000000002</c:v>
                </c:pt>
                <c:pt idx="380">
                  <c:v>2161.4899999999998</c:v>
                </c:pt>
                <c:pt idx="381">
                  <c:v>2167.61</c:v>
                </c:pt>
                <c:pt idx="382">
                  <c:v>2171.83</c:v>
                </c:pt>
                <c:pt idx="383">
                  <c:v>2174.0700000000002</c:v>
                </c:pt>
                <c:pt idx="384">
                  <c:v>2174.2600000000002</c:v>
                </c:pt>
                <c:pt idx="385">
                  <c:v>2172.33</c:v>
                </c:pt>
                <c:pt idx="386">
                  <c:v>2168.2399999999998</c:v>
                </c:pt>
                <c:pt idx="387">
                  <c:v>2161.91</c:v>
                </c:pt>
                <c:pt idx="388">
                  <c:v>2153.3200000000002</c:v>
                </c:pt>
                <c:pt idx="389">
                  <c:v>2142.42</c:v>
                </c:pt>
                <c:pt idx="390">
                  <c:v>2129.1999999999998</c:v>
                </c:pt>
                <c:pt idx="391">
                  <c:v>2113.66</c:v>
                </c:pt>
                <c:pt idx="392">
                  <c:v>2095.8000000000002</c:v>
                </c:pt>
                <c:pt idx="393">
                  <c:v>2075.6799999999998</c:v>
                </c:pt>
                <c:pt idx="394">
                  <c:v>2053.34</c:v>
                </c:pt>
                <c:pt idx="395">
                  <c:v>2028.89</c:v>
                </c:pt>
                <c:pt idx="396">
                  <c:v>2002.43</c:v>
                </c:pt>
                <c:pt idx="397">
                  <c:v>1974.12</c:v>
                </c:pt>
                <c:pt idx="398">
                  <c:v>1944.11</c:v>
                </c:pt>
                <c:pt idx="399">
                  <c:v>1912.61</c:v>
                </c:pt>
                <c:pt idx="400">
                  <c:v>1879.84</c:v>
                </c:pt>
                <c:pt idx="401">
                  <c:v>1846.05</c:v>
                </c:pt>
                <c:pt idx="402">
                  <c:v>1811.51</c:v>
                </c:pt>
                <c:pt idx="403">
                  <c:v>1776.5</c:v>
                </c:pt>
                <c:pt idx="404">
                  <c:v>1741.33</c:v>
                </c:pt>
                <c:pt idx="405">
                  <c:v>1706.31</c:v>
                </c:pt>
                <c:pt idx="406">
                  <c:v>1671.75</c:v>
                </c:pt>
                <c:pt idx="407">
                  <c:v>1637.96</c:v>
                </c:pt>
                <c:pt idx="408">
                  <c:v>1605.26</c:v>
                </c:pt>
                <c:pt idx="409">
                  <c:v>1573.94</c:v>
                </c:pt>
                <c:pt idx="410">
                  <c:v>1544.28</c:v>
                </c:pt>
                <c:pt idx="411">
                  <c:v>1516.55</c:v>
                </c:pt>
                <c:pt idx="412">
                  <c:v>1490.97</c:v>
                </c:pt>
                <c:pt idx="413">
                  <c:v>1467.75</c:v>
                </c:pt>
                <c:pt idx="414">
                  <c:v>1447.07</c:v>
                </c:pt>
                <c:pt idx="415">
                  <c:v>1429.05</c:v>
                </c:pt>
                <c:pt idx="416">
                  <c:v>1413.8</c:v>
                </c:pt>
                <c:pt idx="417">
                  <c:v>1401.37</c:v>
                </c:pt>
                <c:pt idx="418">
                  <c:v>1391.78</c:v>
                </c:pt>
                <c:pt idx="419">
                  <c:v>1385.01</c:v>
                </c:pt>
                <c:pt idx="420">
                  <c:v>1381.01</c:v>
                </c:pt>
                <c:pt idx="421">
                  <c:v>1379.68</c:v>
                </c:pt>
                <c:pt idx="422">
                  <c:v>1380.91</c:v>
                </c:pt>
                <c:pt idx="423">
                  <c:v>1384.53</c:v>
                </c:pt>
                <c:pt idx="424">
                  <c:v>1390.4</c:v>
                </c:pt>
                <c:pt idx="425">
                  <c:v>1398.3</c:v>
                </c:pt>
                <c:pt idx="426">
                  <c:v>1408.05</c:v>
                </c:pt>
                <c:pt idx="427">
                  <c:v>1419.44</c:v>
                </c:pt>
                <c:pt idx="428">
                  <c:v>1432.25</c:v>
                </c:pt>
                <c:pt idx="429">
                  <c:v>1446.29</c:v>
                </c:pt>
                <c:pt idx="430">
                  <c:v>1461.36</c:v>
                </c:pt>
                <c:pt idx="431">
                  <c:v>1477.29</c:v>
                </c:pt>
                <c:pt idx="432">
                  <c:v>1493.91</c:v>
                </c:pt>
                <c:pt idx="433">
                  <c:v>1511.08</c:v>
                </c:pt>
                <c:pt idx="434">
                  <c:v>1528.68</c:v>
                </c:pt>
                <c:pt idx="435">
                  <c:v>1546.64</c:v>
                </c:pt>
                <c:pt idx="436">
                  <c:v>1564.88</c:v>
                </c:pt>
                <c:pt idx="437">
                  <c:v>1583.37</c:v>
                </c:pt>
                <c:pt idx="438">
                  <c:v>1602.1</c:v>
                </c:pt>
                <c:pt idx="439">
                  <c:v>1621.09</c:v>
                </c:pt>
                <c:pt idx="440">
                  <c:v>1640.36</c:v>
                </c:pt>
                <c:pt idx="441">
                  <c:v>1659.96</c:v>
                </c:pt>
                <c:pt idx="442">
                  <c:v>1679.96</c:v>
                </c:pt>
                <c:pt idx="443">
                  <c:v>1700.43</c:v>
                </c:pt>
                <c:pt idx="444">
                  <c:v>1721.43</c:v>
                </c:pt>
                <c:pt idx="445">
                  <c:v>1743.04</c:v>
                </c:pt>
                <c:pt idx="446">
                  <c:v>1765.3</c:v>
                </c:pt>
                <c:pt idx="447">
                  <c:v>1788.27</c:v>
                </c:pt>
                <c:pt idx="448">
                  <c:v>1811.96</c:v>
                </c:pt>
                <c:pt idx="449">
                  <c:v>1836.36</c:v>
                </c:pt>
                <c:pt idx="450">
                  <c:v>1861.45</c:v>
                </c:pt>
                <c:pt idx="451">
                  <c:v>1887.16</c:v>
                </c:pt>
                <c:pt idx="452">
                  <c:v>1913.39</c:v>
                </c:pt>
                <c:pt idx="453">
                  <c:v>1940.01</c:v>
                </c:pt>
                <c:pt idx="454">
                  <c:v>1966.85</c:v>
                </c:pt>
                <c:pt idx="455">
                  <c:v>1993.69</c:v>
                </c:pt>
                <c:pt idx="456">
                  <c:v>2020.31</c:v>
                </c:pt>
                <c:pt idx="457">
                  <c:v>2046.43</c:v>
                </c:pt>
                <c:pt idx="458">
                  <c:v>2071.77</c:v>
                </c:pt>
                <c:pt idx="459">
                  <c:v>2096.02</c:v>
                </c:pt>
                <c:pt idx="460">
                  <c:v>2118.86</c:v>
                </c:pt>
                <c:pt idx="461">
                  <c:v>2139.9499999999998</c:v>
                </c:pt>
                <c:pt idx="462">
                  <c:v>2158.98</c:v>
                </c:pt>
                <c:pt idx="463">
                  <c:v>2175.62</c:v>
                </c:pt>
                <c:pt idx="464">
                  <c:v>2189.58</c:v>
                </c:pt>
                <c:pt idx="465">
                  <c:v>2200.59</c:v>
                </c:pt>
                <c:pt idx="466">
                  <c:v>2208.4</c:v>
                </c:pt>
                <c:pt idx="467">
                  <c:v>2212.81</c:v>
                </c:pt>
                <c:pt idx="468">
                  <c:v>2213.67</c:v>
                </c:pt>
                <c:pt idx="469">
                  <c:v>2210.87</c:v>
                </c:pt>
                <c:pt idx="470">
                  <c:v>2204.35</c:v>
                </c:pt>
                <c:pt idx="471">
                  <c:v>2194.11</c:v>
                </c:pt>
                <c:pt idx="472">
                  <c:v>2180.2199999999998</c:v>
                </c:pt>
                <c:pt idx="473">
                  <c:v>2162.79</c:v>
                </c:pt>
                <c:pt idx="474">
                  <c:v>2141.98</c:v>
                </c:pt>
                <c:pt idx="475">
                  <c:v>2118.0100000000002</c:v>
                </c:pt>
                <c:pt idx="476">
                  <c:v>2091.16</c:v>
                </c:pt>
                <c:pt idx="477">
                  <c:v>2061.7399999999998</c:v>
                </c:pt>
                <c:pt idx="478">
                  <c:v>2030.08</c:v>
                </c:pt>
                <c:pt idx="479">
                  <c:v>1996.56</c:v>
                </c:pt>
                <c:pt idx="480">
                  <c:v>1961.57</c:v>
                </c:pt>
                <c:pt idx="481">
                  <c:v>1925.52</c:v>
                </c:pt>
                <c:pt idx="482">
                  <c:v>1888.81</c:v>
                </c:pt>
                <c:pt idx="483">
                  <c:v>1851.84</c:v>
                </c:pt>
                <c:pt idx="484">
                  <c:v>1815</c:v>
                </c:pt>
                <c:pt idx="485">
                  <c:v>1778.65</c:v>
                </c:pt>
                <c:pt idx="486">
                  <c:v>1743.15</c:v>
                </c:pt>
                <c:pt idx="487">
                  <c:v>1708.79</c:v>
                </c:pt>
                <c:pt idx="488">
                  <c:v>1675.85</c:v>
                </c:pt>
                <c:pt idx="489">
                  <c:v>1644.55</c:v>
                </c:pt>
                <c:pt idx="490">
                  <c:v>1615.09</c:v>
                </c:pt>
                <c:pt idx="491">
                  <c:v>1587.6</c:v>
                </c:pt>
                <c:pt idx="492">
                  <c:v>1562.19</c:v>
                </c:pt>
                <c:pt idx="493">
                  <c:v>1538.92</c:v>
                </c:pt>
                <c:pt idx="494">
                  <c:v>1517.79</c:v>
                </c:pt>
                <c:pt idx="495">
                  <c:v>1498.79</c:v>
                </c:pt>
                <c:pt idx="496">
                  <c:v>1481.87</c:v>
                </c:pt>
                <c:pt idx="497">
                  <c:v>1466.95</c:v>
                </c:pt>
                <c:pt idx="498">
                  <c:v>1453.91</c:v>
                </c:pt>
                <c:pt idx="499">
                  <c:v>1442.64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DC9-47AF-A63A-7A32485A6D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20497695"/>
        <c:axId val="720493951"/>
      </c:lineChart>
      <c:catAx>
        <c:axId val="72049769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20493951"/>
        <c:crosses val="autoZero"/>
        <c:auto val="1"/>
        <c:lblAlgn val="ctr"/>
        <c:lblOffset val="100"/>
        <c:noMultiLvlLbl val="0"/>
      </c:catAx>
      <c:valAx>
        <c:axId val="7204939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204976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dirty="0"/>
              <a:t>38</a:t>
            </a:r>
            <a:r>
              <a:rPr lang="zh-TW" altLang="en-US" dirty="0"/>
              <a:t>筆資料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電壓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工作表1!$DT$1:$DT$38</c:f>
              <c:numCache>
                <c:formatCode>General</c:formatCode>
                <c:ptCount val="38"/>
                <c:pt idx="0">
                  <c:v>1929.11</c:v>
                </c:pt>
                <c:pt idx="1">
                  <c:v>1884.72</c:v>
                </c:pt>
                <c:pt idx="2">
                  <c:v>1841.33</c:v>
                </c:pt>
                <c:pt idx="3">
                  <c:v>1799.53</c:v>
                </c:pt>
                <c:pt idx="4">
                  <c:v>1759.86</c:v>
                </c:pt>
                <c:pt idx="5">
                  <c:v>1722.8</c:v>
                </c:pt>
                <c:pt idx="6">
                  <c:v>1688.75</c:v>
                </c:pt>
                <c:pt idx="7">
                  <c:v>1658.03</c:v>
                </c:pt>
                <c:pt idx="8">
                  <c:v>1630.86</c:v>
                </c:pt>
                <c:pt idx="9">
                  <c:v>1607.37</c:v>
                </c:pt>
                <c:pt idx="10">
                  <c:v>1587.62</c:v>
                </c:pt>
                <c:pt idx="11">
                  <c:v>1571.56</c:v>
                </c:pt>
                <c:pt idx="12">
                  <c:v>1559.06</c:v>
                </c:pt>
                <c:pt idx="13">
                  <c:v>1549.92</c:v>
                </c:pt>
                <c:pt idx="14">
                  <c:v>1543.89</c:v>
                </c:pt>
                <c:pt idx="15">
                  <c:v>1540.66</c:v>
                </c:pt>
                <c:pt idx="16">
                  <c:v>1539.89</c:v>
                </c:pt>
                <c:pt idx="17">
                  <c:v>1541.21</c:v>
                </c:pt>
                <c:pt idx="18">
                  <c:v>1544.26</c:v>
                </c:pt>
                <c:pt idx="19">
                  <c:v>1548.67</c:v>
                </c:pt>
                <c:pt idx="20">
                  <c:v>1554.12</c:v>
                </c:pt>
                <c:pt idx="21">
                  <c:v>1560.3</c:v>
                </c:pt>
                <c:pt idx="22">
                  <c:v>1566.97</c:v>
                </c:pt>
                <c:pt idx="23">
                  <c:v>1573.94</c:v>
                </c:pt>
                <c:pt idx="24">
                  <c:v>1581.07</c:v>
                </c:pt>
                <c:pt idx="25">
                  <c:v>1588.29</c:v>
                </c:pt>
                <c:pt idx="26">
                  <c:v>1595.6</c:v>
                </c:pt>
                <c:pt idx="27">
                  <c:v>1603.07</c:v>
                </c:pt>
                <c:pt idx="28">
                  <c:v>1610.82</c:v>
                </c:pt>
                <c:pt idx="29">
                  <c:v>1619.03</c:v>
                </c:pt>
                <c:pt idx="30">
                  <c:v>1627.91</c:v>
                </c:pt>
                <c:pt idx="31">
                  <c:v>1637.72</c:v>
                </c:pt>
                <c:pt idx="32">
                  <c:v>1648.73</c:v>
                </c:pt>
                <c:pt idx="33">
                  <c:v>1661.2</c:v>
                </c:pt>
                <c:pt idx="34">
                  <c:v>1675.42</c:v>
                </c:pt>
                <c:pt idx="35">
                  <c:v>1691.61</c:v>
                </c:pt>
                <c:pt idx="36">
                  <c:v>1710</c:v>
                </c:pt>
                <c:pt idx="37">
                  <c:v>1730.74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298-4979-8F7A-F4C78AC1AC58}"/>
            </c:ext>
          </c:extLst>
        </c:ser>
        <c:ser>
          <c:idx val="1"/>
          <c:order val="1"/>
          <c:tx>
            <c:v>電流1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工作表1!$DU$1:$DU$38</c:f>
              <c:numCache>
                <c:formatCode>General</c:formatCode>
                <c:ptCount val="38"/>
                <c:pt idx="0">
                  <c:v>2358.34</c:v>
                </c:pt>
                <c:pt idx="1">
                  <c:v>2250.7800000000002</c:v>
                </c:pt>
                <c:pt idx="2">
                  <c:v>2145.09</c:v>
                </c:pt>
                <c:pt idx="3">
                  <c:v>2042.87</c:v>
                </c:pt>
                <c:pt idx="4">
                  <c:v>1945.63</c:v>
                </c:pt>
                <c:pt idx="5">
                  <c:v>1854.74</c:v>
                </c:pt>
                <c:pt idx="6">
                  <c:v>1771.45</c:v>
                </c:pt>
                <c:pt idx="7">
                  <c:v>1696.78</c:v>
                </c:pt>
                <c:pt idx="8">
                  <c:v>1631.57</c:v>
                </c:pt>
                <c:pt idx="9">
                  <c:v>1576.44</c:v>
                </c:pt>
                <c:pt idx="10">
                  <c:v>1531.76</c:v>
                </c:pt>
                <c:pt idx="11">
                  <c:v>1497.69</c:v>
                </c:pt>
                <c:pt idx="12">
                  <c:v>1474.13</c:v>
                </c:pt>
                <c:pt idx="13">
                  <c:v>1460.8</c:v>
                </c:pt>
                <c:pt idx="14">
                  <c:v>1457.18</c:v>
                </c:pt>
                <c:pt idx="15">
                  <c:v>1462.59</c:v>
                </c:pt>
                <c:pt idx="16">
                  <c:v>1476.19</c:v>
                </c:pt>
                <c:pt idx="17">
                  <c:v>1497.02</c:v>
                </c:pt>
                <c:pt idx="18">
                  <c:v>1524.02</c:v>
                </c:pt>
                <c:pt idx="19">
                  <c:v>1556.08</c:v>
                </c:pt>
                <c:pt idx="20">
                  <c:v>1592.06</c:v>
                </c:pt>
                <c:pt idx="21">
                  <c:v>1630.83</c:v>
                </c:pt>
                <c:pt idx="22">
                  <c:v>1671.28</c:v>
                </c:pt>
                <c:pt idx="23">
                  <c:v>1712.4</c:v>
                </c:pt>
                <c:pt idx="24">
                  <c:v>1753.24</c:v>
                </c:pt>
                <c:pt idx="25">
                  <c:v>1792.97</c:v>
                </c:pt>
                <c:pt idx="26">
                  <c:v>1830.91</c:v>
                </c:pt>
                <c:pt idx="27">
                  <c:v>1866.47</c:v>
                </c:pt>
                <c:pt idx="28">
                  <c:v>1899.24</c:v>
                </c:pt>
                <c:pt idx="29">
                  <c:v>1928.93</c:v>
                </c:pt>
                <c:pt idx="30">
                  <c:v>1955.39</c:v>
                </c:pt>
                <c:pt idx="31">
                  <c:v>1978.6</c:v>
                </c:pt>
                <c:pt idx="32">
                  <c:v>1998.65</c:v>
                </c:pt>
                <c:pt idx="33">
                  <c:v>2015.72</c:v>
                </c:pt>
                <c:pt idx="34">
                  <c:v>2030.07</c:v>
                </c:pt>
                <c:pt idx="35">
                  <c:v>2042.02</c:v>
                </c:pt>
                <c:pt idx="36">
                  <c:v>2051.91</c:v>
                </c:pt>
                <c:pt idx="37">
                  <c:v>2060.12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298-4979-8F7A-F4C78AC1AC58}"/>
            </c:ext>
          </c:extLst>
        </c:ser>
        <c:ser>
          <c:idx val="2"/>
          <c:order val="2"/>
          <c:tx>
            <c:v>電流2</c:v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工作表1!$DV$1:$DV$38</c:f>
              <c:numCache>
                <c:formatCode>General</c:formatCode>
                <c:ptCount val="38"/>
                <c:pt idx="0">
                  <c:v>1224.9000000000001</c:v>
                </c:pt>
                <c:pt idx="1">
                  <c:v>1263.3699999999999</c:v>
                </c:pt>
                <c:pt idx="2">
                  <c:v>1301.78</c:v>
                </c:pt>
                <c:pt idx="3">
                  <c:v>1339.78</c:v>
                </c:pt>
                <c:pt idx="4">
                  <c:v>1377.05</c:v>
                </c:pt>
                <c:pt idx="5">
                  <c:v>1413.25</c:v>
                </c:pt>
                <c:pt idx="6">
                  <c:v>1448.06</c:v>
                </c:pt>
                <c:pt idx="7">
                  <c:v>1481.2</c:v>
                </c:pt>
                <c:pt idx="8">
                  <c:v>1512.41</c:v>
                </c:pt>
                <c:pt idx="9">
                  <c:v>1541.47</c:v>
                </c:pt>
                <c:pt idx="10">
                  <c:v>1568.22</c:v>
                </c:pt>
                <c:pt idx="11">
                  <c:v>1592.53</c:v>
                </c:pt>
                <c:pt idx="12">
                  <c:v>1614.33</c:v>
                </c:pt>
                <c:pt idx="13">
                  <c:v>1633.62</c:v>
                </c:pt>
                <c:pt idx="14">
                  <c:v>1650.44</c:v>
                </c:pt>
                <c:pt idx="15">
                  <c:v>1664.9</c:v>
                </c:pt>
                <c:pt idx="16">
                  <c:v>1677.15</c:v>
                </c:pt>
                <c:pt idx="17">
                  <c:v>1687.39</c:v>
                </c:pt>
                <c:pt idx="18">
                  <c:v>1695.9</c:v>
                </c:pt>
                <c:pt idx="19">
                  <c:v>1702.95</c:v>
                </c:pt>
                <c:pt idx="20">
                  <c:v>1708.88</c:v>
                </c:pt>
                <c:pt idx="21">
                  <c:v>1714.04</c:v>
                </c:pt>
                <c:pt idx="22">
                  <c:v>1718.78</c:v>
                </c:pt>
                <c:pt idx="23">
                  <c:v>1723.48</c:v>
                </c:pt>
                <c:pt idx="24">
                  <c:v>1728.49</c:v>
                </c:pt>
                <c:pt idx="25">
                  <c:v>1734.16</c:v>
                </c:pt>
                <c:pt idx="26">
                  <c:v>1740.81</c:v>
                </c:pt>
                <c:pt idx="27">
                  <c:v>1748.7</c:v>
                </c:pt>
                <c:pt idx="28">
                  <c:v>1758.08</c:v>
                </c:pt>
                <c:pt idx="29">
                  <c:v>1769.13</c:v>
                </c:pt>
                <c:pt idx="30">
                  <c:v>1781.98</c:v>
                </c:pt>
                <c:pt idx="31">
                  <c:v>1796.68</c:v>
                </c:pt>
                <c:pt idx="32">
                  <c:v>1813.24</c:v>
                </c:pt>
                <c:pt idx="33">
                  <c:v>1831.59</c:v>
                </c:pt>
                <c:pt idx="34">
                  <c:v>1851.58</c:v>
                </c:pt>
                <c:pt idx="35">
                  <c:v>1873.03</c:v>
                </c:pt>
                <c:pt idx="36">
                  <c:v>1895.67</c:v>
                </c:pt>
                <c:pt idx="37">
                  <c:v>1919.2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298-4979-8F7A-F4C78AC1AC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64450831"/>
        <c:axId val="564449583"/>
      </c:lineChart>
      <c:catAx>
        <c:axId val="56445083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64449583"/>
        <c:crosses val="autoZero"/>
        <c:auto val="1"/>
        <c:lblAlgn val="ctr"/>
        <c:lblOffset val="100"/>
        <c:noMultiLvlLbl val="0"/>
      </c:catAx>
      <c:valAx>
        <c:axId val="5644495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644508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dirty="0"/>
              <a:t>500</a:t>
            </a:r>
            <a:r>
              <a:rPr lang="zh-TW" altLang="en-US" dirty="0"/>
              <a:t>筆資料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電壓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工作表1!$DT$1:$DT$500</c:f>
              <c:numCache>
                <c:formatCode>General</c:formatCode>
                <c:ptCount val="500"/>
                <c:pt idx="0">
                  <c:v>1929.11</c:v>
                </c:pt>
                <c:pt idx="1">
                  <c:v>1884.72</c:v>
                </c:pt>
                <c:pt idx="2">
                  <c:v>1841.33</c:v>
                </c:pt>
                <c:pt idx="3">
                  <c:v>1799.53</c:v>
                </c:pt>
                <c:pt idx="4">
                  <c:v>1759.86</c:v>
                </c:pt>
                <c:pt idx="5">
                  <c:v>1722.8</c:v>
                </c:pt>
                <c:pt idx="6">
                  <c:v>1688.75</c:v>
                </c:pt>
                <c:pt idx="7">
                  <c:v>1658.03</c:v>
                </c:pt>
                <c:pt idx="8">
                  <c:v>1630.86</c:v>
                </c:pt>
                <c:pt idx="9">
                  <c:v>1607.37</c:v>
                </c:pt>
                <c:pt idx="10">
                  <c:v>1587.62</c:v>
                </c:pt>
                <c:pt idx="11">
                  <c:v>1571.56</c:v>
                </c:pt>
                <c:pt idx="12">
                  <c:v>1559.06</c:v>
                </c:pt>
                <c:pt idx="13">
                  <c:v>1549.92</c:v>
                </c:pt>
                <c:pt idx="14">
                  <c:v>1543.89</c:v>
                </c:pt>
                <c:pt idx="15">
                  <c:v>1540.66</c:v>
                </c:pt>
                <c:pt idx="16">
                  <c:v>1539.89</c:v>
                </c:pt>
                <c:pt idx="17">
                  <c:v>1541.21</c:v>
                </c:pt>
                <c:pt idx="18">
                  <c:v>1544.26</c:v>
                </c:pt>
                <c:pt idx="19">
                  <c:v>1548.67</c:v>
                </c:pt>
                <c:pt idx="20">
                  <c:v>1554.12</c:v>
                </c:pt>
                <c:pt idx="21">
                  <c:v>1560.3</c:v>
                </c:pt>
                <c:pt idx="22">
                  <c:v>1566.97</c:v>
                </c:pt>
                <c:pt idx="23">
                  <c:v>1573.94</c:v>
                </c:pt>
                <c:pt idx="24">
                  <c:v>1581.07</c:v>
                </c:pt>
                <c:pt idx="25">
                  <c:v>1588.29</c:v>
                </c:pt>
                <c:pt idx="26">
                  <c:v>1595.6</c:v>
                </c:pt>
                <c:pt idx="27">
                  <c:v>1603.07</c:v>
                </c:pt>
                <c:pt idx="28">
                  <c:v>1610.82</c:v>
                </c:pt>
                <c:pt idx="29">
                  <c:v>1619.03</c:v>
                </c:pt>
                <c:pt idx="30">
                  <c:v>1627.91</c:v>
                </c:pt>
                <c:pt idx="31">
                  <c:v>1637.72</c:v>
                </c:pt>
                <c:pt idx="32">
                  <c:v>1648.73</c:v>
                </c:pt>
                <c:pt idx="33">
                  <c:v>1661.2</c:v>
                </c:pt>
                <c:pt idx="34">
                  <c:v>1675.42</c:v>
                </c:pt>
                <c:pt idx="35">
                  <c:v>1691.61</c:v>
                </c:pt>
                <c:pt idx="36">
                  <c:v>1710</c:v>
                </c:pt>
                <c:pt idx="37">
                  <c:v>1730.74</c:v>
                </c:pt>
                <c:pt idx="38">
                  <c:v>1753.93</c:v>
                </c:pt>
                <c:pt idx="39">
                  <c:v>1779.62</c:v>
                </c:pt>
                <c:pt idx="40">
                  <c:v>1807.76</c:v>
                </c:pt>
                <c:pt idx="41">
                  <c:v>1838.23</c:v>
                </c:pt>
                <c:pt idx="42">
                  <c:v>1870.85</c:v>
                </c:pt>
                <c:pt idx="43">
                  <c:v>1905.33</c:v>
                </c:pt>
                <c:pt idx="44">
                  <c:v>1941.34</c:v>
                </c:pt>
                <c:pt idx="45">
                  <c:v>1978.47</c:v>
                </c:pt>
                <c:pt idx="46">
                  <c:v>2016.25</c:v>
                </c:pt>
                <c:pt idx="47">
                  <c:v>2054.15</c:v>
                </c:pt>
                <c:pt idx="48">
                  <c:v>2091.65</c:v>
                </c:pt>
                <c:pt idx="49">
                  <c:v>2128.1799999999998</c:v>
                </c:pt>
                <c:pt idx="50">
                  <c:v>2163.17</c:v>
                </c:pt>
                <c:pt idx="51">
                  <c:v>2196.06</c:v>
                </c:pt>
                <c:pt idx="52">
                  <c:v>2226.34</c:v>
                </c:pt>
                <c:pt idx="53">
                  <c:v>2253.52</c:v>
                </c:pt>
                <c:pt idx="54">
                  <c:v>2277.17</c:v>
                </c:pt>
                <c:pt idx="55">
                  <c:v>2296.9499999999998</c:v>
                </c:pt>
                <c:pt idx="56">
                  <c:v>2312.5500000000002</c:v>
                </c:pt>
                <c:pt idx="57">
                  <c:v>2323.8000000000002</c:v>
                </c:pt>
                <c:pt idx="58">
                  <c:v>2330.58</c:v>
                </c:pt>
                <c:pt idx="59">
                  <c:v>2332.89</c:v>
                </c:pt>
                <c:pt idx="60">
                  <c:v>2330.8000000000002</c:v>
                </c:pt>
                <c:pt idx="61">
                  <c:v>2324.48</c:v>
                </c:pt>
                <c:pt idx="62">
                  <c:v>2314.1999999999998</c:v>
                </c:pt>
                <c:pt idx="63">
                  <c:v>2300.27</c:v>
                </c:pt>
                <c:pt idx="64">
                  <c:v>2283.09</c:v>
                </c:pt>
                <c:pt idx="65">
                  <c:v>2263.11</c:v>
                </c:pt>
                <c:pt idx="66">
                  <c:v>2240.83</c:v>
                </c:pt>
                <c:pt idx="67">
                  <c:v>2216.7399999999998</c:v>
                </c:pt>
                <c:pt idx="68">
                  <c:v>2191.39</c:v>
                </c:pt>
                <c:pt idx="69">
                  <c:v>2165.29</c:v>
                </c:pt>
                <c:pt idx="70">
                  <c:v>2138.9499999999998</c:v>
                </c:pt>
                <c:pt idx="71">
                  <c:v>2112.84</c:v>
                </c:pt>
                <c:pt idx="72">
                  <c:v>2087.39</c:v>
                </c:pt>
                <c:pt idx="73">
                  <c:v>2062.96</c:v>
                </c:pt>
                <c:pt idx="74">
                  <c:v>2039.88</c:v>
                </c:pt>
                <c:pt idx="75">
                  <c:v>2018.38</c:v>
                </c:pt>
                <c:pt idx="76">
                  <c:v>1998.63</c:v>
                </c:pt>
                <c:pt idx="77">
                  <c:v>1980.71</c:v>
                </c:pt>
                <c:pt idx="78">
                  <c:v>1964.64</c:v>
                </c:pt>
                <c:pt idx="79">
                  <c:v>1950.36</c:v>
                </c:pt>
                <c:pt idx="80">
                  <c:v>1937.74</c:v>
                </c:pt>
                <c:pt idx="81">
                  <c:v>1926.59</c:v>
                </c:pt>
                <c:pt idx="82">
                  <c:v>1916.68</c:v>
                </c:pt>
                <c:pt idx="83">
                  <c:v>1907.72</c:v>
                </c:pt>
                <c:pt idx="84">
                  <c:v>1899.41</c:v>
                </c:pt>
                <c:pt idx="85">
                  <c:v>1891.41</c:v>
                </c:pt>
                <c:pt idx="86">
                  <c:v>1883.4</c:v>
                </c:pt>
                <c:pt idx="87">
                  <c:v>1875.04</c:v>
                </c:pt>
                <c:pt idx="88">
                  <c:v>1866.03</c:v>
                </c:pt>
                <c:pt idx="89">
                  <c:v>1856.11</c:v>
                </c:pt>
                <c:pt idx="90">
                  <c:v>1845.02</c:v>
                </c:pt>
                <c:pt idx="91">
                  <c:v>1832.6</c:v>
                </c:pt>
                <c:pt idx="92">
                  <c:v>1818.71</c:v>
                </c:pt>
                <c:pt idx="93">
                  <c:v>1803.29</c:v>
                </c:pt>
                <c:pt idx="94">
                  <c:v>1786.34</c:v>
                </c:pt>
                <c:pt idx="95">
                  <c:v>1767.93</c:v>
                </c:pt>
                <c:pt idx="96">
                  <c:v>1748.19</c:v>
                </c:pt>
                <c:pt idx="97">
                  <c:v>1727.33</c:v>
                </c:pt>
                <c:pt idx="98">
                  <c:v>1705.59</c:v>
                </c:pt>
                <c:pt idx="99">
                  <c:v>1683.29</c:v>
                </c:pt>
                <c:pt idx="100">
                  <c:v>1660.77</c:v>
                </c:pt>
                <c:pt idx="101">
                  <c:v>1638.42</c:v>
                </c:pt>
                <c:pt idx="102">
                  <c:v>1616.65</c:v>
                </c:pt>
                <c:pt idx="103">
                  <c:v>1595.9</c:v>
                </c:pt>
                <c:pt idx="104">
                  <c:v>1576.57</c:v>
                </c:pt>
                <c:pt idx="105">
                  <c:v>1559.1</c:v>
                </c:pt>
                <c:pt idx="106">
                  <c:v>1543.87</c:v>
                </c:pt>
                <c:pt idx="107">
                  <c:v>1531.26</c:v>
                </c:pt>
                <c:pt idx="108">
                  <c:v>1521.58</c:v>
                </c:pt>
                <c:pt idx="109">
                  <c:v>1515.12</c:v>
                </c:pt>
                <c:pt idx="110">
                  <c:v>1512.09</c:v>
                </c:pt>
                <c:pt idx="111">
                  <c:v>1512.65</c:v>
                </c:pt>
                <c:pt idx="112">
                  <c:v>1516.89</c:v>
                </c:pt>
                <c:pt idx="113">
                  <c:v>1524.82</c:v>
                </c:pt>
                <c:pt idx="114">
                  <c:v>1536.39</c:v>
                </c:pt>
                <c:pt idx="115">
                  <c:v>1551.49</c:v>
                </c:pt>
                <c:pt idx="116">
                  <c:v>1569.92</c:v>
                </c:pt>
                <c:pt idx="117">
                  <c:v>1591.44</c:v>
                </c:pt>
                <c:pt idx="118">
                  <c:v>1615.73</c:v>
                </c:pt>
                <c:pt idx="119">
                  <c:v>1642.44</c:v>
                </c:pt>
                <c:pt idx="120">
                  <c:v>1671.18</c:v>
                </c:pt>
                <c:pt idx="121">
                  <c:v>1701.5</c:v>
                </c:pt>
                <c:pt idx="122">
                  <c:v>1732.97</c:v>
                </c:pt>
                <c:pt idx="123">
                  <c:v>1765.11</c:v>
                </c:pt>
                <c:pt idx="124">
                  <c:v>1797.47</c:v>
                </c:pt>
                <c:pt idx="125">
                  <c:v>1829.58</c:v>
                </c:pt>
                <c:pt idx="126">
                  <c:v>1861</c:v>
                </c:pt>
                <c:pt idx="127">
                  <c:v>1891.33</c:v>
                </c:pt>
                <c:pt idx="128">
                  <c:v>1920.18</c:v>
                </c:pt>
                <c:pt idx="129">
                  <c:v>1947.23</c:v>
                </c:pt>
                <c:pt idx="130">
                  <c:v>1972.19</c:v>
                </c:pt>
                <c:pt idx="131">
                  <c:v>1994.82</c:v>
                </c:pt>
                <c:pt idx="132">
                  <c:v>2014.94</c:v>
                </c:pt>
                <c:pt idx="133">
                  <c:v>2032.43</c:v>
                </c:pt>
                <c:pt idx="134">
                  <c:v>2047.23</c:v>
                </c:pt>
                <c:pt idx="135">
                  <c:v>2059.3200000000002</c:v>
                </c:pt>
                <c:pt idx="136">
                  <c:v>2068.73</c:v>
                </c:pt>
                <c:pt idx="137">
                  <c:v>2075.5500000000002</c:v>
                </c:pt>
                <c:pt idx="138">
                  <c:v>2079.9</c:v>
                </c:pt>
                <c:pt idx="139">
                  <c:v>2081.94</c:v>
                </c:pt>
                <c:pt idx="140">
                  <c:v>2081.85</c:v>
                </c:pt>
                <c:pt idx="141">
                  <c:v>2079.83</c:v>
                </c:pt>
                <c:pt idx="142">
                  <c:v>2076.08</c:v>
                </c:pt>
                <c:pt idx="143">
                  <c:v>2070.83</c:v>
                </c:pt>
                <c:pt idx="144">
                  <c:v>2064.27</c:v>
                </c:pt>
                <c:pt idx="145">
                  <c:v>2056.61</c:v>
                </c:pt>
                <c:pt idx="146">
                  <c:v>2048.0300000000002</c:v>
                </c:pt>
                <c:pt idx="147">
                  <c:v>2038.67</c:v>
                </c:pt>
                <c:pt idx="148">
                  <c:v>2028.67</c:v>
                </c:pt>
                <c:pt idx="149">
                  <c:v>2018.13</c:v>
                </c:pt>
                <c:pt idx="150">
                  <c:v>2007.11</c:v>
                </c:pt>
                <c:pt idx="151">
                  <c:v>1995.65</c:v>
                </c:pt>
                <c:pt idx="152">
                  <c:v>1983.77</c:v>
                </c:pt>
                <c:pt idx="153">
                  <c:v>1971.44</c:v>
                </c:pt>
                <c:pt idx="154">
                  <c:v>1958.64</c:v>
                </c:pt>
                <c:pt idx="155">
                  <c:v>1945.29</c:v>
                </c:pt>
                <c:pt idx="156">
                  <c:v>1931.35</c:v>
                </c:pt>
                <c:pt idx="157">
                  <c:v>1916.73</c:v>
                </c:pt>
                <c:pt idx="158">
                  <c:v>1901.36</c:v>
                </c:pt>
                <c:pt idx="159">
                  <c:v>1885.19</c:v>
                </c:pt>
                <c:pt idx="160">
                  <c:v>1868.17</c:v>
                </c:pt>
                <c:pt idx="161">
                  <c:v>1850.26</c:v>
                </c:pt>
                <c:pt idx="162">
                  <c:v>1831.47</c:v>
                </c:pt>
                <c:pt idx="163">
                  <c:v>1811.82</c:v>
                </c:pt>
                <c:pt idx="164">
                  <c:v>1791.36</c:v>
                </c:pt>
                <c:pt idx="165">
                  <c:v>1770.19</c:v>
                </c:pt>
                <c:pt idx="166">
                  <c:v>1748.43</c:v>
                </c:pt>
                <c:pt idx="167">
                  <c:v>1726.24</c:v>
                </c:pt>
                <c:pt idx="168">
                  <c:v>1703.79</c:v>
                </c:pt>
                <c:pt idx="169">
                  <c:v>1681.3</c:v>
                </c:pt>
                <c:pt idx="170">
                  <c:v>1659</c:v>
                </c:pt>
                <c:pt idx="171">
                  <c:v>1637.13</c:v>
                </c:pt>
                <c:pt idx="172">
                  <c:v>1615.94</c:v>
                </c:pt>
                <c:pt idx="173">
                  <c:v>1595.69</c:v>
                </c:pt>
                <c:pt idx="174">
                  <c:v>1576.62</c:v>
                </c:pt>
                <c:pt idx="175">
                  <c:v>1558.95</c:v>
                </c:pt>
                <c:pt idx="176">
                  <c:v>1542.91</c:v>
                </c:pt>
                <c:pt idx="177">
                  <c:v>1528.67</c:v>
                </c:pt>
                <c:pt idx="178">
                  <c:v>1516.38</c:v>
                </c:pt>
                <c:pt idx="179">
                  <c:v>1506.16</c:v>
                </c:pt>
                <c:pt idx="180">
                  <c:v>1498.07</c:v>
                </c:pt>
                <c:pt idx="181">
                  <c:v>1492.14</c:v>
                </c:pt>
                <c:pt idx="182">
                  <c:v>1488.37</c:v>
                </c:pt>
                <c:pt idx="183">
                  <c:v>1486.69</c:v>
                </c:pt>
                <c:pt idx="184">
                  <c:v>1487.02</c:v>
                </c:pt>
                <c:pt idx="185">
                  <c:v>1489.23</c:v>
                </c:pt>
                <c:pt idx="186">
                  <c:v>1493.16</c:v>
                </c:pt>
                <c:pt idx="187">
                  <c:v>1498.65</c:v>
                </c:pt>
                <c:pt idx="188">
                  <c:v>1505.49</c:v>
                </c:pt>
                <c:pt idx="189">
                  <c:v>1513.49</c:v>
                </c:pt>
                <c:pt idx="190">
                  <c:v>1522.45</c:v>
                </c:pt>
                <c:pt idx="191">
                  <c:v>1532.17</c:v>
                </c:pt>
                <c:pt idx="192">
                  <c:v>1542.49</c:v>
                </c:pt>
                <c:pt idx="193">
                  <c:v>1553.23</c:v>
                </c:pt>
                <c:pt idx="194">
                  <c:v>1564.28</c:v>
                </c:pt>
                <c:pt idx="195">
                  <c:v>1575.52</c:v>
                </c:pt>
                <c:pt idx="196">
                  <c:v>1586.9</c:v>
                </c:pt>
                <c:pt idx="197">
                  <c:v>1598.38</c:v>
                </c:pt>
                <c:pt idx="198">
                  <c:v>1609.97</c:v>
                </c:pt>
                <c:pt idx="199">
                  <c:v>1621.7</c:v>
                </c:pt>
                <c:pt idx="200">
                  <c:v>1633.65</c:v>
                </c:pt>
                <c:pt idx="201">
                  <c:v>1645.9</c:v>
                </c:pt>
                <c:pt idx="202">
                  <c:v>1658.58</c:v>
                </c:pt>
                <c:pt idx="203">
                  <c:v>1671.82</c:v>
                </c:pt>
                <c:pt idx="204">
                  <c:v>1685.75</c:v>
                </c:pt>
                <c:pt idx="205">
                  <c:v>1700.52</c:v>
                </c:pt>
                <c:pt idx="206">
                  <c:v>1716.26</c:v>
                </c:pt>
                <c:pt idx="207">
                  <c:v>1733.08</c:v>
                </c:pt>
                <c:pt idx="208">
                  <c:v>1751.09</c:v>
                </c:pt>
                <c:pt idx="209">
                  <c:v>1770.35</c:v>
                </c:pt>
                <c:pt idx="210">
                  <c:v>1790.89</c:v>
                </c:pt>
                <c:pt idx="211">
                  <c:v>1812.72</c:v>
                </c:pt>
                <c:pt idx="212">
                  <c:v>1835.8</c:v>
                </c:pt>
                <c:pt idx="213">
                  <c:v>1860.04</c:v>
                </c:pt>
                <c:pt idx="214">
                  <c:v>1885.32</c:v>
                </c:pt>
                <c:pt idx="215">
                  <c:v>1911.47</c:v>
                </c:pt>
                <c:pt idx="216">
                  <c:v>1938.3</c:v>
                </c:pt>
                <c:pt idx="217">
                  <c:v>1965.56</c:v>
                </c:pt>
                <c:pt idx="218">
                  <c:v>1993</c:v>
                </c:pt>
                <c:pt idx="219">
                  <c:v>2020.34</c:v>
                </c:pt>
                <c:pt idx="220">
                  <c:v>2047.26</c:v>
                </c:pt>
                <c:pt idx="221">
                  <c:v>2073.48</c:v>
                </c:pt>
                <c:pt idx="222">
                  <c:v>2098.67</c:v>
                </c:pt>
                <c:pt idx="223">
                  <c:v>2122.54</c:v>
                </c:pt>
                <c:pt idx="224">
                  <c:v>2144.81</c:v>
                </c:pt>
                <c:pt idx="225">
                  <c:v>2165.1999999999998</c:v>
                </c:pt>
                <c:pt idx="226">
                  <c:v>2183.4899999999998</c:v>
                </c:pt>
                <c:pt idx="227">
                  <c:v>2199.46</c:v>
                </c:pt>
                <c:pt idx="228">
                  <c:v>2212.9499999999998</c:v>
                </c:pt>
                <c:pt idx="229">
                  <c:v>2223.8200000000002</c:v>
                </c:pt>
                <c:pt idx="230">
                  <c:v>2231.9699999999998</c:v>
                </c:pt>
                <c:pt idx="231">
                  <c:v>2237.36</c:v>
                </c:pt>
                <c:pt idx="232">
                  <c:v>2239.9699999999998</c:v>
                </c:pt>
                <c:pt idx="233">
                  <c:v>2239.83</c:v>
                </c:pt>
                <c:pt idx="234">
                  <c:v>2237</c:v>
                </c:pt>
                <c:pt idx="235">
                  <c:v>2231.5700000000002</c:v>
                </c:pt>
                <c:pt idx="236">
                  <c:v>2223.66</c:v>
                </c:pt>
                <c:pt idx="237">
                  <c:v>2213.42</c:v>
                </c:pt>
                <c:pt idx="238">
                  <c:v>2201.02</c:v>
                </c:pt>
                <c:pt idx="239">
                  <c:v>2186.63</c:v>
                </c:pt>
                <c:pt idx="240">
                  <c:v>2170.44</c:v>
                </c:pt>
                <c:pt idx="241">
                  <c:v>2152.66</c:v>
                </c:pt>
                <c:pt idx="242">
                  <c:v>2133.4699999999998</c:v>
                </c:pt>
                <c:pt idx="243">
                  <c:v>2113.08</c:v>
                </c:pt>
                <c:pt idx="244">
                  <c:v>2091.67</c:v>
                </c:pt>
                <c:pt idx="245">
                  <c:v>2069.4299999999998</c:v>
                </c:pt>
                <c:pt idx="246">
                  <c:v>2046.53</c:v>
                </c:pt>
                <c:pt idx="247">
                  <c:v>2023.14</c:v>
                </c:pt>
                <c:pt idx="248">
                  <c:v>1999.4</c:v>
                </c:pt>
                <c:pt idx="249">
                  <c:v>1975.47</c:v>
                </c:pt>
                <c:pt idx="250">
                  <c:v>1951.46</c:v>
                </c:pt>
                <c:pt idx="251">
                  <c:v>1927.49</c:v>
                </c:pt>
                <c:pt idx="252">
                  <c:v>1903.68</c:v>
                </c:pt>
                <c:pt idx="253">
                  <c:v>1880.12</c:v>
                </c:pt>
                <c:pt idx="254">
                  <c:v>1856.9</c:v>
                </c:pt>
                <c:pt idx="255">
                  <c:v>1834.1</c:v>
                </c:pt>
                <c:pt idx="256">
                  <c:v>1811.81</c:v>
                </c:pt>
                <c:pt idx="257">
                  <c:v>1790.09</c:v>
                </c:pt>
                <c:pt idx="258">
                  <c:v>1769.01</c:v>
                </c:pt>
                <c:pt idx="259">
                  <c:v>1748.64</c:v>
                </c:pt>
                <c:pt idx="260">
                  <c:v>1729.04</c:v>
                </c:pt>
                <c:pt idx="261">
                  <c:v>1710.27</c:v>
                </c:pt>
                <c:pt idx="262">
                  <c:v>1692.38</c:v>
                </c:pt>
                <c:pt idx="263">
                  <c:v>1675.44</c:v>
                </c:pt>
                <c:pt idx="264">
                  <c:v>1659.48</c:v>
                </c:pt>
                <c:pt idx="265">
                  <c:v>1644.58</c:v>
                </c:pt>
                <c:pt idx="266">
                  <c:v>1630.76</c:v>
                </c:pt>
                <c:pt idx="267">
                  <c:v>1618.08</c:v>
                </c:pt>
                <c:pt idx="268">
                  <c:v>1606.58</c:v>
                </c:pt>
                <c:pt idx="269">
                  <c:v>1596.3</c:v>
                </c:pt>
                <c:pt idx="270">
                  <c:v>1587.29</c:v>
                </c:pt>
                <c:pt idx="271">
                  <c:v>1579.57</c:v>
                </c:pt>
                <c:pt idx="272">
                  <c:v>1573.18</c:v>
                </c:pt>
                <c:pt idx="273">
                  <c:v>1568.17</c:v>
                </c:pt>
                <c:pt idx="274">
                  <c:v>1564.56</c:v>
                </c:pt>
                <c:pt idx="275">
                  <c:v>1562.39</c:v>
                </c:pt>
                <c:pt idx="276">
                  <c:v>1561.68</c:v>
                </c:pt>
                <c:pt idx="277">
                  <c:v>1562.48</c:v>
                </c:pt>
                <c:pt idx="278">
                  <c:v>1564.82</c:v>
                </c:pt>
                <c:pt idx="279">
                  <c:v>1568.72</c:v>
                </c:pt>
                <c:pt idx="280">
                  <c:v>1574.22</c:v>
                </c:pt>
                <c:pt idx="281">
                  <c:v>1581.34</c:v>
                </c:pt>
                <c:pt idx="282">
                  <c:v>1590.11</c:v>
                </c:pt>
                <c:pt idx="283">
                  <c:v>1600.55</c:v>
                </c:pt>
                <c:pt idx="284">
                  <c:v>1612.68</c:v>
                </c:pt>
                <c:pt idx="285">
                  <c:v>1626.49</c:v>
                </c:pt>
                <c:pt idx="286">
                  <c:v>1641.98</c:v>
                </c:pt>
                <c:pt idx="287">
                  <c:v>1659.14</c:v>
                </c:pt>
                <c:pt idx="288">
                  <c:v>1677.93</c:v>
                </c:pt>
                <c:pt idx="289">
                  <c:v>1698.31</c:v>
                </c:pt>
                <c:pt idx="290">
                  <c:v>1720.22</c:v>
                </c:pt>
                <c:pt idx="291">
                  <c:v>1743.55</c:v>
                </c:pt>
                <c:pt idx="292">
                  <c:v>1768.22</c:v>
                </c:pt>
                <c:pt idx="293">
                  <c:v>1794.09</c:v>
                </c:pt>
                <c:pt idx="294">
                  <c:v>1821.01</c:v>
                </c:pt>
                <c:pt idx="295">
                  <c:v>1848.82</c:v>
                </c:pt>
                <c:pt idx="296">
                  <c:v>1877.32</c:v>
                </c:pt>
                <c:pt idx="297">
                  <c:v>1906.31</c:v>
                </c:pt>
                <c:pt idx="298">
                  <c:v>1935.55</c:v>
                </c:pt>
                <c:pt idx="299">
                  <c:v>1964.82</c:v>
                </c:pt>
                <c:pt idx="300">
                  <c:v>1993.85</c:v>
                </c:pt>
                <c:pt idx="301">
                  <c:v>2022.4</c:v>
                </c:pt>
                <c:pt idx="302">
                  <c:v>2050.1999999999998</c:v>
                </c:pt>
                <c:pt idx="303">
                  <c:v>2077</c:v>
                </c:pt>
                <c:pt idx="304">
                  <c:v>2102.5300000000002</c:v>
                </c:pt>
                <c:pt idx="305">
                  <c:v>2126.56</c:v>
                </c:pt>
                <c:pt idx="306">
                  <c:v>2148.86</c:v>
                </c:pt>
                <c:pt idx="307">
                  <c:v>2169.21</c:v>
                </c:pt>
                <c:pt idx="308">
                  <c:v>2187.44</c:v>
                </c:pt>
                <c:pt idx="309">
                  <c:v>2203.36</c:v>
                </c:pt>
                <c:pt idx="310">
                  <c:v>2216.86</c:v>
                </c:pt>
                <c:pt idx="311">
                  <c:v>2227.81</c:v>
                </c:pt>
                <c:pt idx="312">
                  <c:v>2236.15</c:v>
                </c:pt>
                <c:pt idx="313">
                  <c:v>2241.84</c:v>
                </c:pt>
                <c:pt idx="314">
                  <c:v>2244.85</c:v>
                </c:pt>
                <c:pt idx="315">
                  <c:v>2245.1999999999998</c:v>
                </c:pt>
                <c:pt idx="316">
                  <c:v>2242.94</c:v>
                </c:pt>
                <c:pt idx="317">
                  <c:v>2238.15</c:v>
                </c:pt>
                <c:pt idx="318">
                  <c:v>2230.91</c:v>
                </c:pt>
                <c:pt idx="319">
                  <c:v>2221.35</c:v>
                </c:pt>
                <c:pt idx="320">
                  <c:v>2209.59</c:v>
                </c:pt>
                <c:pt idx="321">
                  <c:v>2195.7800000000002</c:v>
                </c:pt>
                <c:pt idx="322">
                  <c:v>2180.09</c:v>
                </c:pt>
                <c:pt idx="323">
                  <c:v>2162.66</c:v>
                </c:pt>
                <c:pt idx="324">
                  <c:v>2143.67</c:v>
                </c:pt>
                <c:pt idx="325">
                  <c:v>2123.29</c:v>
                </c:pt>
                <c:pt idx="326">
                  <c:v>2101.67</c:v>
                </c:pt>
                <c:pt idx="327">
                  <c:v>2078.9699999999998</c:v>
                </c:pt>
                <c:pt idx="328">
                  <c:v>2055.34</c:v>
                </c:pt>
                <c:pt idx="329">
                  <c:v>2030.92</c:v>
                </c:pt>
                <c:pt idx="330">
                  <c:v>2005.86</c:v>
                </c:pt>
                <c:pt idx="331">
                  <c:v>1980.26</c:v>
                </c:pt>
                <c:pt idx="332">
                  <c:v>1954.24</c:v>
                </c:pt>
                <c:pt idx="333">
                  <c:v>1927.91</c:v>
                </c:pt>
                <c:pt idx="334">
                  <c:v>1901.37</c:v>
                </c:pt>
                <c:pt idx="335">
                  <c:v>1874.7</c:v>
                </c:pt>
                <c:pt idx="336">
                  <c:v>1848.01</c:v>
                </c:pt>
                <c:pt idx="337">
                  <c:v>1821.37</c:v>
                </c:pt>
                <c:pt idx="338">
                  <c:v>1794.88</c:v>
                </c:pt>
                <c:pt idx="339">
                  <c:v>1768.61</c:v>
                </c:pt>
                <c:pt idx="340">
                  <c:v>1742.67</c:v>
                </c:pt>
                <c:pt idx="341">
                  <c:v>1717.15</c:v>
                </c:pt>
                <c:pt idx="342">
                  <c:v>1692.14</c:v>
                </c:pt>
                <c:pt idx="343">
                  <c:v>1667.76</c:v>
                </c:pt>
                <c:pt idx="344">
                  <c:v>1644.12</c:v>
                </c:pt>
                <c:pt idx="345">
                  <c:v>1621.34</c:v>
                </c:pt>
                <c:pt idx="346">
                  <c:v>1599.54</c:v>
                </c:pt>
                <c:pt idx="347">
                  <c:v>1578.86</c:v>
                </c:pt>
                <c:pt idx="348">
                  <c:v>1559.44</c:v>
                </c:pt>
                <c:pt idx="349">
                  <c:v>1541.41</c:v>
                </c:pt>
                <c:pt idx="350">
                  <c:v>1524.92</c:v>
                </c:pt>
                <c:pt idx="351">
                  <c:v>1510.09</c:v>
                </c:pt>
                <c:pt idx="352">
                  <c:v>1497.06</c:v>
                </c:pt>
                <c:pt idx="353">
                  <c:v>1485.97</c:v>
                </c:pt>
                <c:pt idx="354">
                  <c:v>1476.93</c:v>
                </c:pt>
                <c:pt idx="355">
                  <c:v>1470.05</c:v>
                </c:pt>
                <c:pt idx="356">
                  <c:v>1465.43</c:v>
                </c:pt>
                <c:pt idx="357">
                  <c:v>1463.16</c:v>
                </c:pt>
                <c:pt idx="358">
                  <c:v>1463.29</c:v>
                </c:pt>
                <c:pt idx="359">
                  <c:v>1465.9</c:v>
                </c:pt>
                <c:pt idx="360">
                  <c:v>1471.01</c:v>
                </c:pt>
                <c:pt idx="361">
                  <c:v>1478.63</c:v>
                </c:pt>
                <c:pt idx="362">
                  <c:v>1488.78</c:v>
                </c:pt>
                <c:pt idx="363">
                  <c:v>1501.42</c:v>
                </c:pt>
                <c:pt idx="364">
                  <c:v>1516.53</c:v>
                </c:pt>
                <c:pt idx="365">
                  <c:v>1534.05</c:v>
                </c:pt>
                <c:pt idx="366">
                  <c:v>1553.91</c:v>
                </c:pt>
                <c:pt idx="367">
                  <c:v>1576.03</c:v>
                </c:pt>
                <c:pt idx="368">
                  <c:v>1600.31</c:v>
                </c:pt>
                <c:pt idx="369">
                  <c:v>1626.64</c:v>
                </c:pt>
                <c:pt idx="370">
                  <c:v>1654.9</c:v>
                </c:pt>
                <c:pt idx="371">
                  <c:v>1684.95</c:v>
                </c:pt>
                <c:pt idx="372">
                  <c:v>1716.65</c:v>
                </c:pt>
                <c:pt idx="373">
                  <c:v>1749.85</c:v>
                </c:pt>
                <c:pt idx="374">
                  <c:v>1784.38</c:v>
                </c:pt>
                <c:pt idx="375">
                  <c:v>1820.09</c:v>
                </c:pt>
                <c:pt idx="376">
                  <c:v>1856.78</c:v>
                </c:pt>
                <c:pt idx="377">
                  <c:v>1894.29</c:v>
                </c:pt>
                <c:pt idx="378">
                  <c:v>1932.42</c:v>
                </c:pt>
                <c:pt idx="379">
                  <c:v>1970.98</c:v>
                </c:pt>
                <c:pt idx="380">
                  <c:v>2009.75</c:v>
                </c:pt>
                <c:pt idx="381">
                  <c:v>2048.5300000000002</c:v>
                </c:pt>
                <c:pt idx="382">
                  <c:v>2087.1</c:v>
                </c:pt>
                <c:pt idx="383">
                  <c:v>2125.2199999999998</c:v>
                </c:pt>
                <c:pt idx="384">
                  <c:v>2162.6799999999998</c:v>
                </c:pt>
                <c:pt idx="385">
                  <c:v>2199.2199999999998</c:v>
                </c:pt>
                <c:pt idx="386">
                  <c:v>2234.62</c:v>
                </c:pt>
                <c:pt idx="387">
                  <c:v>2268.61</c:v>
                </c:pt>
                <c:pt idx="388">
                  <c:v>2300.96</c:v>
                </c:pt>
                <c:pt idx="389">
                  <c:v>2331.41</c:v>
                </c:pt>
                <c:pt idx="390">
                  <c:v>2359.7199999999998</c:v>
                </c:pt>
                <c:pt idx="391">
                  <c:v>2385.66</c:v>
                </c:pt>
                <c:pt idx="392">
                  <c:v>2408.9899999999998</c:v>
                </c:pt>
                <c:pt idx="393">
                  <c:v>2429.5100000000002</c:v>
                </c:pt>
                <c:pt idx="394">
                  <c:v>2447.02</c:v>
                </c:pt>
                <c:pt idx="395">
                  <c:v>2461.33</c:v>
                </c:pt>
                <c:pt idx="396">
                  <c:v>2472.3000000000002</c:v>
                </c:pt>
                <c:pt idx="397">
                  <c:v>2479.8200000000002</c:v>
                </c:pt>
                <c:pt idx="398">
                  <c:v>2483.7800000000002</c:v>
                </c:pt>
                <c:pt idx="399">
                  <c:v>2484.14</c:v>
                </c:pt>
                <c:pt idx="400">
                  <c:v>2480.87</c:v>
                </c:pt>
                <c:pt idx="401">
                  <c:v>2474.0100000000002</c:v>
                </c:pt>
                <c:pt idx="402">
                  <c:v>2463.62</c:v>
                </c:pt>
                <c:pt idx="403">
                  <c:v>2449.81</c:v>
                </c:pt>
                <c:pt idx="404">
                  <c:v>2432.7199999999998</c:v>
                </c:pt>
                <c:pt idx="405">
                  <c:v>2412.5500000000002</c:v>
                </c:pt>
                <c:pt idx="406">
                  <c:v>2389.52</c:v>
                </c:pt>
                <c:pt idx="407">
                  <c:v>2363.89</c:v>
                </c:pt>
                <c:pt idx="408">
                  <c:v>2335.96</c:v>
                </c:pt>
                <c:pt idx="409">
                  <c:v>2306.0300000000002</c:v>
                </c:pt>
                <c:pt idx="410">
                  <c:v>2274.44</c:v>
                </c:pt>
                <c:pt idx="411">
                  <c:v>2241.54</c:v>
                </c:pt>
                <c:pt idx="412">
                  <c:v>2207.69</c:v>
                </c:pt>
                <c:pt idx="413">
                  <c:v>2173.23</c:v>
                </c:pt>
                <c:pt idx="414">
                  <c:v>2138.5</c:v>
                </c:pt>
                <c:pt idx="415">
                  <c:v>2103.83</c:v>
                </c:pt>
                <c:pt idx="416">
                  <c:v>2069.5300000000002</c:v>
                </c:pt>
                <c:pt idx="417">
                  <c:v>2035.87</c:v>
                </c:pt>
                <c:pt idx="418">
                  <c:v>2003.09</c:v>
                </c:pt>
                <c:pt idx="419">
                  <c:v>1971.4</c:v>
                </c:pt>
                <c:pt idx="420">
                  <c:v>1940.95</c:v>
                </c:pt>
                <c:pt idx="421">
                  <c:v>1911.87</c:v>
                </c:pt>
                <c:pt idx="422">
                  <c:v>1884.23</c:v>
                </c:pt>
                <c:pt idx="423">
                  <c:v>1858.05</c:v>
                </c:pt>
                <c:pt idx="424">
                  <c:v>1833.34</c:v>
                </c:pt>
                <c:pt idx="425">
                  <c:v>1810.03</c:v>
                </c:pt>
                <c:pt idx="426">
                  <c:v>1788.04</c:v>
                </c:pt>
                <c:pt idx="427">
                  <c:v>1767.28</c:v>
                </c:pt>
                <c:pt idx="428">
                  <c:v>1747.59</c:v>
                </c:pt>
                <c:pt idx="429">
                  <c:v>1728.86</c:v>
                </c:pt>
                <c:pt idx="430">
                  <c:v>1710.91</c:v>
                </c:pt>
                <c:pt idx="431">
                  <c:v>1693.63</c:v>
                </c:pt>
                <c:pt idx="432">
                  <c:v>1676.87</c:v>
                </c:pt>
                <c:pt idx="433">
                  <c:v>1660.53</c:v>
                </c:pt>
                <c:pt idx="434">
                  <c:v>1644.53</c:v>
                </c:pt>
                <c:pt idx="435">
                  <c:v>1628.83</c:v>
                </c:pt>
                <c:pt idx="436">
                  <c:v>1613.43</c:v>
                </c:pt>
                <c:pt idx="437">
                  <c:v>1598.36</c:v>
                </c:pt>
                <c:pt idx="438">
                  <c:v>1583.72</c:v>
                </c:pt>
                <c:pt idx="439">
                  <c:v>1569.65</c:v>
                </c:pt>
                <c:pt idx="440">
                  <c:v>1556.34</c:v>
                </c:pt>
                <c:pt idx="441">
                  <c:v>1544.01</c:v>
                </c:pt>
                <c:pt idx="442">
                  <c:v>1532.94</c:v>
                </c:pt>
                <c:pt idx="443">
                  <c:v>1523.44</c:v>
                </c:pt>
                <c:pt idx="444">
                  <c:v>1515.83</c:v>
                </c:pt>
                <c:pt idx="445">
                  <c:v>1510.47</c:v>
                </c:pt>
                <c:pt idx="446">
                  <c:v>1507.7</c:v>
                </c:pt>
                <c:pt idx="447">
                  <c:v>1507.88</c:v>
                </c:pt>
                <c:pt idx="448">
                  <c:v>1511.32</c:v>
                </c:pt>
                <c:pt idx="449">
                  <c:v>1518.34</c:v>
                </c:pt>
                <c:pt idx="450">
                  <c:v>1529.18</c:v>
                </c:pt>
                <c:pt idx="451">
                  <c:v>1544.06</c:v>
                </c:pt>
                <c:pt idx="452">
                  <c:v>1563.11</c:v>
                </c:pt>
                <c:pt idx="453">
                  <c:v>1586.42</c:v>
                </c:pt>
                <c:pt idx="454">
                  <c:v>1613.97</c:v>
                </c:pt>
                <c:pt idx="455">
                  <c:v>1645.67</c:v>
                </c:pt>
                <c:pt idx="456">
                  <c:v>1681.36</c:v>
                </c:pt>
                <c:pt idx="457">
                  <c:v>1720.77</c:v>
                </c:pt>
                <c:pt idx="458">
                  <c:v>1763.57</c:v>
                </c:pt>
                <c:pt idx="459">
                  <c:v>1809.34</c:v>
                </c:pt>
                <c:pt idx="460">
                  <c:v>1857.57</c:v>
                </c:pt>
                <c:pt idx="461">
                  <c:v>1907.72</c:v>
                </c:pt>
                <c:pt idx="462">
                  <c:v>1959.19</c:v>
                </c:pt>
                <c:pt idx="463">
                  <c:v>2011.31</c:v>
                </c:pt>
                <c:pt idx="464">
                  <c:v>2063.4299999999998</c:v>
                </c:pt>
                <c:pt idx="465">
                  <c:v>2114.85</c:v>
                </c:pt>
                <c:pt idx="466">
                  <c:v>2164.91</c:v>
                </c:pt>
                <c:pt idx="467">
                  <c:v>2212.94</c:v>
                </c:pt>
                <c:pt idx="468">
                  <c:v>2258.31</c:v>
                </c:pt>
                <c:pt idx="469">
                  <c:v>2300.46</c:v>
                </c:pt>
                <c:pt idx="470">
                  <c:v>2338.86</c:v>
                </c:pt>
                <c:pt idx="471">
                  <c:v>2373.0700000000002</c:v>
                </c:pt>
                <c:pt idx="472">
                  <c:v>2402.7399999999998</c:v>
                </c:pt>
                <c:pt idx="473">
                  <c:v>2427.59</c:v>
                </c:pt>
                <c:pt idx="474">
                  <c:v>2447.4299999999998</c:v>
                </c:pt>
                <c:pt idx="475">
                  <c:v>2462.1999999999998</c:v>
                </c:pt>
                <c:pt idx="476">
                  <c:v>2471.88</c:v>
                </c:pt>
                <c:pt idx="477">
                  <c:v>2476.59</c:v>
                </c:pt>
                <c:pt idx="478">
                  <c:v>2476.52</c:v>
                </c:pt>
                <c:pt idx="479">
                  <c:v>2471.92</c:v>
                </c:pt>
                <c:pt idx="480">
                  <c:v>2463.13</c:v>
                </c:pt>
                <c:pt idx="481">
                  <c:v>2450.56</c:v>
                </c:pt>
                <c:pt idx="482">
                  <c:v>2434.63</c:v>
                </c:pt>
                <c:pt idx="483">
                  <c:v>2415.83</c:v>
                </c:pt>
                <c:pt idx="484">
                  <c:v>2394.66</c:v>
                </c:pt>
                <c:pt idx="485">
                  <c:v>2371.63</c:v>
                </c:pt>
                <c:pt idx="486">
                  <c:v>2347.2399999999998</c:v>
                </c:pt>
                <c:pt idx="487">
                  <c:v>2321.98</c:v>
                </c:pt>
                <c:pt idx="488">
                  <c:v>2296.3200000000002</c:v>
                </c:pt>
                <c:pt idx="489">
                  <c:v>2270.69</c:v>
                </c:pt>
                <c:pt idx="490">
                  <c:v>2245.4699999999998</c:v>
                </c:pt>
                <c:pt idx="491">
                  <c:v>2221.02</c:v>
                </c:pt>
                <c:pt idx="492">
                  <c:v>2197.62</c:v>
                </c:pt>
                <c:pt idx="493">
                  <c:v>2175.5100000000002</c:v>
                </c:pt>
                <c:pt idx="494">
                  <c:v>2154.87</c:v>
                </c:pt>
                <c:pt idx="495">
                  <c:v>2135.83</c:v>
                </c:pt>
                <c:pt idx="496">
                  <c:v>2118.48</c:v>
                </c:pt>
                <c:pt idx="497">
                  <c:v>2102.85</c:v>
                </c:pt>
                <c:pt idx="498">
                  <c:v>2088.9299999999998</c:v>
                </c:pt>
                <c:pt idx="499">
                  <c:v>2076.6799999999998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DC9-47AF-A63A-7A32485A6DB7}"/>
            </c:ext>
          </c:extLst>
        </c:ser>
        <c:ser>
          <c:idx val="1"/>
          <c:order val="1"/>
          <c:tx>
            <c:v>電流1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工作表1!$DU$1:$DU$500</c:f>
              <c:numCache>
                <c:formatCode>General</c:formatCode>
                <c:ptCount val="500"/>
                <c:pt idx="0">
                  <c:v>2358.34</c:v>
                </c:pt>
                <c:pt idx="1">
                  <c:v>2250.7800000000002</c:v>
                </c:pt>
                <c:pt idx="2">
                  <c:v>2145.09</c:v>
                </c:pt>
                <c:pt idx="3">
                  <c:v>2042.87</c:v>
                </c:pt>
                <c:pt idx="4">
                  <c:v>1945.63</c:v>
                </c:pt>
                <c:pt idx="5">
                  <c:v>1854.74</c:v>
                </c:pt>
                <c:pt idx="6">
                  <c:v>1771.45</c:v>
                </c:pt>
                <c:pt idx="7">
                  <c:v>1696.78</c:v>
                </c:pt>
                <c:pt idx="8">
                  <c:v>1631.57</c:v>
                </c:pt>
                <c:pt idx="9">
                  <c:v>1576.44</c:v>
                </c:pt>
                <c:pt idx="10">
                  <c:v>1531.76</c:v>
                </c:pt>
                <c:pt idx="11">
                  <c:v>1497.69</c:v>
                </c:pt>
                <c:pt idx="12">
                  <c:v>1474.13</c:v>
                </c:pt>
                <c:pt idx="13">
                  <c:v>1460.8</c:v>
                </c:pt>
                <c:pt idx="14">
                  <c:v>1457.18</c:v>
                </c:pt>
                <c:pt idx="15">
                  <c:v>1462.59</c:v>
                </c:pt>
                <c:pt idx="16">
                  <c:v>1476.19</c:v>
                </c:pt>
                <c:pt idx="17">
                  <c:v>1497.02</c:v>
                </c:pt>
                <c:pt idx="18">
                  <c:v>1524.02</c:v>
                </c:pt>
                <c:pt idx="19">
                  <c:v>1556.08</c:v>
                </c:pt>
                <c:pt idx="20">
                  <c:v>1592.06</c:v>
                </c:pt>
                <c:pt idx="21">
                  <c:v>1630.83</c:v>
                </c:pt>
                <c:pt idx="22">
                  <c:v>1671.28</c:v>
                </c:pt>
                <c:pt idx="23">
                  <c:v>1712.4</c:v>
                </c:pt>
                <c:pt idx="24">
                  <c:v>1753.24</c:v>
                </c:pt>
                <c:pt idx="25">
                  <c:v>1792.97</c:v>
                </c:pt>
                <c:pt idx="26">
                  <c:v>1830.91</c:v>
                </c:pt>
                <c:pt idx="27">
                  <c:v>1866.47</c:v>
                </c:pt>
                <c:pt idx="28">
                  <c:v>1899.24</c:v>
                </c:pt>
                <c:pt idx="29">
                  <c:v>1928.93</c:v>
                </c:pt>
                <c:pt idx="30">
                  <c:v>1955.39</c:v>
                </c:pt>
                <c:pt idx="31">
                  <c:v>1978.6</c:v>
                </c:pt>
                <c:pt idx="32">
                  <c:v>1998.65</c:v>
                </c:pt>
                <c:pt idx="33">
                  <c:v>2015.72</c:v>
                </c:pt>
                <c:pt idx="34">
                  <c:v>2030.07</c:v>
                </c:pt>
                <c:pt idx="35">
                  <c:v>2042.02</c:v>
                </c:pt>
                <c:pt idx="36">
                  <c:v>2051.91</c:v>
                </c:pt>
                <c:pt idx="37">
                  <c:v>2060.12</c:v>
                </c:pt>
                <c:pt idx="38">
                  <c:v>2066.9899999999998</c:v>
                </c:pt>
                <c:pt idx="39">
                  <c:v>2072.85</c:v>
                </c:pt>
                <c:pt idx="40">
                  <c:v>2078</c:v>
                </c:pt>
                <c:pt idx="41">
                  <c:v>2082.65</c:v>
                </c:pt>
                <c:pt idx="42">
                  <c:v>2086.9899999999998</c:v>
                </c:pt>
                <c:pt idx="43">
                  <c:v>2091.09</c:v>
                </c:pt>
                <c:pt idx="44">
                  <c:v>2094.9899999999998</c:v>
                </c:pt>
                <c:pt idx="45">
                  <c:v>2098.62</c:v>
                </c:pt>
                <c:pt idx="46">
                  <c:v>2101.86</c:v>
                </c:pt>
                <c:pt idx="47">
                  <c:v>2104.54</c:v>
                </c:pt>
                <c:pt idx="48">
                  <c:v>2106.41</c:v>
                </c:pt>
                <c:pt idx="49">
                  <c:v>2107.21</c:v>
                </c:pt>
                <c:pt idx="50">
                  <c:v>2106.63</c:v>
                </c:pt>
                <c:pt idx="51">
                  <c:v>2104.39</c:v>
                </c:pt>
                <c:pt idx="52">
                  <c:v>2100.17</c:v>
                </c:pt>
                <c:pt idx="53">
                  <c:v>2093.7199999999998</c:v>
                </c:pt>
                <c:pt idx="54">
                  <c:v>2084.8000000000002</c:v>
                </c:pt>
                <c:pt idx="55">
                  <c:v>2073.21</c:v>
                </c:pt>
                <c:pt idx="56">
                  <c:v>2058.85</c:v>
                </c:pt>
                <c:pt idx="57">
                  <c:v>2041.66</c:v>
                </c:pt>
                <c:pt idx="58">
                  <c:v>2021.65</c:v>
                </c:pt>
                <c:pt idx="59">
                  <c:v>1998.93</c:v>
                </c:pt>
                <c:pt idx="60">
                  <c:v>1973.66</c:v>
                </c:pt>
                <c:pt idx="61">
                  <c:v>1946.1</c:v>
                </c:pt>
                <c:pt idx="62">
                  <c:v>1916.55</c:v>
                </c:pt>
                <c:pt idx="63">
                  <c:v>1885.39</c:v>
                </c:pt>
                <c:pt idx="64">
                  <c:v>1853.03</c:v>
                </c:pt>
                <c:pt idx="65">
                  <c:v>1819.92</c:v>
                </c:pt>
                <c:pt idx="66">
                  <c:v>1786.53</c:v>
                </c:pt>
                <c:pt idx="67">
                  <c:v>1753.32</c:v>
                </c:pt>
                <c:pt idx="68">
                  <c:v>1720.78</c:v>
                </c:pt>
                <c:pt idx="69">
                  <c:v>1689.33</c:v>
                </c:pt>
                <c:pt idx="70">
                  <c:v>1659.38</c:v>
                </c:pt>
                <c:pt idx="71">
                  <c:v>1631.28</c:v>
                </c:pt>
                <c:pt idx="72">
                  <c:v>1605.34</c:v>
                </c:pt>
                <c:pt idx="73">
                  <c:v>1581.78</c:v>
                </c:pt>
                <c:pt idx="74">
                  <c:v>1560.77</c:v>
                </c:pt>
                <c:pt idx="75">
                  <c:v>1542.39</c:v>
                </c:pt>
                <c:pt idx="76">
                  <c:v>1526.66</c:v>
                </c:pt>
                <c:pt idx="77">
                  <c:v>1513.53</c:v>
                </c:pt>
                <c:pt idx="78">
                  <c:v>1502.87</c:v>
                </c:pt>
                <c:pt idx="79">
                  <c:v>1494.52</c:v>
                </c:pt>
                <c:pt idx="80">
                  <c:v>1488.24</c:v>
                </c:pt>
                <c:pt idx="81">
                  <c:v>1483.79</c:v>
                </c:pt>
                <c:pt idx="82">
                  <c:v>1480.86</c:v>
                </c:pt>
                <c:pt idx="83">
                  <c:v>1479.17</c:v>
                </c:pt>
                <c:pt idx="84">
                  <c:v>1478.42</c:v>
                </c:pt>
                <c:pt idx="85">
                  <c:v>1478.31</c:v>
                </c:pt>
                <c:pt idx="86">
                  <c:v>1478.59</c:v>
                </c:pt>
                <c:pt idx="87">
                  <c:v>1479.03</c:v>
                </c:pt>
                <c:pt idx="88">
                  <c:v>1479.43</c:v>
                </c:pt>
                <c:pt idx="89">
                  <c:v>1479.66</c:v>
                </c:pt>
                <c:pt idx="90">
                  <c:v>1479.64</c:v>
                </c:pt>
                <c:pt idx="91">
                  <c:v>1479.33</c:v>
                </c:pt>
                <c:pt idx="92">
                  <c:v>1478.75</c:v>
                </c:pt>
                <c:pt idx="93">
                  <c:v>1477.99</c:v>
                </c:pt>
                <c:pt idx="94">
                  <c:v>1477.18</c:v>
                </c:pt>
                <c:pt idx="95">
                  <c:v>1476.5</c:v>
                </c:pt>
                <c:pt idx="96">
                  <c:v>1476.14</c:v>
                </c:pt>
                <c:pt idx="97">
                  <c:v>1476.36</c:v>
                </c:pt>
                <c:pt idx="98">
                  <c:v>1477.41</c:v>
                </c:pt>
                <c:pt idx="99">
                  <c:v>1479.54</c:v>
                </c:pt>
                <c:pt idx="100">
                  <c:v>1483.03</c:v>
                </c:pt>
                <c:pt idx="101">
                  <c:v>1488.11</c:v>
                </c:pt>
                <c:pt idx="102">
                  <c:v>1495.02</c:v>
                </c:pt>
                <c:pt idx="103">
                  <c:v>1503.94</c:v>
                </c:pt>
                <c:pt idx="104">
                  <c:v>1515.01</c:v>
                </c:pt>
                <c:pt idx="105">
                  <c:v>1528.35</c:v>
                </c:pt>
                <c:pt idx="106">
                  <c:v>1544</c:v>
                </c:pt>
                <c:pt idx="107">
                  <c:v>1561.95</c:v>
                </c:pt>
                <c:pt idx="108">
                  <c:v>1582.15</c:v>
                </c:pt>
                <c:pt idx="109">
                  <c:v>1604.46</c:v>
                </c:pt>
                <c:pt idx="110">
                  <c:v>1628.73</c:v>
                </c:pt>
                <c:pt idx="111">
                  <c:v>1654.71</c:v>
                </c:pt>
                <c:pt idx="112">
                  <c:v>1682.16</c:v>
                </c:pt>
                <c:pt idx="113">
                  <c:v>1710.75</c:v>
                </c:pt>
                <c:pt idx="114">
                  <c:v>1740.14</c:v>
                </c:pt>
                <c:pt idx="115">
                  <c:v>1769.99</c:v>
                </c:pt>
                <c:pt idx="116">
                  <c:v>1799.9</c:v>
                </c:pt>
                <c:pt idx="117">
                  <c:v>1829.51</c:v>
                </c:pt>
                <c:pt idx="118">
                  <c:v>1858.43</c:v>
                </c:pt>
                <c:pt idx="119">
                  <c:v>1886.3</c:v>
                </c:pt>
                <c:pt idx="120">
                  <c:v>1912.77</c:v>
                </c:pt>
                <c:pt idx="121">
                  <c:v>1937.53</c:v>
                </c:pt>
                <c:pt idx="122">
                  <c:v>1960.29</c:v>
                </c:pt>
                <c:pt idx="123">
                  <c:v>1980.8</c:v>
                </c:pt>
                <c:pt idx="124">
                  <c:v>1998.87</c:v>
                </c:pt>
                <c:pt idx="125">
                  <c:v>2014.32</c:v>
                </c:pt>
                <c:pt idx="126">
                  <c:v>2027.05</c:v>
                </c:pt>
                <c:pt idx="127">
                  <c:v>2036.98</c:v>
                </c:pt>
                <c:pt idx="128">
                  <c:v>2044.09</c:v>
                </c:pt>
                <c:pt idx="129">
                  <c:v>2048.39</c:v>
                </c:pt>
                <c:pt idx="130">
                  <c:v>2049.94</c:v>
                </c:pt>
                <c:pt idx="131">
                  <c:v>2048.83</c:v>
                </c:pt>
                <c:pt idx="132">
                  <c:v>2045.18</c:v>
                </c:pt>
                <c:pt idx="133">
                  <c:v>2039.15</c:v>
                </c:pt>
                <c:pt idx="134">
                  <c:v>2030.9</c:v>
                </c:pt>
                <c:pt idx="135">
                  <c:v>2020.61</c:v>
                </c:pt>
                <c:pt idx="136">
                  <c:v>2008.5</c:v>
                </c:pt>
                <c:pt idx="137">
                  <c:v>1994.76</c:v>
                </c:pt>
                <c:pt idx="138">
                  <c:v>1979.6</c:v>
                </c:pt>
                <c:pt idx="139">
                  <c:v>1963.23</c:v>
                </c:pt>
                <c:pt idx="140">
                  <c:v>1945.85</c:v>
                </c:pt>
                <c:pt idx="141">
                  <c:v>1927.65</c:v>
                </c:pt>
                <c:pt idx="142">
                  <c:v>1908.83</c:v>
                </c:pt>
                <c:pt idx="143">
                  <c:v>1889.55</c:v>
                </c:pt>
                <c:pt idx="144">
                  <c:v>1869.98</c:v>
                </c:pt>
                <c:pt idx="145">
                  <c:v>1850.26</c:v>
                </c:pt>
                <c:pt idx="146">
                  <c:v>1830.52</c:v>
                </c:pt>
                <c:pt idx="147">
                  <c:v>1810.89</c:v>
                </c:pt>
                <c:pt idx="148">
                  <c:v>1791.48</c:v>
                </c:pt>
                <c:pt idx="149">
                  <c:v>1772.38</c:v>
                </c:pt>
                <c:pt idx="150">
                  <c:v>1753.68</c:v>
                </c:pt>
                <c:pt idx="151">
                  <c:v>1735.45</c:v>
                </c:pt>
                <c:pt idx="152">
                  <c:v>1717.76</c:v>
                </c:pt>
                <c:pt idx="153">
                  <c:v>1700.66</c:v>
                </c:pt>
                <c:pt idx="154">
                  <c:v>1684.22</c:v>
                </c:pt>
                <c:pt idx="155">
                  <c:v>1668.47</c:v>
                </c:pt>
                <c:pt idx="156">
                  <c:v>1653.46</c:v>
                </c:pt>
                <c:pt idx="157">
                  <c:v>1639.23</c:v>
                </c:pt>
                <c:pt idx="158">
                  <c:v>1625.8</c:v>
                </c:pt>
                <c:pt idx="159">
                  <c:v>1613.21</c:v>
                </c:pt>
                <c:pt idx="160">
                  <c:v>1601.47</c:v>
                </c:pt>
                <c:pt idx="161">
                  <c:v>1590.6</c:v>
                </c:pt>
                <c:pt idx="162">
                  <c:v>1580.61</c:v>
                </c:pt>
                <c:pt idx="163">
                  <c:v>1571.51</c:v>
                </c:pt>
                <c:pt idx="164">
                  <c:v>1563.29</c:v>
                </c:pt>
                <c:pt idx="165">
                  <c:v>1555.96</c:v>
                </c:pt>
                <c:pt idx="166">
                  <c:v>1549.48</c:v>
                </c:pt>
                <c:pt idx="167">
                  <c:v>1543.85</c:v>
                </c:pt>
                <c:pt idx="168">
                  <c:v>1539.03</c:v>
                </c:pt>
                <c:pt idx="169">
                  <c:v>1534.98</c:v>
                </c:pt>
                <c:pt idx="170">
                  <c:v>1531.66</c:v>
                </c:pt>
                <c:pt idx="171">
                  <c:v>1529.03</c:v>
                </c:pt>
                <c:pt idx="172">
                  <c:v>1527.03</c:v>
                </c:pt>
                <c:pt idx="173">
                  <c:v>1525.61</c:v>
                </c:pt>
                <c:pt idx="174">
                  <c:v>1524.71</c:v>
                </c:pt>
                <c:pt idx="175">
                  <c:v>1524.27</c:v>
                </c:pt>
                <c:pt idx="176">
                  <c:v>1524.25</c:v>
                </c:pt>
                <c:pt idx="177">
                  <c:v>1524.6</c:v>
                </c:pt>
                <c:pt idx="178">
                  <c:v>1525.27</c:v>
                </c:pt>
                <c:pt idx="179">
                  <c:v>1526.25</c:v>
                </c:pt>
                <c:pt idx="180">
                  <c:v>1527.51</c:v>
                </c:pt>
                <c:pt idx="181">
                  <c:v>1529.06</c:v>
                </c:pt>
                <c:pt idx="182">
                  <c:v>1530.9</c:v>
                </c:pt>
                <c:pt idx="183">
                  <c:v>1533.06</c:v>
                </c:pt>
                <c:pt idx="184">
                  <c:v>1535.6</c:v>
                </c:pt>
                <c:pt idx="185">
                  <c:v>1538.56</c:v>
                </c:pt>
                <c:pt idx="186">
                  <c:v>1542.04</c:v>
                </c:pt>
                <c:pt idx="187">
                  <c:v>1546.13</c:v>
                </c:pt>
                <c:pt idx="188">
                  <c:v>1550.94</c:v>
                </c:pt>
                <c:pt idx="189">
                  <c:v>1556.58</c:v>
                </c:pt>
                <c:pt idx="190">
                  <c:v>1563.19</c:v>
                </c:pt>
                <c:pt idx="191">
                  <c:v>1570.89</c:v>
                </c:pt>
                <c:pt idx="192">
                  <c:v>1579.82</c:v>
                </c:pt>
                <c:pt idx="193">
                  <c:v>1590.09</c:v>
                </c:pt>
                <c:pt idx="194">
                  <c:v>1601.84</c:v>
                </c:pt>
                <c:pt idx="195">
                  <c:v>1615.15</c:v>
                </c:pt>
                <c:pt idx="196">
                  <c:v>1630.12</c:v>
                </c:pt>
                <c:pt idx="197">
                  <c:v>1646.79</c:v>
                </c:pt>
                <c:pt idx="198">
                  <c:v>1665.2</c:v>
                </c:pt>
                <c:pt idx="199">
                  <c:v>1685.34</c:v>
                </c:pt>
                <c:pt idx="200">
                  <c:v>1707.18</c:v>
                </c:pt>
                <c:pt idx="201">
                  <c:v>1730.63</c:v>
                </c:pt>
                <c:pt idx="202">
                  <c:v>1755.57</c:v>
                </c:pt>
                <c:pt idx="203">
                  <c:v>1781.86</c:v>
                </c:pt>
                <c:pt idx="204">
                  <c:v>1809.29</c:v>
                </c:pt>
                <c:pt idx="205">
                  <c:v>1837.63</c:v>
                </c:pt>
                <c:pt idx="206">
                  <c:v>1866.62</c:v>
                </c:pt>
                <c:pt idx="207">
                  <c:v>1895.95</c:v>
                </c:pt>
                <c:pt idx="208">
                  <c:v>1925.31</c:v>
                </c:pt>
                <c:pt idx="209">
                  <c:v>1954.36</c:v>
                </c:pt>
                <c:pt idx="210">
                  <c:v>1982.73</c:v>
                </c:pt>
                <c:pt idx="211">
                  <c:v>2010.07</c:v>
                </c:pt>
                <c:pt idx="212">
                  <c:v>2036.02</c:v>
                </c:pt>
                <c:pt idx="213">
                  <c:v>2060.23</c:v>
                </c:pt>
                <c:pt idx="214">
                  <c:v>2082.38</c:v>
                </c:pt>
                <c:pt idx="215">
                  <c:v>2102.15</c:v>
                </c:pt>
                <c:pt idx="216">
                  <c:v>2119.27</c:v>
                </c:pt>
                <c:pt idx="217">
                  <c:v>2133.5</c:v>
                </c:pt>
                <c:pt idx="218">
                  <c:v>2144.63</c:v>
                </c:pt>
                <c:pt idx="219">
                  <c:v>2152.5300000000002</c:v>
                </c:pt>
                <c:pt idx="220">
                  <c:v>2157.08</c:v>
                </c:pt>
                <c:pt idx="221">
                  <c:v>2158.2399999999998</c:v>
                </c:pt>
                <c:pt idx="222">
                  <c:v>2156</c:v>
                </c:pt>
                <c:pt idx="223">
                  <c:v>2150.41</c:v>
                </c:pt>
                <c:pt idx="224">
                  <c:v>2141.5700000000002</c:v>
                </c:pt>
                <c:pt idx="225">
                  <c:v>2129.62</c:v>
                </c:pt>
                <c:pt idx="226">
                  <c:v>2114.7399999999998</c:v>
                </c:pt>
                <c:pt idx="227">
                  <c:v>2097.15</c:v>
                </c:pt>
                <c:pt idx="228">
                  <c:v>2077.1</c:v>
                </c:pt>
                <c:pt idx="229">
                  <c:v>2054.85</c:v>
                </c:pt>
                <c:pt idx="230">
                  <c:v>2030.69</c:v>
                </c:pt>
                <c:pt idx="231">
                  <c:v>2004.92</c:v>
                </c:pt>
                <c:pt idx="232">
                  <c:v>1977.85</c:v>
                </c:pt>
                <c:pt idx="233">
                  <c:v>1949.77</c:v>
                </c:pt>
                <c:pt idx="234">
                  <c:v>1920.98</c:v>
                </c:pt>
                <c:pt idx="235">
                  <c:v>1891.76</c:v>
                </c:pt>
                <c:pt idx="236">
                  <c:v>1862.37</c:v>
                </c:pt>
                <c:pt idx="237">
                  <c:v>1833.06</c:v>
                </c:pt>
                <c:pt idx="238">
                  <c:v>1804.05</c:v>
                </c:pt>
                <c:pt idx="239">
                  <c:v>1775.55</c:v>
                </c:pt>
                <c:pt idx="240">
                  <c:v>1747.72</c:v>
                </c:pt>
                <c:pt idx="241">
                  <c:v>1720.72</c:v>
                </c:pt>
                <c:pt idx="242">
                  <c:v>1694.69</c:v>
                </c:pt>
                <c:pt idx="243">
                  <c:v>1669.72</c:v>
                </c:pt>
                <c:pt idx="244">
                  <c:v>1645.92</c:v>
                </c:pt>
                <c:pt idx="245">
                  <c:v>1623.35</c:v>
                </c:pt>
                <c:pt idx="246">
                  <c:v>1602.07</c:v>
                </c:pt>
                <c:pt idx="247">
                  <c:v>1582.14</c:v>
                </c:pt>
                <c:pt idx="248">
                  <c:v>1563.59</c:v>
                </c:pt>
                <c:pt idx="249">
                  <c:v>1546.46</c:v>
                </c:pt>
                <c:pt idx="250">
                  <c:v>1530.78</c:v>
                </c:pt>
                <c:pt idx="251">
                  <c:v>1516.57</c:v>
                </c:pt>
                <c:pt idx="252">
                  <c:v>1503.86</c:v>
                </c:pt>
                <c:pt idx="253">
                  <c:v>1492.68</c:v>
                </c:pt>
                <c:pt idx="254">
                  <c:v>1483.05</c:v>
                </c:pt>
                <c:pt idx="255">
                  <c:v>1474.99</c:v>
                </c:pt>
                <c:pt idx="256">
                  <c:v>1468.54</c:v>
                </c:pt>
                <c:pt idx="257">
                  <c:v>1463.7</c:v>
                </c:pt>
                <c:pt idx="258">
                  <c:v>1460.51</c:v>
                </c:pt>
                <c:pt idx="259">
                  <c:v>1458.97</c:v>
                </c:pt>
                <c:pt idx="260">
                  <c:v>1459.1</c:v>
                </c:pt>
                <c:pt idx="261">
                  <c:v>1460.9</c:v>
                </c:pt>
                <c:pt idx="262">
                  <c:v>1464.36</c:v>
                </c:pt>
                <c:pt idx="263">
                  <c:v>1469.46</c:v>
                </c:pt>
                <c:pt idx="264">
                  <c:v>1476.2</c:v>
                </c:pt>
                <c:pt idx="265">
                  <c:v>1484.52</c:v>
                </c:pt>
                <c:pt idx="266">
                  <c:v>1494.4</c:v>
                </c:pt>
                <c:pt idx="267">
                  <c:v>1505.77</c:v>
                </c:pt>
                <c:pt idx="268">
                  <c:v>1518.57</c:v>
                </c:pt>
                <c:pt idx="269">
                  <c:v>1532.75</c:v>
                </c:pt>
                <c:pt idx="270">
                  <c:v>1548.22</c:v>
                </c:pt>
                <c:pt idx="271">
                  <c:v>1564.9</c:v>
                </c:pt>
                <c:pt idx="272">
                  <c:v>1582.71</c:v>
                </c:pt>
                <c:pt idx="273">
                  <c:v>1601.57</c:v>
                </c:pt>
                <c:pt idx="274">
                  <c:v>1621.38</c:v>
                </c:pt>
                <c:pt idx="275">
                  <c:v>1642.06</c:v>
                </c:pt>
                <c:pt idx="276">
                  <c:v>1663.53</c:v>
                </c:pt>
                <c:pt idx="277">
                  <c:v>1685.69</c:v>
                </c:pt>
                <c:pt idx="278">
                  <c:v>1708.46</c:v>
                </c:pt>
                <c:pt idx="279">
                  <c:v>1731.75</c:v>
                </c:pt>
                <c:pt idx="280">
                  <c:v>1755.49</c:v>
                </c:pt>
                <c:pt idx="281">
                  <c:v>1779.59</c:v>
                </c:pt>
                <c:pt idx="282">
                  <c:v>1803.94</c:v>
                </c:pt>
                <c:pt idx="283">
                  <c:v>1828.48</c:v>
                </c:pt>
                <c:pt idx="284">
                  <c:v>1853.08</c:v>
                </c:pt>
                <c:pt idx="285">
                  <c:v>1877.65</c:v>
                </c:pt>
                <c:pt idx="286">
                  <c:v>1902.08</c:v>
                </c:pt>
                <c:pt idx="287">
                  <c:v>1926.22</c:v>
                </c:pt>
                <c:pt idx="288">
                  <c:v>1949.95</c:v>
                </c:pt>
                <c:pt idx="289">
                  <c:v>1973.1</c:v>
                </c:pt>
                <c:pt idx="290">
                  <c:v>1995.52</c:v>
                </c:pt>
                <c:pt idx="291">
                  <c:v>2017.03</c:v>
                </c:pt>
                <c:pt idx="292">
                  <c:v>2037.43</c:v>
                </c:pt>
                <c:pt idx="293">
                  <c:v>2056.54</c:v>
                </c:pt>
                <c:pt idx="294">
                  <c:v>2074.14</c:v>
                </c:pt>
                <c:pt idx="295">
                  <c:v>2090.0300000000002</c:v>
                </c:pt>
                <c:pt idx="296">
                  <c:v>2103.9899999999998</c:v>
                </c:pt>
                <c:pt idx="297">
                  <c:v>2115.84</c:v>
                </c:pt>
                <c:pt idx="298">
                  <c:v>2125.38</c:v>
                </c:pt>
                <c:pt idx="299">
                  <c:v>2132.41</c:v>
                </c:pt>
                <c:pt idx="300">
                  <c:v>2136.8000000000002</c:v>
                </c:pt>
                <c:pt idx="301">
                  <c:v>2138.39</c:v>
                </c:pt>
                <c:pt idx="302">
                  <c:v>2137.09</c:v>
                </c:pt>
                <c:pt idx="303">
                  <c:v>2132.8200000000002</c:v>
                </c:pt>
                <c:pt idx="304">
                  <c:v>2125.5300000000002</c:v>
                </c:pt>
                <c:pt idx="305">
                  <c:v>2115.23</c:v>
                </c:pt>
                <c:pt idx="306">
                  <c:v>2101.9699999999998</c:v>
                </c:pt>
                <c:pt idx="307">
                  <c:v>2085.81</c:v>
                </c:pt>
                <c:pt idx="308">
                  <c:v>2066.89</c:v>
                </c:pt>
                <c:pt idx="309">
                  <c:v>2045.37</c:v>
                </c:pt>
                <c:pt idx="310">
                  <c:v>2021.45</c:v>
                </c:pt>
                <c:pt idx="311">
                  <c:v>1995.37</c:v>
                </c:pt>
                <c:pt idx="312">
                  <c:v>1967.38</c:v>
                </c:pt>
                <c:pt idx="313">
                  <c:v>1937.8</c:v>
                </c:pt>
                <c:pt idx="314">
                  <c:v>1906.92</c:v>
                </c:pt>
                <c:pt idx="315">
                  <c:v>1875.08</c:v>
                </c:pt>
                <c:pt idx="316">
                  <c:v>1842.61</c:v>
                </c:pt>
                <c:pt idx="317">
                  <c:v>1809.85</c:v>
                </c:pt>
                <c:pt idx="318">
                  <c:v>1777.13</c:v>
                </c:pt>
                <c:pt idx="319">
                  <c:v>1744.77</c:v>
                </c:pt>
                <c:pt idx="320">
                  <c:v>1713.07</c:v>
                </c:pt>
                <c:pt idx="321">
                  <c:v>1682.33</c:v>
                </c:pt>
                <c:pt idx="322">
                  <c:v>1652.81</c:v>
                </c:pt>
                <c:pt idx="323">
                  <c:v>1624.73</c:v>
                </c:pt>
                <c:pt idx="324">
                  <c:v>1598.29</c:v>
                </c:pt>
                <c:pt idx="325">
                  <c:v>1573.68</c:v>
                </c:pt>
                <c:pt idx="326">
                  <c:v>1551.02</c:v>
                </c:pt>
                <c:pt idx="327">
                  <c:v>1530.42</c:v>
                </c:pt>
                <c:pt idx="328">
                  <c:v>1511.96</c:v>
                </c:pt>
                <c:pt idx="329">
                  <c:v>1495.69</c:v>
                </c:pt>
                <c:pt idx="330">
                  <c:v>1481.62</c:v>
                </c:pt>
                <c:pt idx="331">
                  <c:v>1469.76</c:v>
                </c:pt>
                <c:pt idx="332">
                  <c:v>1460.09</c:v>
                </c:pt>
                <c:pt idx="333">
                  <c:v>1452.56</c:v>
                </c:pt>
                <c:pt idx="334">
                  <c:v>1447.15</c:v>
                </c:pt>
                <c:pt idx="335">
                  <c:v>1443.78</c:v>
                </c:pt>
                <c:pt idx="336">
                  <c:v>1442.41</c:v>
                </c:pt>
                <c:pt idx="337">
                  <c:v>1442.97</c:v>
                </c:pt>
                <c:pt idx="338">
                  <c:v>1445.4</c:v>
                </c:pt>
                <c:pt idx="339">
                  <c:v>1449.65</c:v>
                </c:pt>
                <c:pt idx="340">
                  <c:v>1455.67</c:v>
                </c:pt>
                <c:pt idx="341">
                  <c:v>1463.39</c:v>
                </c:pt>
                <c:pt idx="342">
                  <c:v>1472.79</c:v>
                </c:pt>
                <c:pt idx="343">
                  <c:v>1483.81</c:v>
                </c:pt>
                <c:pt idx="344">
                  <c:v>1496.42</c:v>
                </c:pt>
                <c:pt idx="345">
                  <c:v>1510.57</c:v>
                </c:pt>
                <c:pt idx="346">
                  <c:v>1526.24</c:v>
                </c:pt>
                <c:pt idx="347">
                  <c:v>1543.36</c:v>
                </c:pt>
                <c:pt idx="348">
                  <c:v>1561.9</c:v>
                </c:pt>
                <c:pt idx="349">
                  <c:v>1581.8</c:v>
                </c:pt>
                <c:pt idx="350">
                  <c:v>1602.99</c:v>
                </c:pt>
                <c:pt idx="351">
                  <c:v>1625.39</c:v>
                </c:pt>
                <c:pt idx="352">
                  <c:v>1648.91</c:v>
                </c:pt>
                <c:pt idx="353">
                  <c:v>1673.45</c:v>
                </c:pt>
                <c:pt idx="354">
                  <c:v>1698.89</c:v>
                </c:pt>
                <c:pt idx="355">
                  <c:v>1725.09</c:v>
                </c:pt>
                <c:pt idx="356">
                  <c:v>1751.92</c:v>
                </c:pt>
                <c:pt idx="357">
                  <c:v>1779.21</c:v>
                </c:pt>
                <c:pt idx="358">
                  <c:v>1806.81</c:v>
                </c:pt>
                <c:pt idx="359">
                  <c:v>1834.53</c:v>
                </c:pt>
                <c:pt idx="360">
                  <c:v>1862.21</c:v>
                </c:pt>
                <c:pt idx="361">
                  <c:v>1889.65</c:v>
                </c:pt>
                <c:pt idx="362">
                  <c:v>1916.68</c:v>
                </c:pt>
                <c:pt idx="363">
                  <c:v>1943.14</c:v>
                </c:pt>
                <c:pt idx="364">
                  <c:v>1968.84</c:v>
                </c:pt>
                <c:pt idx="365">
                  <c:v>1993.63</c:v>
                </c:pt>
                <c:pt idx="366">
                  <c:v>2017.36</c:v>
                </c:pt>
                <c:pt idx="367">
                  <c:v>2039.9</c:v>
                </c:pt>
                <c:pt idx="368">
                  <c:v>2061.13</c:v>
                </c:pt>
                <c:pt idx="369">
                  <c:v>2080.96</c:v>
                </c:pt>
                <c:pt idx="370">
                  <c:v>2099.2800000000002</c:v>
                </c:pt>
                <c:pt idx="371">
                  <c:v>2116.04</c:v>
                </c:pt>
                <c:pt idx="372">
                  <c:v>2131.1799999999998</c:v>
                </c:pt>
                <c:pt idx="373">
                  <c:v>2144.65</c:v>
                </c:pt>
                <c:pt idx="374">
                  <c:v>2156.4299999999998</c:v>
                </c:pt>
                <c:pt idx="375">
                  <c:v>2166.5100000000002</c:v>
                </c:pt>
                <c:pt idx="376">
                  <c:v>2174.86</c:v>
                </c:pt>
                <c:pt idx="377">
                  <c:v>2181.5</c:v>
                </c:pt>
                <c:pt idx="378">
                  <c:v>2186.4</c:v>
                </c:pt>
                <c:pt idx="379">
                  <c:v>2189.58</c:v>
                </c:pt>
                <c:pt idx="380">
                  <c:v>2191.0300000000002</c:v>
                </c:pt>
                <c:pt idx="381">
                  <c:v>2190.75</c:v>
                </c:pt>
                <c:pt idx="382">
                  <c:v>2188.7199999999998</c:v>
                </c:pt>
                <c:pt idx="383">
                  <c:v>2184.9299999999998</c:v>
                </c:pt>
                <c:pt idx="384">
                  <c:v>2179.37</c:v>
                </c:pt>
                <c:pt idx="385">
                  <c:v>2172</c:v>
                </c:pt>
                <c:pt idx="386">
                  <c:v>2162.79</c:v>
                </c:pt>
                <c:pt idx="387">
                  <c:v>2151.7199999999998</c:v>
                </c:pt>
                <c:pt idx="388">
                  <c:v>2138.7399999999998</c:v>
                </c:pt>
                <c:pt idx="389">
                  <c:v>2123.85</c:v>
                </c:pt>
                <c:pt idx="390">
                  <c:v>2106.9899999999998</c:v>
                </c:pt>
                <c:pt idx="391">
                  <c:v>2088.1799999999998</c:v>
                </c:pt>
                <c:pt idx="392">
                  <c:v>2067.39</c:v>
                </c:pt>
                <c:pt idx="393">
                  <c:v>2044.65</c:v>
                </c:pt>
                <c:pt idx="394">
                  <c:v>2019.99</c:v>
                </c:pt>
                <c:pt idx="395">
                  <c:v>1993.46</c:v>
                </c:pt>
                <c:pt idx="396">
                  <c:v>1965.15</c:v>
                </c:pt>
                <c:pt idx="397">
                  <c:v>1935.17</c:v>
                </c:pt>
                <c:pt idx="398">
                  <c:v>1903.64</c:v>
                </c:pt>
                <c:pt idx="399">
                  <c:v>1870.75</c:v>
                </c:pt>
                <c:pt idx="400">
                  <c:v>1836.68</c:v>
                </c:pt>
                <c:pt idx="401">
                  <c:v>1801.65</c:v>
                </c:pt>
                <c:pt idx="402">
                  <c:v>1765.93</c:v>
                </c:pt>
                <c:pt idx="403">
                  <c:v>1729.78</c:v>
                </c:pt>
                <c:pt idx="404">
                  <c:v>1693.49</c:v>
                </c:pt>
                <c:pt idx="405">
                  <c:v>1657.37</c:v>
                </c:pt>
                <c:pt idx="406">
                  <c:v>1621.74</c:v>
                </c:pt>
                <c:pt idx="407">
                  <c:v>1586.92</c:v>
                </c:pt>
                <c:pt idx="408">
                  <c:v>1553.23</c:v>
                </c:pt>
                <c:pt idx="409">
                  <c:v>1520.98</c:v>
                </c:pt>
                <c:pt idx="410">
                  <c:v>1490.46</c:v>
                </c:pt>
                <c:pt idx="411">
                  <c:v>1461.95</c:v>
                </c:pt>
                <c:pt idx="412">
                  <c:v>1435.7</c:v>
                </c:pt>
                <c:pt idx="413">
                  <c:v>1411.94</c:v>
                </c:pt>
                <c:pt idx="414">
                  <c:v>1390.83</c:v>
                </c:pt>
                <c:pt idx="415">
                  <c:v>1372.54</c:v>
                </c:pt>
                <c:pt idx="416">
                  <c:v>1357.16</c:v>
                </c:pt>
                <c:pt idx="417">
                  <c:v>1344.76</c:v>
                </c:pt>
                <c:pt idx="418">
                  <c:v>1335.36</c:v>
                </c:pt>
                <c:pt idx="419">
                  <c:v>1328.94</c:v>
                </c:pt>
                <c:pt idx="420">
                  <c:v>1325.43</c:v>
                </c:pt>
                <c:pt idx="421">
                  <c:v>1324.75</c:v>
                </c:pt>
                <c:pt idx="422">
                  <c:v>1326.77</c:v>
                </c:pt>
                <c:pt idx="423">
                  <c:v>1331.33</c:v>
                </c:pt>
                <c:pt idx="424">
                  <c:v>1338.25</c:v>
                </c:pt>
                <c:pt idx="425">
                  <c:v>1347.35</c:v>
                </c:pt>
                <c:pt idx="426">
                  <c:v>1358.42</c:v>
                </c:pt>
                <c:pt idx="427">
                  <c:v>1371.27</c:v>
                </c:pt>
                <c:pt idx="428">
                  <c:v>1385.7</c:v>
                </c:pt>
                <c:pt idx="429">
                  <c:v>1401.52</c:v>
                </c:pt>
                <c:pt idx="430">
                  <c:v>1418.54</c:v>
                </c:pt>
                <c:pt idx="431">
                  <c:v>1436.63</c:v>
                </c:pt>
                <c:pt idx="432">
                  <c:v>1455.65</c:v>
                </c:pt>
                <c:pt idx="433">
                  <c:v>1475.49</c:v>
                </c:pt>
                <c:pt idx="434">
                  <c:v>1496.07</c:v>
                </c:pt>
                <c:pt idx="435">
                  <c:v>1517.35</c:v>
                </c:pt>
                <c:pt idx="436">
                  <c:v>1539.29</c:v>
                </c:pt>
                <c:pt idx="437">
                  <c:v>1561.91</c:v>
                </c:pt>
                <c:pt idx="438">
                  <c:v>1585.21</c:v>
                </c:pt>
                <c:pt idx="439">
                  <c:v>1609.25</c:v>
                </c:pt>
                <c:pt idx="440">
                  <c:v>1634.06</c:v>
                </c:pt>
                <c:pt idx="441">
                  <c:v>1659.71</c:v>
                </c:pt>
                <c:pt idx="442">
                  <c:v>1686.25</c:v>
                </c:pt>
                <c:pt idx="443">
                  <c:v>1713.73</c:v>
                </c:pt>
                <c:pt idx="444">
                  <c:v>1742.19</c:v>
                </c:pt>
                <c:pt idx="445">
                  <c:v>1771.66</c:v>
                </c:pt>
                <c:pt idx="446">
                  <c:v>1802.11</c:v>
                </c:pt>
                <c:pt idx="447">
                  <c:v>1833.52</c:v>
                </c:pt>
                <c:pt idx="448">
                  <c:v>1865.82</c:v>
                </c:pt>
                <c:pt idx="449">
                  <c:v>1898.9</c:v>
                </c:pt>
                <c:pt idx="450">
                  <c:v>1932.6</c:v>
                </c:pt>
                <c:pt idx="451">
                  <c:v>1966.74</c:v>
                </c:pt>
                <c:pt idx="452">
                  <c:v>2001.09</c:v>
                </c:pt>
                <c:pt idx="453">
                  <c:v>2035.38</c:v>
                </c:pt>
                <c:pt idx="454">
                  <c:v>2069.3000000000002</c:v>
                </c:pt>
                <c:pt idx="455">
                  <c:v>2102.5300000000002</c:v>
                </c:pt>
                <c:pt idx="456">
                  <c:v>2134.6799999999998</c:v>
                </c:pt>
                <c:pt idx="457">
                  <c:v>2165.4</c:v>
                </c:pt>
                <c:pt idx="458">
                  <c:v>2194.2800000000002</c:v>
                </c:pt>
                <c:pt idx="459">
                  <c:v>2220.9299999999998</c:v>
                </c:pt>
                <c:pt idx="460">
                  <c:v>2244.9699999999998</c:v>
                </c:pt>
                <c:pt idx="461">
                  <c:v>2266.0100000000002</c:v>
                </c:pt>
                <c:pt idx="462">
                  <c:v>2283.71</c:v>
                </c:pt>
                <c:pt idx="463">
                  <c:v>2297.7399999999998</c:v>
                </c:pt>
                <c:pt idx="464">
                  <c:v>2307.84</c:v>
                </c:pt>
                <c:pt idx="465">
                  <c:v>2313.7600000000002</c:v>
                </c:pt>
                <c:pt idx="466">
                  <c:v>2315.33</c:v>
                </c:pt>
                <c:pt idx="467">
                  <c:v>2312.4299999999998</c:v>
                </c:pt>
                <c:pt idx="468">
                  <c:v>2305.0100000000002</c:v>
                </c:pt>
                <c:pt idx="469">
                  <c:v>2293.06</c:v>
                </c:pt>
                <c:pt idx="470">
                  <c:v>2276.67</c:v>
                </c:pt>
                <c:pt idx="471">
                  <c:v>2255.9699999999998</c:v>
                </c:pt>
                <c:pt idx="472">
                  <c:v>2231.17</c:v>
                </c:pt>
                <c:pt idx="473">
                  <c:v>2202.52</c:v>
                </c:pt>
                <c:pt idx="474">
                  <c:v>2170.33</c:v>
                </c:pt>
                <c:pt idx="475">
                  <c:v>2134.9699999999998</c:v>
                </c:pt>
                <c:pt idx="476">
                  <c:v>2096.85</c:v>
                </c:pt>
                <c:pt idx="477">
                  <c:v>2056.38</c:v>
                </c:pt>
                <c:pt idx="478">
                  <c:v>2014.03</c:v>
                </c:pt>
                <c:pt idx="479">
                  <c:v>1970.28</c:v>
                </c:pt>
                <c:pt idx="480">
                  <c:v>1925.59</c:v>
                </c:pt>
                <c:pt idx="481">
                  <c:v>1880.43</c:v>
                </c:pt>
                <c:pt idx="482">
                  <c:v>1835.27</c:v>
                </c:pt>
                <c:pt idx="483">
                  <c:v>1790.54</c:v>
                </c:pt>
                <c:pt idx="484">
                  <c:v>1746.66</c:v>
                </c:pt>
                <c:pt idx="485">
                  <c:v>1703.98</c:v>
                </c:pt>
                <c:pt idx="486">
                  <c:v>1662.85</c:v>
                </c:pt>
                <c:pt idx="487">
                  <c:v>1623.55</c:v>
                </c:pt>
                <c:pt idx="488">
                  <c:v>1586.32</c:v>
                </c:pt>
                <c:pt idx="489">
                  <c:v>1551.36</c:v>
                </c:pt>
                <c:pt idx="490">
                  <c:v>1518.81</c:v>
                </c:pt>
                <c:pt idx="491">
                  <c:v>1488.75</c:v>
                </c:pt>
                <c:pt idx="492">
                  <c:v>1461.24</c:v>
                </c:pt>
                <c:pt idx="493">
                  <c:v>1436.28</c:v>
                </c:pt>
                <c:pt idx="494">
                  <c:v>1413.82</c:v>
                </c:pt>
                <c:pt idx="495">
                  <c:v>1393.81</c:v>
                </c:pt>
                <c:pt idx="496">
                  <c:v>1376.13</c:v>
                </c:pt>
                <c:pt idx="497">
                  <c:v>1360.67</c:v>
                </c:pt>
                <c:pt idx="498">
                  <c:v>1347.26</c:v>
                </c:pt>
                <c:pt idx="499">
                  <c:v>1335.76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DC9-47AF-A63A-7A32485A6DB7}"/>
            </c:ext>
          </c:extLst>
        </c:ser>
        <c:ser>
          <c:idx val="2"/>
          <c:order val="2"/>
          <c:tx>
            <c:v>電流2</c:v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工作表1!$DV$1:$DV$500</c:f>
              <c:numCache>
                <c:formatCode>General</c:formatCode>
                <c:ptCount val="500"/>
                <c:pt idx="0">
                  <c:v>1224.9000000000001</c:v>
                </c:pt>
                <c:pt idx="1">
                  <c:v>1263.3699999999999</c:v>
                </c:pt>
                <c:pt idx="2">
                  <c:v>1301.78</c:v>
                </c:pt>
                <c:pt idx="3">
                  <c:v>1339.78</c:v>
                </c:pt>
                <c:pt idx="4">
                  <c:v>1377.05</c:v>
                </c:pt>
                <c:pt idx="5">
                  <c:v>1413.25</c:v>
                </c:pt>
                <c:pt idx="6">
                  <c:v>1448.06</c:v>
                </c:pt>
                <c:pt idx="7">
                  <c:v>1481.2</c:v>
                </c:pt>
                <c:pt idx="8">
                  <c:v>1512.41</c:v>
                </c:pt>
                <c:pt idx="9">
                  <c:v>1541.47</c:v>
                </c:pt>
                <c:pt idx="10">
                  <c:v>1568.22</c:v>
                </c:pt>
                <c:pt idx="11">
                  <c:v>1592.53</c:v>
                </c:pt>
                <c:pt idx="12">
                  <c:v>1614.33</c:v>
                </c:pt>
                <c:pt idx="13">
                  <c:v>1633.62</c:v>
                </c:pt>
                <c:pt idx="14">
                  <c:v>1650.44</c:v>
                </c:pt>
                <c:pt idx="15">
                  <c:v>1664.9</c:v>
                </c:pt>
                <c:pt idx="16">
                  <c:v>1677.15</c:v>
                </c:pt>
                <c:pt idx="17">
                  <c:v>1687.39</c:v>
                </c:pt>
                <c:pt idx="18">
                  <c:v>1695.9</c:v>
                </c:pt>
                <c:pt idx="19">
                  <c:v>1702.95</c:v>
                </c:pt>
                <c:pt idx="20">
                  <c:v>1708.88</c:v>
                </c:pt>
                <c:pt idx="21">
                  <c:v>1714.04</c:v>
                </c:pt>
                <c:pt idx="22">
                  <c:v>1718.78</c:v>
                </c:pt>
                <c:pt idx="23">
                  <c:v>1723.48</c:v>
                </c:pt>
                <c:pt idx="24">
                  <c:v>1728.49</c:v>
                </c:pt>
                <c:pt idx="25">
                  <c:v>1734.16</c:v>
                </c:pt>
                <c:pt idx="26">
                  <c:v>1740.81</c:v>
                </c:pt>
                <c:pt idx="27">
                  <c:v>1748.7</c:v>
                </c:pt>
                <c:pt idx="28">
                  <c:v>1758.08</c:v>
                </c:pt>
                <c:pt idx="29">
                  <c:v>1769.13</c:v>
                </c:pt>
                <c:pt idx="30">
                  <c:v>1781.98</c:v>
                </c:pt>
                <c:pt idx="31">
                  <c:v>1796.68</c:v>
                </c:pt>
                <c:pt idx="32">
                  <c:v>1813.24</c:v>
                </c:pt>
                <c:pt idx="33">
                  <c:v>1831.59</c:v>
                </c:pt>
                <c:pt idx="34">
                  <c:v>1851.58</c:v>
                </c:pt>
                <c:pt idx="35">
                  <c:v>1873.03</c:v>
                </c:pt>
                <c:pt idx="36">
                  <c:v>1895.67</c:v>
                </c:pt>
                <c:pt idx="37">
                  <c:v>1919.2</c:v>
                </c:pt>
                <c:pt idx="38">
                  <c:v>1943.26</c:v>
                </c:pt>
                <c:pt idx="39">
                  <c:v>1967.45</c:v>
                </c:pt>
                <c:pt idx="40">
                  <c:v>1991.36</c:v>
                </c:pt>
                <c:pt idx="41">
                  <c:v>2014.56</c:v>
                </c:pt>
                <c:pt idx="42">
                  <c:v>2036.6</c:v>
                </c:pt>
                <c:pt idx="43">
                  <c:v>2057.0500000000002</c:v>
                </c:pt>
                <c:pt idx="44">
                  <c:v>2075.5</c:v>
                </c:pt>
                <c:pt idx="45">
                  <c:v>2091.56</c:v>
                </c:pt>
                <c:pt idx="46">
                  <c:v>2104.89</c:v>
                </c:pt>
                <c:pt idx="47">
                  <c:v>2115.1799999999998</c:v>
                </c:pt>
                <c:pt idx="48">
                  <c:v>2122.19</c:v>
                </c:pt>
                <c:pt idx="49">
                  <c:v>2125.7399999999998</c:v>
                </c:pt>
                <c:pt idx="50">
                  <c:v>2125.7199999999998</c:v>
                </c:pt>
                <c:pt idx="51">
                  <c:v>2122.08</c:v>
                </c:pt>
                <c:pt idx="52">
                  <c:v>2114.84</c:v>
                </c:pt>
                <c:pt idx="53">
                  <c:v>2104.11</c:v>
                </c:pt>
                <c:pt idx="54">
                  <c:v>2090.04</c:v>
                </c:pt>
                <c:pt idx="55">
                  <c:v>2072.86</c:v>
                </c:pt>
                <c:pt idx="56">
                  <c:v>2052.84</c:v>
                </c:pt>
                <c:pt idx="57">
                  <c:v>2030.33</c:v>
                </c:pt>
                <c:pt idx="58">
                  <c:v>2005.69</c:v>
                </c:pt>
                <c:pt idx="59">
                  <c:v>1979.32</c:v>
                </c:pt>
                <c:pt idx="60">
                  <c:v>1951.64</c:v>
                </c:pt>
                <c:pt idx="61">
                  <c:v>1923.07</c:v>
                </c:pt>
                <c:pt idx="62">
                  <c:v>1894.06</c:v>
                </c:pt>
                <c:pt idx="63">
                  <c:v>1865.01</c:v>
                </c:pt>
                <c:pt idx="64">
                  <c:v>1836.33</c:v>
                </c:pt>
                <c:pt idx="65">
                  <c:v>1808.37</c:v>
                </c:pt>
                <c:pt idx="66">
                  <c:v>1781.46</c:v>
                </c:pt>
                <c:pt idx="67">
                  <c:v>1755.88</c:v>
                </c:pt>
                <c:pt idx="68">
                  <c:v>1731.87</c:v>
                </c:pt>
                <c:pt idx="69">
                  <c:v>1709.59</c:v>
                </c:pt>
                <c:pt idx="70">
                  <c:v>1689.17</c:v>
                </c:pt>
                <c:pt idx="71">
                  <c:v>1670.67</c:v>
                </c:pt>
                <c:pt idx="72">
                  <c:v>1654.1</c:v>
                </c:pt>
                <c:pt idx="73">
                  <c:v>1639.41</c:v>
                </c:pt>
                <c:pt idx="74">
                  <c:v>1626.52</c:v>
                </c:pt>
                <c:pt idx="75">
                  <c:v>1615.27</c:v>
                </c:pt>
                <c:pt idx="76">
                  <c:v>1605.51</c:v>
                </c:pt>
                <c:pt idx="77">
                  <c:v>1597.04</c:v>
                </c:pt>
                <c:pt idx="78">
                  <c:v>1589.64</c:v>
                </c:pt>
                <c:pt idx="79">
                  <c:v>1583.07</c:v>
                </c:pt>
                <c:pt idx="80">
                  <c:v>1577.1</c:v>
                </c:pt>
                <c:pt idx="81">
                  <c:v>1571.52</c:v>
                </c:pt>
                <c:pt idx="82">
                  <c:v>1566.09</c:v>
                </c:pt>
                <c:pt idx="83">
                  <c:v>1560.64</c:v>
                </c:pt>
                <c:pt idx="84">
                  <c:v>1555.01</c:v>
                </c:pt>
                <c:pt idx="85">
                  <c:v>1549.05</c:v>
                </c:pt>
                <c:pt idx="86">
                  <c:v>1542.68</c:v>
                </c:pt>
                <c:pt idx="87">
                  <c:v>1535.84</c:v>
                </c:pt>
                <c:pt idx="88">
                  <c:v>1528.54</c:v>
                </c:pt>
                <c:pt idx="89">
                  <c:v>1520.79</c:v>
                </c:pt>
                <c:pt idx="90">
                  <c:v>1512.68</c:v>
                </c:pt>
                <c:pt idx="91">
                  <c:v>1504.33</c:v>
                </c:pt>
                <c:pt idx="92">
                  <c:v>1495.88</c:v>
                </c:pt>
                <c:pt idx="93">
                  <c:v>1487.52</c:v>
                </c:pt>
                <c:pt idx="94">
                  <c:v>1479.46</c:v>
                </c:pt>
                <c:pt idx="95">
                  <c:v>1471.93</c:v>
                </c:pt>
                <c:pt idx="96">
                  <c:v>1465.17</c:v>
                </c:pt>
                <c:pt idx="97">
                  <c:v>1459.43</c:v>
                </c:pt>
                <c:pt idx="98">
                  <c:v>1454.96</c:v>
                </c:pt>
                <c:pt idx="99">
                  <c:v>1452</c:v>
                </c:pt>
                <c:pt idx="100">
                  <c:v>1450.78</c:v>
                </c:pt>
                <c:pt idx="101">
                  <c:v>1451.5</c:v>
                </c:pt>
                <c:pt idx="102">
                  <c:v>1454.34</c:v>
                </c:pt>
                <c:pt idx="103">
                  <c:v>1459.44</c:v>
                </c:pt>
                <c:pt idx="104">
                  <c:v>1466.9</c:v>
                </c:pt>
                <c:pt idx="105">
                  <c:v>1476.8</c:v>
                </c:pt>
                <c:pt idx="106">
                  <c:v>1489.16</c:v>
                </c:pt>
                <c:pt idx="107">
                  <c:v>1503.96</c:v>
                </c:pt>
                <c:pt idx="108">
                  <c:v>1521.13</c:v>
                </c:pt>
                <c:pt idx="109">
                  <c:v>1540.57</c:v>
                </c:pt>
                <c:pt idx="110">
                  <c:v>1562.12</c:v>
                </c:pt>
                <c:pt idx="111">
                  <c:v>1585.6</c:v>
                </c:pt>
                <c:pt idx="112">
                  <c:v>1610.77</c:v>
                </c:pt>
                <c:pt idx="113">
                  <c:v>1637.39</c:v>
                </c:pt>
                <c:pt idx="114">
                  <c:v>1665.16</c:v>
                </c:pt>
                <c:pt idx="115">
                  <c:v>1693.78</c:v>
                </c:pt>
                <c:pt idx="116">
                  <c:v>1722.92</c:v>
                </c:pt>
                <c:pt idx="117">
                  <c:v>1752.26</c:v>
                </c:pt>
                <c:pt idx="118">
                  <c:v>1781.44</c:v>
                </c:pt>
                <c:pt idx="119">
                  <c:v>1810.15</c:v>
                </c:pt>
                <c:pt idx="120">
                  <c:v>1838.04</c:v>
                </c:pt>
                <c:pt idx="121">
                  <c:v>1864.81</c:v>
                </c:pt>
                <c:pt idx="122">
                  <c:v>1890.16</c:v>
                </c:pt>
                <c:pt idx="123">
                  <c:v>1913.8</c:v>
                </c:pt>
                <c:pt idx="124">
                  <c:v>1935.51</c:v>
                </c:pt>
                <c:pt idx="125">
                  <c:v>1955.05</c:v>
                </c:pt>
                <c:pt idx="126">
                  <c:v>1972.25</c:v>
                </c:pt>
                <c:pt idx="127">
                  <c:v>1986.96</c:v>
                </c:pt>
                <c:pt idx="128">
                  <c:v>1999.06</c:v>
                </c:pt>
                <c:pt idx="129">
                  <c:v>2008.5</c:v>
                </c:pt>
                <c:pt idx="130">
                  <c:v>2015.24</c:v>
                </c:pt>
                <c:pt idx="131">
                  <c:v>2019.28</c:v>
                </c:pt>
                <c:pt idx="132">
                  <c:v>2020.65</c:v>
                </c:pt>
                <c:pt idx="133">
                  <c:v>2019.45</c:v>
                </c:pt>
                <c:pt idx="134">
                  <c:v>2015.76</c:v>
                </c:pt>
                <c:pt idx="135">
                  <c:v>2009.72</c:v>
                </c:pt>
                <c:pt idx="136">
                  <c:v>2001.49</c:v>
                </c:pt>
                <c:pt idx="137">
                  <c:v>1991.25</c:v>
                </c:pt>
                <c:pt idx="138">
                  <c:v>1979.19</c:v>
                </c:pt>
                <c:pt idx="139">
                  <c:v>1965.52</c:v>
                </c:pt>
                <c:pt idx="140">
                  <c:v>1950.45</c:v>
                </c:pt>
                <c:pt idx="141">
                  <c:v>1934.21</c:v>
                </c:pt>
                <c:pt idx="142">
                  <c:v>1916.99</c:v>
                </c:pt>
                <c:pt idx="143">
                  <c:v>1899.03</c:v>
                </c:pt>
                <c:pt idx="144">
                  <c:v>1880.51</c:v>
                </c:pt>
                <c:pt idx="145">
                  <c:v>1861.65</c:v>
                </c:pt>
                <c:pt idx="146">
                  <c:v>1842.61</c:v>
                </c:pt>
                <c:pt idx="147">
                  <c:v>1823.55</c:v>
                </c:pt>
                <c:pt idx="148">
                  <c:v>1804.63</c:v>
                </c:pt>
                <c:pt idx="149">
                  <c:v>1785.97</c:v>
                </c:pt>
                <c:pt idx="150">
                  <c:v>1767.67</c:v>
                </c:pt>
                <c:pt idx="151">
                  <c:v>1749.83</c:v>
                </c:pt>
                <c:pt idx="152">
                  <c:v>1732.51</c:v>
                </c:pt>
                <c:pt idx="153">
                  <c:v>1715.77</c:v>
                </c:pt>
                <c:pt idx="154">
                  <c:v>1699.63</c:v>
                </c:pt>
                <c:pt idx="155">
                  <c:v>1684.12</c:v>
                </c:pt>
                <c:pt idx="156">
                  <c:v>1669.24</c:v>
                </c:pt>
                <c:pt idx="157">
                  <c:v>1655</c:v>
                </c:pt>
                <c:pt idx="158">
                  <c:v>1641.37</c:v>
                </c:pt>
                <c:pt idx="159">
                  <c:v>1628.34</c:v>
                </c:pt>
                <c:pt idx="160">
                  <c:v>1615.89</c:v>
                </c:pt>
                <c:pt idx="161">
                  <c:v>1603.99</c:v>
                </c:pt>
                <c:pt idx="162">
                  <c:v>1592.63</c:v>
                </c:pt>
                <c:pt idx="163">
                  <c:v>1581.77</c:v>
                </c:pt>
                <c:pt idx="164">
                  <c:v>1571.4</c:v>
                </c:pt>
                <c:pt idx="165">
                  <c:v>1561.51</c:v>
                </c:pt>
                <c:pt idx="166">
                  <c:v>1552.09</c:v>
                </c:pt>
                <c:pt idx="167">
                  <c:v>1543.13</c:v>
                </c:pt>
                <c:pt idx="168">
                  <c:v>1534.64</c:v>
                </c:pt>
                <c:pt idx="169">
                  <c:v>1526.62</c:v>
                </c:pt>
                <c:pt idx="170">
                  <c:v>1519.09</c:v>
                </c:pt>
                <c:pt idx="171">
                  <c:v>1512.06</c:v>
                </c:pt>
                <c:pt idx="172">
                  <c:v>1505.57</c:v>
                </c:pt>
                <c:pt idx="173">
                  <c:v>1499.62</c:v>
                </c:pt>
                <c:pt idx="174">
                  <c:v>1494.26</c:v>
                </c:pt>
                <c:pt idx="175">
                  <c:v>1489.51</c:v>
                </c:pt>
                <c:pt idx="176">
                  <c:v>1485.41</c:v>
                </c:pt>
                <c:pt idx="177">
                  <c:v>1482</c:v>
                </c:pt>
                <c:pt idx="178">
                  <c:v>1479.3</c:v>
                </c:pt>
                <c:pt idx="179">
                  <c:v>1477.36</c:v>
                </c:pt>
                <c:pt idx="180">
                  <c:v>1476.21</c:v>
                </c:pt>
                <c:pt idx="181">
                  <c:v>1475.9</c:v>
                </c:pt>
                <c:pt idx="182">
                  <c:v>1476.47</c:v>
                </c:pt>
                <c:pt idx="183">
                  <c:v>1477.95</c:v>
                </c:pt>
                <c:pt idx="184">
                  <c:v>1480.39</c:v>
                </c:pt>
                <c:pt idx="185">
                  <c:v>1483.84</c:v>
                </c:pt>
                <c:pt idx="186">
                  <c:v>1488.34</c:v>
                </c:pt>
                <c:pt idx="187">
                  <c:v>1493.94</c:v>
                </c:pt>
                <c:pt idx="188">
                  <c:v>1500.67</c:v>
                </c:pt>
                <c:pt idx="189">
                  <c:v>1508.6</c:v>
                </c:pt>
                <c:pt idx="190">
                  <c:v>1517.77</c:v>
                </c:pt>
                <c:pt idx="191">
                  <c:v>1528.21</c:v>
                </c:pt>
                <c:pt idx="192">
                  <c:v>1539.96</c:v>
                </c:pt>
                <c:pt idx="193">
                  <c:v>1553.06</c:v>
                </c:pt>
                <c:pt idx="194">
                  <c:v>1567.52</c:v>
                </c:pt>
                <c:pt idx="195">
                  <c:v>1583.36</c:v>
                </c:pt>
                <c:pt idx="196">
                  <c:v>1600.57</c:v>
                </c:pt>
                <c:pt idx="197">
                  <c:v>1619.12</c:v>
                </c:pt>
                <c:pt idx="198">
                  <c:v>1639</c:v>
                </c:pt>
                <c:pt idx="199">
                  <c:v>1660.13</c:v>
                </c:pt>
                <c:pt idx="200">
                  <c:v>1682.43</c:v>
                </c:pt>
                <c:pt idx="201">
                  <c:v>1705.81</c:v>
                </c:pt>
                <c:pt idx="202">
                  <c:v>1730.14</c:v>
                </c:pt>
                <c:pt idx="203">
                  <c:v>1755.28</c:v>
                </c:pt>
                <c:pt idx="204">
                  <c:v>1781.04</c:v>
                </c:pt>
                <c:pt idx="205">
                  <c:v>1807.23</c:v>
                </c:pt>
                <c:pt idx="206">
                  <c:v>1833.65</c:v>
                </c:pt>
                <c:pt idx="207">
                  <c:v>1860.06</c:v>
                </c:pt>
                <c:pt idx="208">
                  <c:v>1886.21</c:v>
                </c:pt>
                <c:pt idx="209">
                  <c:v>1911.86</c:v>
                </c:pt>
                <c:pt idx="210">
                  <c:v>1936.75</c:v>
                </c:pt>
                <c:pt idx="211">
                  <c:v>1960.61</c:v>
                </c:pt>
                <c:pt idx="212">
                  <c:v>1983.19</c:v>
                </c:pt>
                <c:pt idx="213">
                  <c:v>2004.25</c:v>
                </c:pt>
                <c:pt idx="214">
                  <c:v>2023.55</c:v>
                </c:pt>
                <c:pt idx="215">
                  <c:v>2040.88</c:v>
                </c:pt>
                <c:pt idx="216">
                  <c:v>2056.06</c:v>
                </c:pt>
                <c:pt idx="217">
                  <c:v>2068.91</c:v>
                </c:pt>
                <c:pt idx="218">
                  <c:v>2079.3200000000002</c:v>
                </c:pt>
                <c:pt idx="219">
                  <c:v>2087.19</c:v>
                </c:pt>
                <c:pt idx="220">
                  <c:v>2092.44</c:v>
                </c:pt>
                <c:pt idx="221">
                  <c:v>2095.0500000000002</c:v>
                </c:pt>
                <c:pt idx="222">
                  <c:v>2095.0300000000002</c:v>
                </c:pt>
                <c:pt idx="223">
                  <c:v>2092.41</c:v>
                </c:pt>
                <c:pt idx="224">
                  <c:v>2087.2800000000002</c:v>
                </c:pt>
                <c:pt idx="225">
                  <c:v>2079.7199999999998</c:v>
                </c:pt>
                <c:pt idx="226">
                  <c:v>2069.88</c:v>
                </c:pt>
                <c:pt idx="227">
                  <c:v>2057.89</c:v>
                </c:pt>
                <c:pt idx="228">
                  <c:v>2043.94</c:v>
                </c:pt>
                <c:pt idx="229">
                  <c:v>2028.2</c:v>
                </c:pt>
                <c:pt idx="230">
                  <c:v>2010.86</c:v>
                </c:pt>
                <c:pt idx="231">
                  <c:v>1992.13</c:v>
                </c:pt>
                <c:pt idx="232">
                  <c:v>1972.21</c:v>
                </c:pt>
                <c:pt idx="233">
                  <c:v>1951.29</c:v>
                </c:pt>
                <c:pt idx="234">
                  <c:v>1929.57</c:v>
                </c:pt>
                <c:pt idx="235">
                  <c:v>1907.23</c:v>
                </c:pt>
                <c:pt idx="236">
                  <c:v>1884.46</c:v>
                </c:pt>
                <c:pt idx="237">
                  <c:v>1861.41</c:v>
                </c:pt>
                <c:pt idx="238">
                  <c:v>1838.24</c:v>
                </c:pt>
                <c:pt idx="239">
                  <c:v>1815.08</c:v>
                </c:pt>
                <c:pt idx="240">
                  <c:v>1792.07</c:v>
                </c:pt>
                <c:pt idx="241">
                  <c:v>1769.32</c:v>
                </c:pt>
                <c:pt idx="242">
                  <c:v>1746.93</c:v>
                </c:pt>
                <c:pt idx="243">
                  <c:v>1725.01</c:v>
                </c:pt>
                <c:pt idx="244">
                  <c:v>1703.63</c:v>
                </c:pt>
                <c:pt idx="245">
                  <c:v>1682.9</c:v>
                </c:pt>
                <c:pt idx="246">
                  <c:v>1662.87</c:v>
                </c:pt>
                <c:pt idx="247">
                  <c:v>1643.64</c:v>
                </c:pt>
                <c:pt idx="248">
                  <c:v>1625.27</c:v>
                </c:pt>
                <c:pt idx="249">
                  <c:v>1607.83</c:v>
                </c:pt>
                <c:pt idx="250">
                  <c:v>1591.4</c:v>
                </c:pt>
                <c:pt idx="251">
                  <c:v>1576.03</c:v>
                </c:pt>
                <c:pt idx="252">
                  <c:v>1561.81</c:v>
                </c:pt>
                <c:pt idx="253">
                  <c:v>1548.78</c:v>
                </c:pt>
                <c:pt idx="254">
                  <c:v>1537.01</c:v>
                </c:pt>
                <c:pt idx="255">
                  <c:v>1526.55</c:v>
                </c:pt>
                <c:pt idx="256">
                  <c:v>1517.45</c:v>
                </c:pt>
                <c:pt idx="257">
                  <c:v>1509.75</c:v>
                </c:pt>
                <c:pt idx="258">
                  <c:v>1503.47</c:v>
                </c:pt>
                <c:pt idx="259">
                  <c:v>1498.63</c:v>
                </c:pt>
                <c:pt idx="260">
                  <c:v>1495.25</c:v>
                </c:pt>
                <c:pt idx="261">
                  <c:v>1493.31</c:v>
                </c:pt>
                <c:pt idx="262">
                  <c:v>1492.8</c:v>
                </c:pt>
                <c:pt idx="263">
                  <c:v>1493.69</c:v>
                </c:pt>
                <c:pt idx="264">
                  <c:v>1495.94</c:v>
                </c:pt>
                <c:pt idx="265">
                  <c:v>1499.49</c:v>
                </c:pt>
                <c:pt idx="266">
                  <c:v>1504.3</c:v>
                </c:pt>
                <c:pt idx="267">
                  <c:v>1510.3</c:v>
                </c:pt>
                <c:pt idx="268">
                  <c:v>1517.43</c:v>
                </c:pt>
                <c:pt idx="269">
                  <c:v>1525.61</c:v>
                </c:pt>
                <c:pt idx="270">
                  <c:v>1534.79</c:v>
                </c:pt>
                <c:pt idx="271">
                  <c:v>1544.89</c:v>
                </c:pt>
                <c:pt idx="272">
                  <c:v>1555.86</c:v>
                </c:pt>
                <c:pt idx="273">
                  <c:v>1567.66</c:v>
                </c:pt>
                <c:pt idx="274">
                  <c:v>1580.25</c:v>
                </c:pt>
                <c:pt idx="275">
                  <c:v>1593.58</c:v>
                </c:pt>
                <c:pt idx="276">
                  <c:v>1607.65</c:v>
                </c:pt>
                <c:pt idx="277">
                  <c:v>1622.45</c:v>
                </c:pt>
                <c:pt idx="278">
                  <c:v>1637.95</c:v>
                </c:pt>
                <c:pt idx="279">
                  <c:v>1654.18</c:v>
                </c:pt>
                <c:pt idx="280">
                  <c:v>1671.14</c:v>
                </c:pt>
                <c:pt idx="281">
                  <c:v>1688.83</c:v>
                </c:pt>
                <c:pt idx="282">
                  <c:v>1707.25</c:v>
                </c:pt>
                <c:pt idx="283">
                  <c:v>1726.4</c:v>
                </c:pt>
                <c:pt idx="284">
                  <c:v>1746.27</c:v>
                </c:pt>
                <c:pt idx="285">
                  <c:v>1766.83</c:v>
                </c:pt>
                <c:pt idx="286">
                  <c:v>1788.03</c:v>
                </c:pt>
                <c:pt idx="287">
                  <c:v>1809.8</c:v>
                </c:pt>
                <c:pt idx="288">
                  <c:v>1832.06</c:v>
                </c:pt>
                <c:pt idx="289">
                  <c:v>1854.69</c:v>
                </c:pt>
                <c:pt idx="290">
                  <c:v>1877.54</c:v>
                </c:pt>
                <c:pt idx="291">
                  <c:v>1900.45</c:v>
                </c:pt>
                <c:pt idx="292">
                  <c:v>1923.22</c:v>
                </c:pt>
                <c:pt idx="293">
                  <c:v>1945.65</c:v>
                </c:pt>
                <c:pt idx="294">
                  <c:v>1967.49</c:v>
                </c:pt>
                <c:pt idx="295">
                  <c:v>1988.48</c:v>
                </c:pt>
                <c:pt idx="296">
                  <c:v>2008.38</c:v>
                </c:pt>
                <c:pt idx="297">
                  <c:v>2026.9</c:v>
                </c:pt>
                <c:pt idx="298">
                  <c:v>2043.79</c:v>
                </c:pt>
                <c:pt idx="299">
                  <c:v>2058.7800000000002</c:v>
                </c:pt>
                <c:pt idx="300">
                  <c:v>2071.62</c:v>
                </c:pt>
                <c:pt idx="301">
                  <c:v>2082.08</c:v>
                </c:pt>
                <c:pt idx="302">
                  <c:v>2089.9699999999998</c:v>
                </c:pt>
                <c:pt idx="303">
                  <c:v>2095.1</c:v>
                </c:pt>
                <c:pt idx="304">
                  <c:v>2097.36</c:v>
                </c:pt>
                <c:pt idx="305">
                  <c:v>2096.64</c:v>
                </c:pt>
                <c:pt idx="306">
                  <c:v>2092.9</c:v>
                </c:pt>
                <c:pt idx="307">
                  <c:v>2086.13</c:v>
                </c:pt>
                <c:pt idx="308">
                  <c:v>2076.37</c:v>
                </c:pt>
                <c:pt idx="309">
                  <c:v>2063.7199999999998</c:v>
                </c:pt>
                <c:pt idx="310">
                  <c:v>2048.31</c:v>
                </c:pt>
                <c:pt idx="311">
                  <c:v>2030.31</c:v>
                </c:pt>
                <c:pt idx="312">
                  <c:v>2009.93</c:v>
                </c:pt>
                <c:pt idx="313">
                  <c:v>1987.42</c:v>
                </c:pt>
                <c:pt idx="314">
                  <c:v>1963.05</c:v>
                </c:pt>
                <c:pt idx="315">
                  <c:v>1937.12</c:v>
                </c:pt>
                <c:pt idx="316">
                  <c:v>1909.92</c:v>
                </c:pt>
                <c:pt idx="317">
                  <c:v>1881.77</c:v>
                </c:pt>
                <c:pt idx="318">
                  <c:v>1852.99</c:v>
                </c:pt>
                <c:pt idx="319">
                  <c:v>1823.89</c:v>
                </c:pt>
                <c:pt idx="320">
                  <c:v>1794.77</c:v>
                </c:pt>
                <c:pt idx="321">
                  <c:v>1765.91</c:v>
                </c:pt>
                <c:pt idx="322">
                  <c:v>1737.57</c:v>
                </c:pt>
                <c:pt idx="323">
                  <c:v>1710</c:v>
                </c:pt>
                <c:pt idx="324">
                  <c:v>1683.41</c:v>
                </c:pt>
                <c:pt idx="325">
                  <c:v>1657.97</c:v>
                </c:pt>
                <c:pt idx="326">
                  <c:v>1633.85</c:v>
                </c:pt>
                <c:pt idx="327">
                  <c:v>1611.18</c:v>
                </c:pt>
                <c:pt idx="328">
                  <c:v>1590.05</c:v>
                </c:pt>
                <c:pt idx="329">
                  <c:v>1570.53</c:v>
                </c:pt>
                <c:pt idx="330">
                  <c:v>1552.68</c:v>
                </c:pt>
                <c:pt idx="331">
                  <c:v>1536.54</c:v>
                </c:pt>
                <c:pt idx="332">
                  <c:v>1522.1</c:v>
                </c:pt>
                <c:pt idx="333">
                  <c:v>1509.39</c:v>
                </c:pt>
                <c:pt idx="334">
                  <c:v>1498.38</c:v>
                </c:pt>
                <c:pt idx="335">
                  <c:v>1489.06</c:v>
                </c:pt>
                <c:pt idx="336">
                  <c:v>1481.42</c:v>
                </c:pt>
                <c:pt idx="337">
                  <c:v>1475.44</c:v>
                </c:pt>
                <c:pt idx="338">
                  <c:v>1471.1</c:v>
                </c:pt>
                <c:pt idx="339">
                  <c:v>1468.38</c:v>
                </c:pt>
                <c:pt idx="340">
                  <c:v>1467.27</c:v>
                </c:pt>
                <c:pt idx="341">
                  <c:v>1467.77</c:v>
                </c:pt>
                <c:pt idx="342">
                  <c:v>1469.88</c:v>
                </c:pt>
                <c:pt idx="343">
                  <c:v>1473.58</c:v>
                </c:pt>
                <c:pt idx="344">
                  <c:v>1478.89</c:v>
                </c:pt>
                <c:pt idx="345">
                  <c:v>1485.81</c:v>
                </c:pt>
                <c:pt idx="346">
                  <c:v>1494.32</c:v>
                </c:pt>
                <c:pt idx="347">
                  <c:v>1504.44</c:v>
                </c:pt>
                <c:pt idx="348">
                  <c:v>1516.14</c:v>
                </c:pt>
                <c:pt idx="349">
                  <c:v>1529.41</c:v>
                </c:pt>
                <c:pt idx="350">
                  <c:v>1544.21</c:v>
                </c:pt>
                <c:pt idx="351">
                  <c:v>1560.5</c:v>
                </c:pt>
                <c:pt idx="352">
                  <c:v>1578.23</c:v>
                </c:pt>
                <c:pt idx="353">
                  <c:v>1597.33</c:v>
                </c:pt>
                <c:pt idx="354">
                  <c:v>1617.71</c:v>
                </c:pt>
                <c:pt idx="355">
                  <c:v>1639.28</c:v>
                </c:pt>
                <c:pt idx="356">
                  <c:v>1661.93</c:v>
                </c:pt>
                <c:pt idx="357">
                  <c:v>1685.52</c:v>
                </c:pt>
                <c:pt idx="358">
                  <c:v>1709.92</c:v>
                </c:pt>
                <c:pt idx="359">
                  <c:v>1735</c:v>
                </c:pt>
                <c:pt idx="360">
                  <c:v>1760.59</c:v>
                </c:pt>
                <c:pt idx="361">
                  <c:v>1786.54</c:v>
                </c:pt>
                <c:pt idx="362">
                  <c:v>1812.69</c:v>
                </c:pt>
                <c:pt idx="363">
                  <c:v>1838.88</c:v>
                </c:pt>
                <c:pt idx="364">
                  <c:v>1864.95</c:v>
                </c:pt>
                <c:pt idx="365">
                  <c:v>1890.75</c:v>
                </c:pt>
                <c:pt idx="366">
                  <c:v>1916.12</c:v>
                </c:pt>
                <c:pt idx="367">
                  <c:v>1940.93</c:v>
                </c:pt>
                <c:pt idx="368">
                  <c:v>1965.03</c:v>
                </c:pt>
                <c:pt idx="369">
                  <c:v>1988.31</c:v>
                </c:pt>
                <c:pt idx="370">
                  <c:v>2010.64</c:v>
                </c:pt>
                <c:pt idx="371">
                  <c:v>2031.92</c:v>
                </c:pt>
                <c:pt idx="372">
                  <c:v>2052.04</c:v>
                </c:pt>
                <c:pt idx="373">
                  <c:v>2070.92</c:v>
                </c:pt>
                <c:pt idx="374">
                  <c:v>2088.4699999999998</c:v>
                </c:pt>
                <c:pt idx="375">
                  <c:v>2104.6</c:v>
                </c:pt>
                <c:pt idx="376">
                  <c:v>2119.2399999999998</c:v>
                </c:pt>
                <c:pt idx="377">
                  <c:v>2132.3200000000002</c:v>
                </c:pt>
                <c:pt idx="378">
                  <c:v>2143.77</c:v>
                </c:pt>
                <c:pt idx="379">
                  <c:v>2153.5100000000002</c:v>
                </c:pt>
                <c:pt idx="380">
                  <c:v>2161.4899999999998</c:v>
                </c:pt>
                <c:pt idx="381">
                  <c:v>2167.61</c:v>
                </c:pt>
                <c:pt idx="382">
                  <c:v>2171.83</c:v>
                </c:pt>
                <c:pt idx="383">
                  <c:v>2174.0700000000002</c:v>
                </c:pt>
                <c:pt idx="384">
                  <c:v>2174.2600000000002</c:v>
                </c:pt>
                <c:pt idx="385">
                  <c:v>2172.33</c:v>
                </c:pt>
                <c:pt idx="386">
                  <c:v>2168.2399999999998</c:v>
                </c:pt>
                <c:pt idx="387">
                  <c:v>2161.91</c:v>
                </c:pt>
                <c:pt idx="388">
                  <c:v>2153.3200000000002</c:v>
                </c:pt>
                <c:pt idx="389">
                  <c:v>2142.42</c:v>
                </c:pt>
                <c:pt idx="390">
                  <c:v>2129.1999999999998</c:v>
                </c:pt>
                <c:pt idx="391">
                  <c:v>2113.66</c:v>
                </c:pt>
                <c:pt idx="392">
                  <c:v>2095.8000000000002</c:v>
                </c:pt>
                <c:pt idx="393">
                  <c:v>2075.6799999999998</c:v>
                </c:pt>
                <c:pt idx="394">
                  <c:v>2053.34</c:v>
                </c:pt>
                <c:pt idx="395">
                  <c:v>2028.89</c:v>
                </c:pt>
                <c:pt idx="396">
                  <c:v>2002.43</c:v>
                </c:pt>
                <c:pt idx="397">
                  <c:v>1974.12</c:v>
                </c:pt>
                <c:pt idx="398">
                  <c:v>1944.11</c:v>
                </c:pt>
                <c:pt idx="399">
                  <c:v>1912.61</c:v>
                </c:pt>
                <c:pt idx="400">
                  <c:v>1879.84</c:v>
                </c:pt>
                <c:pt idx="401">
                  <c:v>1846.05</c:v>
                </c:pt>
                <c:pt idx="402">
                  <c:v>1811.51</c:v>
                </c:pt>
                <c:pt idx="403">
                  <c:v>1776.5</c:v>
                </c:pt>
                <c:pt idx="404">
                  <c:v>1741.33</c:v>
                </c:pt>
                <c:pt idx="405">
                  <c:v>1706.31</c:v>
                </c:pt>
                <c:pt idx="406">
                  <c:v>1671.75</c:v>
                </c:pt>
                <c:pt idx="407">
                  <c:v>1637.96</c:v>
                </c:pt>
                <c:pt idx="408">
                  <c:v>1605.26</c:v>
                </c:pt>
                <c:pt idx="409">
                  <c:v>1573.94</c:v>
                </c:pt>
                <c:pt idx="410">
                  <c:v>1544.28</c:v>
                </c:pt>
                <c:pt idx="411">
                  <c:v>1516.55</c:v>
                </c:pt>
                <c:pt idx="412">
                  <c:v>1490.97</c:v>
                </c:pt>
                <c:pt idx="413">
                  <c:v>1467.75</c:v>
                </c:pt>
                <c:pt idx="414">
                  <c:v>1447.07</c:v>
                </c:pt>
                <c:pt idx="415">
                  <c:v>1429.05</c:v>
                </c:pt>
                <c:pt idx="416">
                  <c:v>1413.8</c:v>
                </c:pt>
                <c:pt idx="417">
                  <c:v>1401.37</c:v>
                </c:pt>
                <c:pt idx="418">
                  <c:v>1391.78</c:v>
                </c:pt>
                <c:pt idx="419">
                  <c:v>1385.01</c:v>
                </c:pt>
                <c:pt idx="420">
                  <c:v>1381.01</c:v>
                </c:pt>
                <c:pt idx="421">
                  <c:v>1379.68</c:v>
                </c:pt>
                <c:pt idx="422">
                  <c:v>1380.91</c:v>
                </c:pt>
                <c:pt idx="423">
                  <c:v>1384.53</c:v>
                </c:pt>
                <c:pt idx="424">
                  <c:v>1390.4</c:v>
                </c:pt>
                <c:pt idx="425">
                  <c:v>1398.3</c:v>
                </c:pt>
                <c:pt idx="426">
                  <c:v>1408.05</c:v>
                </c:pt>
                <c:pt idx="427">
                  <c:v>1419.44</c:v>
                </c:pt>
                <c:pt idx="428">
                  <c:v>1432.25</c:v>
                </c:pt>
                <c:pt idx="429">
                  <c:v>1446.29</c:v>
                </c:pt>
                <c:pt idx="430">
                  <c:v>1461.36</c:v>
                </c:pt>
                <c:pt idx="431">
                  <c:v>1477.29</c:v>
                </c:pt>
                <c:pt idx="432">
                  <c:v>1493.91</c:v>
                </c:pt>
                <c:pt idx="433">
                  <c:v>1511.08</c:v>
                </c:pt>
                <c:pt idx="434">
                  <c:v>1528.68</c:v>
                </c:pt>
                <c:pt idx="435">
                  <c:v>1546.64</c:v>
                </c:pt>
                <c:pt idx="436">
                  <c:v>1564.88</c:v>
                </c:pt>
                <c:pt idx="437">
                  <c:v>1583.37</c:v>
                </c:pt>
                <c:pt idx="438">
                  <c:v>1602.1</c:v>
                </c:pt>
                <c:pt idx="439">
                  <c:v>1621.09</c:v>
                </c:pt>
                <c:pt idx="440">
                  <c:v>1640.36</c:v>
                </c:pt>
                <c:pt idx="441">
                  <c:v>1659.96</c:v>
                </c:pt>
                <c:pt idx="442">
                  <c:v>1679.96</c:v>
                </c:pt>
                <c:pt idx="443">
                  <c:v>1700.43</c:v>
                </c:pt>
                <c:pt idx="444">
                  <c:v>1721.43</c:v>
                </c:pt>
                <c:pt idx="445">
                  <c:v>1743.04</c:v>
                </c:pt>
                <c:pt idx="446">
                  <c:v>1765.3</c:v>
                </c:pt>
                <c:pt idx="447">
                  <c:v>1788.27</c:v>
                </c:pt>
                <c:pt idx="448">
                  <c:v>1811.96</c:v>
                </c:pt>
                <c:pt idx="449">
                  <c:v>1836.36</c:v>
                </c:pt>
                <c:pt idx="450">
                  <c:v>1861.45</c:v>
                </c:pt>
                <c:pt idx="451">
                  <c:v>1887.16</c:v>
                </c:pt>
                <c:pt idx="452">
                  <c:v>1913.39</c:v>
                </c:pt>
                <c:pt idx="453">
                  <c:v>1940.01</c:v>
                </c:pt>
                <c:pt idx="454">
                  <c:v>1966.85</c:v>
                </c:pt>
                <c:pt idx="455">
                  <c:v>1993.69</c:v>
                </c:pt>
                <c:pt idx="456">
                  <c:v>2020.31</c:v>
                </c:pt>
                <c:pt idx="457">
                  <c:v>2046.43</c:v>
                </c:pt>
                <c:pt idx="458">
                  <c:v>2071.77</c:v>
                </c:pt>
                <c:pt idx="459">
                  <c:v>2096.02</c:v>
                </c:pt>
                <c:pt idx="460">
                  <c:v>2118.86</c:v>
                </c:pt>
                <c:pt idx="461">
                  <c:v>2139.9499999999998</c:v>
                </c:pt>
                <c:pt idx="462">
                  <c:v>2158.98</c:v>
                </c:pt>
                <c:pt idx="463">
                  <c:v>2175.62</c:v>
                </c:pt>
                <c:pt idx="464">
                  <c:v>2189.58</c:v>
                </c:pt>
                <c:pt idx="465">
                  <c:v>2200.59</c:v>
                </c:pt>
                <c:pt idx="466">
                  <c:v>2208.4</c:v>
                </c:pt>
                <c:pt idx="467">
                  <c:v>2212.81</c:v>
                </c:pt>
                <c:pt idx="468">
                  <c:v>2213.67</c:v>
                </c:pt>
                <c:pt idx="469">
                  <c:v>2210.87</c:v>
                </c:pt>
                <c:pt idx="470">
                  <c:v>2204.35</c:v>
                </c:pt>
                <c:pt idx="471">
                  <c:v>2194.11</c:v>
                </c:pt>
                <c:pt idx="472">
                  <c:v>2180.2199999999998</c:v>
                </c:pt>
                <c:pt idx="473">
                  <c:v>2162.79</c:v>
                </c:pt>
                <c:pt idx="474">
                  <c:v>2141.98</c:v>
                </c:pt>
                <c:pt idx="475">
                  <c:v>2118.0100000000002</c:v>
                </c:pt>
                <c:pt idx="476">
                  <c:v>2091.16</c:v>
                </c:pt>
                <c:pt idx="477">
                  <c:v>2061.7399999999998</c:v>
                </c:pt>
                <c:pt idx="478">
                  <c:v>2030.08</c:v>
                </c:pt>
                <c:pt idx="479">
                  <c:v>1996.56</c:v>
                </c:pt>
                <c:pt idx="480">
                  <c:v>1961.57</c:v>
                </c:pt>
                <c:pt idx="481">
                  <c:v>1925.52</c:v>
                </c:pt>
                <c:pt idx="482">
                  <c:v>1888.81</c:v>
                </c:pt>
                <c:pt idx="483">
                  <c:v>1851.84</c:v>
                </c:pt>
                <c:pt idx="484">
                  <c:v>1815</c:v>
                </c:pt>
                <c:pt idx="485">
                  <c:v>1778.65</c:v>
                </c:pt>
                <c:pt idx="486">
                  <c:v>1743.15</c:v>
                </c:pt>
                <c:pt idx="487">
                  <c:v>1708.79</c:v>
                </c:pt>
                <c:pt idx="488">
                  <c:v>1675.85</c:v>
                </c:pt>
                <c:pt idx="489">
                  <c:v>1644.55</c:v>
                </c:pt>
                <c:pt idx="490">
                  <c:v>1615.09</c:v>
                </c:pt>
                <c:pt idx="491">
                  <c:v>1587.6</c:v>
                </c:pt>
                <c:pt idx="492">
                  <c:v>1562.19</c:v>
                </c:pt>
                <c:pt idx="493">
                  <c:v>1538.92</c:v>
                </c:pt>
                <c:pt idx="494">
                  <c:v>1517.79</c:v>
                </c:pt>
                <c:pt idx="495">
                  <c:v>1498.79</c:v>
                </c:pt>
                <c:pt idx="496">
                  <c:v>1481.87</c:v>
                </c:pt>
                <c:pt idx="497">
                  <c:v>1466.95</c:v>
                </c:pt>
                <c:pt idx="498">
                  <c:v>1453.91</c:v>
                </c:pt>
                <c:pt idx="499">
                  <c:v>1442.64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DC9-47AF-A63A-7A32485A6D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20497695"/>
        <c:axId val="720493951"/>
      </c:lineChart>
      <c:catAx>
        <c:axId val="72049769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20493951"/>
        <c:crosses val="autoZero"/>
        <c:auto val="1"/>
        <c:lblAlgn val="ctr"/>
        <c:lblOffset val="100"/>
        <c:noMultiLvlLbl val="0"/>
      </c:catAx>
      <c:valAx>
        <c:axId val="7204939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204976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dirty="0"/>
              <a:t>38</a:t>
            </a:r>
            <a:r>
              <a:rPr lang="zh-TW" altLang="en-US" dirty="0"/>
              <a:t>筆資料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電壓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工作表1!$DT$1:$DT$38</c:f>
              <c:numCache>
                <c:formatCode>General</c:formatCode>
                <c:ptCount val="38"/>
                <c:pt idx="0">
                  <c:v>1929.11</c:v>
                </c:pt>
                <c:pt idx="1">
                  <c:v>1884.72</c:v>
                </c:pt>
                <c:pt idx="2">
                  <c:v>1841.33</c:v>
                </c:pt>
                <c:pt idx="3">
                  <c:v>1799.53</c:v>
                </c:pt>
                <c:pt idx="4">
                  <c:v>1759.86</c:v>
                </c:pt>
                <c:pt idx="5">
                  <c:v>1722.8</c:v>
                </c:pt>
                <c:pt idx="6">
                  <c:v>1688.75</c:v>
                </c:pt>
                <c:pt idx="7">
                  <c:v>1658.03</c:v>
                </c:pt>
                <c:pt idx="8">
                  <c:v>1630.86</c:v>
                </c:pt>
                <c:pt idx="9">
                  <c:v>1607.37</c:v>
                </c:pt>
                <c:pt idx="10">
                  <c:v>1587.62</c:v>
                </c:pt>
                <c:pt idx="11">
                  <c:v>1571.56</c:v>
                </c:pt>
                <c:pt idx="12">
                  <c:v>1559.06</c:v>
                </c:pt>
                <c:pt idx="13">
                  <c:v>1549.92</c:v>
                </c:pt>
                <c:pt idx="14">
                  <c:v>1543.89</c:v>
                </c:pt>
                <c:pt idx="15">
                  <c:v>1540.66</c:v>
                </c:pt>
                <c:pt idx="16">
                  <c:v>1539.89</c:v>
                </c:pt>
                <c:pt idx="17">
                  <c:v>1541.21</c:v>
                </c:pt>
                <c:pt idx="18">
                  <c:v>1544.26</c:v>
                </c:pt>
                <c:pt idx="19">
                  <c:v>1548.67</c:v>
                </c:pt>
                <c:pt idx="20">
                  <c:v>1554.12</c:v>
                </c:pt>
                <c:pt idx="21">
                  <c:v>1560.3</c:v>
                </c:pt>
                <c:pt idx="22">
                  <c:v>1566.97</c:v>
                </c:pt>
                <c:pt idx="23">
                  <c:v>1573.94</c:v>
                </c:pt>
                <c:pt idx="24">
                  <c:v>1581.07</c:v>
                </c:pt>
                <c:pt idx="25">
                  <c:v>1588.29</c:v>
                </c:pt>
                <c:pt idx="26">
                  <c:v>1595.6</c:v>
                </c:pt>
                <c:pt idx="27">
                  <c:v>1603.07</c:v>
                </c:pt>
                <c:pt idx="28">
                  <c:v>1610.82</c:v>
                </c:pt>
                <c:pt idx="29">
                  <c:v>1619.03</c:v>
                </c:pt>
                <c:pt idx="30">
                  <c:v>1627.91</c:v>
                </c:pt>
                <c:pt idx="31">
                  <c:v>1637.72</c:v>
                </c:pt>
                <c:pt idx="32">
                  <c:v>1648.73</c:v>
                </c:pt>
                <c:pt idx="33">
                  <c:v>1661.2</c:v>
                </c:pt>
                <c:pt idx="34">
                  <c:v>1675.42</c:v>
                </c:pt>
                <c:pt idx="35">
                  <c:v>1691.61</c:v>
                </c:pt>
                <c:pt idx="36">
                  <c:v>1710</c:v>
                </c:pt>
                <c:pt idx="37">
                  <c:v>1730.74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298-4979-8F7A-F4C78AC1AC58}"/>
            </c:ext>
          </c:extLst>
        </c:ser>
        <c:ser>
          <c:idx val="1"/>
          <c:order val="1"/>
          <c:tx>
            <c:v>電流1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工作表1!$DU$1:$DU$38</c:f>
              <c:numCache>
                <c:formatCode>General</c:formatCode>
                <c:ptCount val="38"/>
                <c:pt idx="0">
                  <c:v>2358.34</c:v>
                </c:pt>
                <c:pt idx="1">
                  <c:v>2250.7800000000002</c:v>
                </c:pt>
                <c:pt idx="2">
                  <c:v>2145.09</c:v>
                </c:pt>
                <c:pt idx="3">
                  <c:v>2042.87</c:v>
                </c:pt>
                <c:pt idx="4">
                  <c:v>1945.63</c:v>
                </c:pt>
                <c:pt idx="5">
                  <c:v>1854.74</c:v>
                </c:pt>
                <c:pt idx="6">
                  <c:v>1771.45</c:v>
                </c:pt>
                <c:pt idx="7">
                  <c:v>1696.78</c:v>
                </c:pt>
                <c:pt idx="8">
                  <c:v>1631.57</c:v>
                </c:pt>
                <c:pt idx="9">
                  <c:v>1576.44</c:v>
                </c:pt>
                <c:pt idx="10">
                  <c:v>1531.76</c:v>
                </c:pt>
                <c:pt idx="11">
                  <c:v>1497.69</c:v>
                </c:pt>
                <c:pt idx="12">
                  <c:v>1474.13</c:v>
                </c:pt>
                <c:pt idx="13">
                  <c:v>1460.8</c:v>
                </c:pt>
                <c:pt idx="14">
                  <c:v>1457.18</c:v>
                </c:pt>
                <c:pt idx="15">
                  <c:v>1462.59</c:v>
                </c:pt>
                <c:pt idx="16">
                  <c:v>1476.19</c:v>
                </c:pt>
                <c:pt idx="17">
                  <c:v>1497.02</c:v>
                </c:pt>
                <c:pt idx="18">
                  <c:v>1524.02</c:v>
                </c:pt>
                <c:pt idx="19">
                  <c:v>1556.08</c:v>
                </c:pt>
                <c:pt idx="20">
                  <c:v>1592.06</c:v>
                </c:pt>
                <c:pt idx="21">
                  <c:v>1630.83</c:v>
                </c:pt>
                <c:pt idx="22">
                  <c:v>1671.28</c:v>
                </c:pt>
                <c:pt idx="23">
                  <c:v>1712.4</c:v>
                </c:pt>
                <c:pt idx="24">
                  <c:v>1753.24</c:v>
                </c:pt>
                <c:pt idx="25">
                  <c:v>1792.97</c:v>
                </c:pt>
                <c:pt idx="26">
                  <c:v>1830.91</c:v>
                </c:pt>
                <c:pt idx="27">
                  <c:v>1866.47</c:v>
                </c:pt>
                <c:pt idx="28">
                  <c:v>1899.24</c:v>
                </c:pt>
                <c:pt idx="29">
                  <c:v>1928.93</c:v>
                </c:pt>
                <c:pt idx="30">
                  <c:v>1955.39</c:v>
                </c:pt>
                <c:pt idx="31">
                  <c:v>1978.6</c:v>
                </c:pt>
                <c:pt idx="32">
                  <c:v>1998.65</c:v>
                </c:pt>
                <c:pt idx="33">
                  <c:v>2015.72</c:v>
                </c:pt>
                <c:pt idx="34">
                  <c:v>2030.07</c:v>
                </c:pt>
                <c:pt idx="35">
                  <c:v>2042.02</c:v>
                </c:pt>
                <c:pt idx="36">
                  <c:v>2051.91</c:v>
                </c:pt>
                <c:pt idx="37">
                  <c:v>2060.12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298-4979-8F7A-F4C78AC1AC58}"/>
            </c:ext>
          </c:extLst>
        </c:ser>
        <c:ser>
          <c:idx val="2"/>
          <c:order val="2"/>
          <c:tx>
            <c:v>電流2</c:v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工作表1!$DV$1:$DV$38</c:f>
              <c:numCache>
                <c:formatCode>General</c:formatCode>
                <c:ptCount val="38"/>
                <c:pt idx="0">
                  <c:v>1224.9000000000001</c:v>
                </c:pt>
                <c:pt idx="1">
                  <c:v>1263.3699999999999</c:v>
                </c:pt>
                <c:pt idx="2">
                  <c:v>1301.78</c:v>
                </c:pt>
                <c:pt idx="3">
                  <c:v>1339.78</c:v>
                </c:pt>
                <c:pt idx="4">
                  <c:v>1377.05</c:v>
                </c:pt>
                <c:pt idx="5">
                  <c:v>1413.25</c:v>
                </c:pt>
                <c:pt idx="6">
                  <c:v>1448.06</c:v>
                </c:pt>
                <c:pt idx="7">
                  <c:v>1481.2</c:v>
                </c:pt>
                <c:pt idx="8">
                  <c:v>1512.41</c:v>
                </c:pt>
                <c:pt idx="9">
                  <c:v>1541.47</c:v>
                </c:pt>
                <c:pt idx="10">
                  <c:v>1568.22</c:v>
                </c:pt>
                <c:pt idx="11">
                  <c:v>1592.53</c:v>
                </c:pt>
                <c:pt idx="12">
                  <c:v>1614.33</c:v>
                </c:pt>
                <c:pt idx="13">
                  <c:v>1633.62</c:v>
                </c:pt>
                <c:pt idx="14">
                  <c:v>1650.44</c:v>
                </c:pt>
                <c:pt idx="15">
                  <c:v>1664.9</c:v>
                </c:pt>
                <c:pt idx="16">
                  <c:v>1677.15</c:v>
                </c:pt>
                <c:pt idx="17">
                  <c:v>1687.39</c:v>
                </c:pt>
                <c:pt idx="18">
                  <c:v>1695.9</c:v>
                </c:pt>
                <c:pt idx="19">
                  <c:v>1702.95</c:v>
                </c:pt>
                <c:pt idx="20">
                  <c:v>1708.88</c:v>
                </c:pt>
                <c:pt idx="21">
                  <c:v>1714.04</c:v>
                </c:pt>
                <c:pt idx="22">
                  <c:v>1718.78</c:v>
                </c:pt>
                <c:pt idx="23">
                  <c:v>1723.48</c:v>
                </c:pt>
                <c:pt idx="24">
                  <c:v>1728.49</c:v>
                </c:pt>
                <c:pt idx="25">
                  <c:v>1734.16</c:v>
                </c:pt>
                <c:pt idx="26">
                  <c:v>1740.81</c:v>
                </c:pt>
                <c:pt idx="27">
                  <c:v>1748.7</c:v>
                </c:pt>
                <c:pt idx="28">
                  <c:v>1758.08</c:v>
                </c:pt>
                <c:pt idx="29">
                  <c:v>1769.13</c:v>
                </c:pt>
                <c:pt idx="30">
                  <c:v>1781.98</c:v>
                </c:pt>
                <c:pt idx="31">
                  <c:v>1796.68</c:v>
                </c:pt>
                <c:pt idx="32">
                  <c:v>1813.24</c:v>
                </c:pt>
                <c:pt idx="33">
                  <c:v>1831.59</c:v>
                </c:pt>
                <c:pt idx="34">
                  <c:v>1851.58</c:v>
                </c:pt>
                <c:pt idx="35">
                  <c:v>1873.03</c:v>
                </c:pt>
                <c:pt idx="36">
                  <c:v>1895.67</c:v>
                </c:pt>
                <c:pt idx="37">
                  <c:v>1919.2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298-4979-8F7A-F4C78AC1AC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64450831"/>
        <c:axId val="564449583"/>
      </c:lineChart>
      <c:catAx>
        <c:axId val="56445083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64449583"/>
        <c:crosses val="autoZero"/>
        <c:auto val="1"/>
        <c:lblAlgn val="ctr"/>
        <c:lblOffset val="100"/>
        <c:noMultiLvlLbl val="0"/>
      </c:catAx>
      <c:valAx>
        <c:axId val="5644495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644508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4" Type="http://schemas.openxmlformats.org/officeDocument/2006/relationships/chart" Target="../charts/char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</a:t>
            </a:r>
            <a:r>
              <a:rPr lang="en-US" sz="3200" b="0" strike="noStrike" spc="-1">
                <a:solidFill>
                  <a:srgbClr val="282F86"/>
                </a:solidFill>
                <a:latin typeface="Times New Roman"/>
                <a:ea typeface="標楷體"/>
              </a:rPr>
              <a:t>: </a:t>
            </a:r>
            <a:r>
              <a:rPr lang="en-US" sz="3200" spc="-1">
                <a:solidFill>
                  <a:srgbClr val="282F86"/>
                </a:solidFill>
                <a:latin typeface="Times New Roman"/>
                <a:ea typeface="標楷體"/>
              </a:rPr>
              <a:t>0</a:t>
            </a:r>
            <a:r>
              <a:rPr lang="en-US" altLang="zh-TW" sz="3200" spc="-1">
                <a:solidFill>
                  <a:srgbClr val="282F86"/>
                </a:solidFill>
                <a:latin typeface="Times New Roman"/>
                <a:ea typeface="標楷體"/>
              </a:rPr>
              <a:t>7</a:t>
            </a:r>
            <a:r>
              <a:rPr lang="en-US" sz="3200" b="0" strike="noStrike" spc="-1">
                <a:solidFill>
                  <a:srgbClr val="282F86"/>
                </a:solidFill>
                <a:latin typeface="Times New Roman"/>
                <a:ea typeface="標楷體"/>
              </a:rPr>
              <a:t>/</a:t>
            </a:r>
            <a:r>
              <a:rPr lang="en-US" altLang="zh-TW" sz="3200" b="0" strike="noStrike" spc="-1">
                <a:solidFill>
                  <a:srgbClr val="282F86"/>
                </a:solidFill>
                <a:latin typeface="Times New Roman"/>
                <a:ea typeface="標楷體"/>
              </a:rPr>
              <a:t>30</a:t>
            </a:r>
            <a:r>
              <a:rPr lang="en-US" sz="3200" b="0" strike="noStrike" spc="-1">
                <a:solidFill>
                  <a:srgbClr val="282F86"/>
                </a:solidFill>
                <a:latin typeface="Times New Roman"/>
                <a:ea typeface="標楷體"/>
              </a:rPr>
              <a:t>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單顆震盪子長時間測試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修改並聯震盪子程式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611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單顆震盪子長時間測試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BAF5302-6E2A-4F6F-B74D-C1FAD1821F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0200"/>
            <a:ext cx="9144000" cy="3657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37075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單顆震盪子長時間測試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9882A20-5B27-4E31-AD65-56A30FB207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0200"/>
            <a:ext cx="9144000" cy="3657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50251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6804219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修改並聯震盪子程式掃頻測試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9" name="圖表 8">
            <a:extLst>
              <a:ext uri="{FF2B5EF4-FFF2-40B4-BE49-F238E27FC236}">
                <a16:creationId xmlns:a16="http://schemas.microsoft.com/office/drawing/2014/main" id="{C9C2CD03-F093-498F-850D-37BDD3C7C6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1211668"/>
              </p:ext>
            </p:extLst>
          </p:nvPr>
        </p:nvGraphicFramePr>
        <p:xfrm>
          <a:off x="0" y="913320"/>
          <a:ext cx="4572000" cy="54718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圖表 9">
            <a:extLst>
              <a:ext uri="{FF2B5EF4-FFF2-40B4-BE49-F238E27FC236}">
                <a16:creationId xmlns:a16="http://schemas.microsoft.com/office/drawing/2014/main" id="{97D54342-D047-41B1-B807-8C577A3F9A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971284"/>
              </p:ext>
            </p:extLst>
          </p:nvPr>
        </p:nvGraphicFramePr>
        <p:xfrm>
          <a:off x="4572000" y="906043"/>
          <a:ext cx="4572000" cy="54791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29859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6804219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修改並聯震盪子程式定頻功率測試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1" name="圖表 10">
            <a:extLst>
              <a:ext uri="{FF2B5EF4-FFF2-40B4-BE49-F238E27FC236}">
                <a16:creationId xmlns:a16="http://schemas.microsoft.com/office/drawing/2014/main" id="{3EEA954E-9D23-46BC-9DD0-0F12F1DC0B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6897187"/>
              </p:ext>
            </p:extLst>
          </p:nvPr>
        </p:nvGraphicFramePr>
        <p:xfrm>
          <a:off x="0" y="913320"/>
          <a:ext cx="4572000" cy="54640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圖表 11">
            <a:extLst>
              <a:ext uri="{FF2B5EF4-FFF2-40B4-BE49-F238E27FC236}">
                <a16:creationId xmlns:a16="http://schemas.microsoft.com/office/drawing/2014/main" id="{707741A9-EBA7-4FA6-A461-CECE2E6ECC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4296561"/>
              </p:ext>
            </p:extLst>
          </p:nvPr>
        </p:nvGraphicFramePr>
        <p:xfrm>
          <a:off x="4572000" y="913320"/>
          <a:ext cx="4572000" cy="54327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0906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4408803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修改並聯震盪子程式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CustomShape 2">
            <a:extLst>
              <a:ext uri="{FF2B5EF4-FFF2-40B4-BE49-F238E27FC236}">
                <a16:creationId xmlns:a16="http://schemas.microsoft.com/office/drawing/2014/main" id="{7E6D509E-8E03-42D4-A258-2106B1CD8A34}"/>
              </a:ext>
            </a:extLst>
          </p:cNvPr>
          <p:cNvSpPr/>
          <p:nvPr/>
        </p:nvSpPr>
        <p:spPr>
          <a:xfrm>
            <a:off x="332400" y="8650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CustomShape 2">
            <a:extLst>
              <a:ext uri="{FF2B5EF4-FFF2-40B4-BE49-F238E27FC236}">
                <a16:creationId xmlns:a16="http://schemas.microsoft.com/office/drawing/2014/main" id="{CFD4DEE8-88D5-4487-8561-BA1BF06AD10E}"/>
              </a:ext>
            </a:extLst>
          </p:cNvPr>
          <p:cNvSpPr/>
          <p:nvPr/>
        </p:nvSpPr>
        <p:spPr>
          <a:xfrm>
            <a:off x="180000" y="560217"/>
            <a:ext cx="8784000" cy="54553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1" name="圖表 10">
            <a:extLst>
              <a:ext uri="{FF2B5EF4-FFF2-40B4-BE49-F238E27FC236}">
                <a16:creationId xmlns:a16="http://schemas.microsoft.com/office/drawing/2014/main" id="{2FD60F3B-DA92-467F-A48B-93B97B0112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3308837"/>
              </p:ext>
            </p:extLst>
          </p:nvPr>
        </p:nvGraphicFramePr>
        <p:xfrm>
          <a:off x="0" y="913320"/>
          <a:ext cx="4572000" cy="5483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圖表 13">
            <a:extLst>
              <a:ext uri="{FF2B5EF4-FFF2-40B4-BE49-F238E27FC236}">
                <a16:creationId xmlns:a16="http://schemas.microsoft.com/office/drawing/2014/main" id="{C1091491-1876-4300-A198-99BA176B1C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4655875"/>
              </p:ext>
            </p:extLst>
          </p:nvPr>
        </p:nvGraphicFramePr>
        <p:xfrm>
          <a:off x="4572000" y="911905"/>
          <a:ext cx="4564866" cy="54835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41474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7288773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遭遇問題 追頻時功率計算錯誤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CustomShape 2">
            <a:extLst>
              <a:ext uri="{FF2B5EF4-FFF2-40B4-BE49-F238E27FC236}">
                <a16:creationId xmlns:a16="http://schemas.microsoft.com/office/drawing/2014/main" id="{7E6D509E-8E03-42D4-A258-2106B1CD8A34}"/>
              </a:ext>
            </a:extLst>
          </p:cNvPr>
          <p:cNvSpPr/>
          <p:nvPr/>
        </p:nvSpPr>
        <p:spPr>
          <a:xfrm>
            <a:off x="332400" y="8650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CustomShape 2">
            <a:extLst>
              <a:ext uri="{FF2B5EF4-FFF2-40B4-BE49-F238E27FC236}">
                <a16:creationId xmlns:a16="http://schemas.microsoft.com/office/drawing/2014/main" id="{CFD4DEE8-88D5-4487-8561-BA1BF06AD10E}"/>
              </a:ext>
            </a:extLst>
          </p:cNvPr>
          <p:cNvSpPr/>
          <p:nvPr/>
        </p:nvSpPr>
        <p:spPr>
          <a:xfrm>
            <a:off x="180000" y="560217"/>
            <a:ext cx="8784000" cy="54553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9" name="圖表 8">
            <a:extLst>
              <a:ext uri="{FF2B5EF4-FFF2-40B4-BE49-F238E27FC236}">
                <a16:creationId xmlns:a16="http://schemas.microsoft.com/office/drawing/2014/main" id="{8373F67B-9CB3-486D-8F47-0821F31742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6256274"/>
              </p:ext>
            </p:extLst>
          </p:nvPr>
        </p:nvGraphicFramePr>
        <p:xfrm>
          <a:off x="89877" y="1159525"/>
          <a:ext cx="8874123" cy="5256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578129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4408803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追頻時功率計算錯誤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CustomShape 2">
            <a:extLst>
              <a:ext uri="{FF2B5EF4-FFF2-40B4-BE49-F238E27FC236}">
                <a16:creationId xmlns:a16="http://schemas.microsoft.com/office/drawing/2014/main" id="{7E6D509E-8E03-42D4-A258-2106B1CD8A34}"/>
              </a:ext>
            </a:extLst>
          </p:cNvPr>
          <p:cNvSpPr/>
          <p:nvPr/>
        </p:nvSpPr>
        <p:spPr>
          <a:xfrm>
            <a:off x="332400" y="8650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CustomShape 2">
            <a:extLst>
              <a:ext uri="{FF2B5EF4-FFF2-40B4-BE49-F238E27FC236}">
                <a16:creationId xmlns:a16="http://schemas.microsoft.com/office/drawing/2014/main" id="{CFD4DEE8-88D5-4487-8561-BA1BF06AD10E}"/>
              </a:ext>
            </a:extLst>
          </p:cNvPr>
          <p:cNvSpPr/>
          <p:nvPr/>
        </p:nvSpPr>
        <p:spPr>
          <a:xfrm>
            <a:off x="180000" y="560217"/>
            <a:ext cx="8784000" cy="54553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9" name="圖表 8">
            <a:extLst>
              <a:ext uri="{FF2B5EF4-FFF2-40B4-BE49-F238E27FC236}">
                <a16:creationId xmlns:a16="http://schemas.microsoft.com/office/drawing/2014/main" id="{89F6AAD9-EFA9-44C8-BFD7-DC3EB41C39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5745493"/>
              </p:ext>
            </p:extLst>
          </p:nvPr>
        </p:nvGraphicFramePr>
        <p:xfrm>
          <a:off x="257908" y="913320"/>
          <a:ext cx="8632092" cy="54888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493922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39465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追頻時功率計算錯誤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(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追頻後第一次功率計算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)</a:t>
            </a:r>
            <a:endParaRPr kumimoji="1" lang="zh-TW" altLang="en-US" sz="3200" b="1" kern="0" spc="-1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CustomShape 2">
            <a:extLst>
              <a:ext uri="{FF2B5EF4-FFF2-40B4-BE49-F238E27FC236}">
                <a16:creationId xmlns:a16="http://schemas.microsoft.com/office/drawing/2014/main" id="{7E6D509E-8E03-42D4-A258-2106B1CD8A34}"/>
              </a:ext>
            </a:extLst>
          </p:cNvPr>
          <p:cNvSpPr/>
          <p:nvPr/>
        </p:nvSpPr>
        <p:spPr>
          <a:xfrm>
            <a:off x="332400" y="8650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CustomShape 2">
            <a:extLst>
              <a:ext uri="{FF2B5EF4-FFF2-40B4-BE49-F238E27FC236}">
                <a16:creationId xmlns:a16="http://schemas.microsoft.com/office/drawing/2014/main" id="{CFD4DEE8-88D5-4487-8561-BA1BF06AD10E}"/>
              </a:ext>
            </a:extLst>
          </p:cNvPr>
          <p:cNvSpPr/>
          <p:nvPr/>
        </p:nvSpPr>
        <p:spPr>
          <a:xfrm>
            <a:off x="180000" y="560217"/>
            <a:ext cx="8784000" cy="54553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1" name="圖表 10">
            <a:extLst>
              <a:ext uri="{FF2B5EF4-FFF2-40B4-BE49-F238E27FC236}">
                <a16:creationId xmlns:a16="http://schemas.microsoft.com/office/drawing/2014/main" id="{0C99C70D-F470-4B7F-AA0F-F802641151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2693922"/>
              </p:ext>
            </p:extLst>
          </p:nvPr>
        </p:nvGraphicFramePr>
        <p:xfrm>
          <a:off x="0" y="926029"/>
          <a:ext cx="4572000" cy="5455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圖表 14">
            <a:extLst>
              <a:ext uri="{FF2B5EF4-FFF2-40B4-BE49-F238E27FC236}">
                <a16:creationId xmlns:a16="http://schemas.microsoft.com/office/drawing/2014/main" id="{A7753A33-93D9-4512-8ECA-E2343A6A83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6904297"/>
              </p:ext>
            </p:extLst>
          </p:nvPr>
        </p:nvGraphicFramePr>
        <p:xfrm>
          <a:off x="4572000" y="925836"/>
          <a:ext cx="4572000" cy="54327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302492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39465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追頻時功率計算錯誤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(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追頻後低一次功率計算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)</a:t>
            </a:r>
            <a:endParaRPr kumimoji="1" lang="zh-TW" altLang="en-US" sz="3200" b="1" kern="0" spc="-1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CustomShape 2">
            <a:extLst>
              <a:ext uri="{FF2B5EF4-FFF2-40B4-BE49-F238E27FC236}">
                <a16:creationId xmlns:a16="http://schemas.microsoft.com/office/drawing/2014/main" id="{7E6D509E-8E03-42D4-A258-2106B1CD8A34}"/>
              </a:ext>
            </a:extLst>
          </p:cNvPr>
          <p:cNvSpPr/>
          <p:nvPr/>
        </p:nvSpPr>
        <p:spPr>
          <a:xfrm>
            <a:off x="332400" y="8650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CustomShape 2">
            <a:extLst>
              <a:ext uri="{FF2B5EF4-FFF2-40B4-BE49-F238E27FC236}">
                <a16:creationId xmlns:a16="http://schemas.microsoft.com/office/drawing/2014/main" id="{CFD4DEE8-88D5-4487-8561-BA1BF06AD10E}"/>
              </a:ext>
            </a:extLst>
          </p:cNvPr>
          <p:cNvSpPr/>
          <p:nvPr/>
        </p:nvSpPr>
        <p:spPr>
          <a:xfrm>
            <a:off x="180000" y="560217"/>
            <a:ext cx="8784000" cy="54553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1" name="圖表 10">
            <a:extLst>
              <a:ext uri="{FF2B5EF4-FFF2-40B4-BE49-F238E27FC236}">
                <a16:creationId xmlns:a16="http://schemas.microsoft.com/office/drawing/2014/main" id="{0C99C70D-F470-4B7F-AA0F-F80264115104}"/>
              </a:ext>
            </a:extLst>
          </p:cNvPr>
          <p:cNvGraphicFramePr>
            <a:graphicFrameLocks/>
          </p:cNvGraphicFramePr>
          <p:nvPr/>
        </p:nvGraphicFramePr>
        <p:xfrm>
          <a:off x="0" y="926029"/>
          <a:ext cx="4572000" cy="5455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圖表 14">
            <a:extLst>
              <a:ext uri="{FF2B5EF4-FFF2-40B4-BE49-F238E27FC236}">
                <a16:creationId xmlns:a16="http://schemas.microsoft.com/office/drawing/2014/main" id="{A7753A33-93D9-4512-8ECA-E2343A6A830F}"/>
              </a:ext>
            </a:extLst>
          </p:cNvPr>
          <p:cNvGraphicFramePr>
            <a:graphicFrameLocks/>
          </p:cNvGraphicFramePr>
          <p:nvPr/>
        </p:nvGraphicFramePr>
        <p:xfrm>
          <a:off x="4572000" y="925836"/>
          <a:ext cx="4572000" cy="54327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82502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39465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單一顆震盪子達不到目標功率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CustomShape 2">
            <a:extLst>
              <a:ext uri="{FF2B5EF4-FFF2-40B4-BE49-F238E27FC236}">
                <a16:creationId xmlns:a16="http://schemas.microsoft.com/office/drawing/2014/main" id="{7E6D509E-8E03-42D4-A258-2106B1CD8A34}"/>
              </a:ext>
            </a:extLst>
          </p:cNvPr>
          <p:cNvSpPr/>
          <p:nvPr/>
        </p:nvSpPr>
        <p:spPr>
          <a:xfrm>
            <a:off x="332400" y="8650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CustomShape 2">
            <a:extLst>
              <a:ext uri="{FF2B5EF4-FFF2-40B4-BE49-F238E27FC236}">
                <a16:creationId xmlns:a16="http://schemas.microsoft.com/office/drawing/2014/main" id="{CFD4DEE8-88D5-4487-8561-BA1BF06AD10E}"/>
              </a:ext>
            </a:extLst>
          </p:cNvPr>
          <p:cNvSpPr/>
          <p:nvPr/>
        </p:nvSpPr>
        <p:spPr>
          <a:xfrm>
            <a:off x="180000" y="560217"/>
            <a:ext cx="8784000" cy="54553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680F63E9-5481-45D5-85DB-340A0D6584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00" y="1426362"/>
            <a:ext cx="9144000" cy="448573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66674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EB8E24-60EF-47C3-9493-F46AC926E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30FB519-0230-4537-B9C2-486538FA7BD9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1FB7568-383D-46F0-8757-57BFAE2F8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6132"/>
            <a:ext cx="9144000" cy="448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491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-92175" y="129731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0" y="903682"/>
            <a:ext cx="9144000" cy="4500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並聯震盪子長時間測試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嘗試不同追頻條件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207246</TotalTime>
  <Words>186</Words>
  <Application>Microsoft Office PowerPoint</Application>
  <PresentationFormat>如螢幕大小 (4:3)</PresentationFormat>
  <Paragraphs>63</Paragraphs>
  <Slides>14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14</vt:i4>
      </vt:variant>
    </vt:vector>
  </HeadingPairs>
  <TitlesOfParts>
    <vt:vector size="24" baseType="lpstr">
      <vt:lpstr>DejaVu Sans</vt:lpstr>
      <vt:lpstr>굴림</vt:lpstr>
      <vt:lpstr>標楷體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Administrator</cp:lastModifiedBy>
  <cp:revision>2372</cp:revision>
  <dcterms:created xsi:type="dcterms:W3CDTF">2001-07-18T23:57:34Z</dcterms:created>
  <dcterms:modified xsi:type="dcterms:W3CDTF">2025-07-30T04:50:20Z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