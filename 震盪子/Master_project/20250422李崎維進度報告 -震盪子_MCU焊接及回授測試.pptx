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492" r:id="rId4"/>
    <p:sldId id="1343" r:id="rId5"/>
    <p:sldId id="1369" r:id="rId6"/>
    <p:sldId id="1371" r:id="rId7"/>
    <p:sldId id="1368" r:id="rId8"/>
    <p:sldId id="1351" r:id="rId9"/>
    <p:sldId id="1370" r:id="rId10"/>
    <p:sldId id="1372" r:id="rId11"/>
    <p:sldId id="493" r:id="rId12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3"/>
            <p14:sldId id="1369"/>
            <p14:sldId id="1371"/>
            <p14:sldId id="1368"/>
            <p14:sldId id="1351"/>
            <p14:sldId id="1370"/>
            <p14:sldId id="1372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B5540-AA54-478A-A442-5601E68A8536}" v="106" dt="2025-04-22T02:13:03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5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C76B5540-AA54-478A-A442-5601E68A8536}"/>
    <pc:docChg chg="undo redo custSel addSld delSld modSld modSection">
      <pc:chgData name="崎維 李" userId="d4390ee11c1fc6cf" providerId="LiveId" clId="{C76B5540-AA54-478A-A442-5601E68A8536}" dt="2025-04-22T02:13:03.641" v="822"/>
      <pc:docMkLst>
        <pc:docMk/>
      </pc:docMkLst>
      <pc:sldChg chg="modSp mod">
        <pc:chgData name="崎維 李" userId="d4390ee11c1fc6cf" providerId="LiveId" clId="{C76B5540-AA54-478A-A442-5601E68A8536}" dt="2025-04-22T02:13:03.641" v="822"/>
        <pc:sldMkLst>
          <pc:docMk/>
          <pc:sldMk cId="1759611898" sldId="492"/>
        </pc:sldMkLst>
        <pc:spChg chg="mod">
          <ac:chgData name="崎維 李" userId="d4390ee11c1fc6cf" providerId="LiveId" clId="{C76B5540-AA54-478A-A442-5601E68A8536}" dt="2025-04-22T02:13:03.641" v="822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C76B5540-AA54-478A-A442-5601E68A8536}" dt="2025-04-22T02:05:10.824" v="813"/>
        <pc:sldMkLst>
          <pc:docMk/>
          <pc:sldMk cId="1870929783" sldId="493"/>
        </pc:sldMkLst>
        <pc:spChg chg="mod">
          <ac:chgData name="崎維 李" userId="d4390ee11c1fc6cf" providerId="LiveId" clId="{C76B5540-AA54-478A-A442-5601E68A8536}" dt="2025-04-22T02:05:10.824" v="813"/>
          <ac:spMkLst>
            <pc:docMk/>
            <pc:sldMk cId="1870929783" sldId="493"/>
            <ac:spMk id="6" creationId="{254CC07A-9104-BFF8-CC32-E6A910233C69}"/>
          </ac:spMkLst>
        </pc:spChg>
      </pc:sldChg>
      <pc:sldChg chg="addSp delSp modSp mod delAnim">
        <pc:chgData name="崎維 李" userId="d4390ee11c1fc6cf" providerId="LiveId" clId="{C76B5540-AA54-478A-A442-5601E68A8536}" dt="2025-04-21T13:00:33.112" v="76"/>
        <pc:sldMkLst>
          <pc:docMk/>
          <pc:sldMk cId="3456917613" sldId="1343"/>
        </pc:sldMkLst>
        <pc:spChg chg="mod">
          <ac:chgData name="崎維 李" userId="d4390ee11c1fc6cf" providerId="LiveId" clId="{C76B5540-AA54-478A-A442-5601E68A8536}" dt="2025-04-21T12:59:27.215" v="55" actId="20577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C76B5540-AA54-478A-A442-5601E68A8536}" dt="2025-04-21T13:00:33.112" v="76"/>
          <ac:spMkLst>
            <pc:docMk/>
            <pc:sldMk cId="3456917613" sldId="1343"/>
            <ac:spMk id="5" creationId="{0039AD83-3A78-F2C5-7091-C7D4FD265AAB}"/>
          </ac:spMkLst>
        </pc:spChg>
        <pc:picChg chg="add mod">
          <ac:chgData name="崎維 李" userId="d4390ee11c1fc6cf" providerId="LiveId" clId="{C76B5540-AA54-478A-A442-5601E68A8536}" dt="2025-04-21T12:59:59.466" v="70" actId="1076"/>
          <ac:picMkLst>
            <pc:docMk/>
            <pc:sldMk cId="3456917613" sldId="1343"/>
            <ac:picMk id="4" creationId="{8108CDFB-32F4-E2E7-2CEE-3300B947EC78}"/>
          </ac:picMkLst>
        </pc:picChg>
        <pc:picChg chg="add mod">
          <ac:chgData name="崎維 李" userId="d4390ee11c1fc6cf" providerId="LiveId" clId="{C76B5540-AA54-478A-A442-5601E68A8536}" dt="2025-04-21T13:00:00.713" v="71" actId="1076"/>
          <ac:picMkLst>
            <pc:docMk/>
            <pc:sldMk cId="3456917613" sldId="1343"/>
            <ac:picMk id="8" creationId="{0C4CE99D-8C83-98D1-7C31-3AD6786D9AF4}"/>
          </ac:picMkLst>
        </pc:picChg>
        <pc:picChg chg="del">
          <ac:chgData name="崎維 李" userId="d4390ee11c1fc6cf" providerId="LiveId" clId="{C76B5540-AA54-478A-A442-5601E68A8536}" dt="2025-04-21T12:59:34.846" v="56" actId="478"/>
          <ac:picMkLst>
            <pc:docMk/>
            <pc:sldMk cId="3456917613" sldId="1343"/>
            <ac:picMk id="10" creationId="{C1B883CA-CA2F-C505-03D2-723C9A510430}"/>
          </ac:picMkLst>
        </pc:picChg>
      </pc:sldChg>
      <pc:sldChg chg="delSp modSp add del mod delAnim">
        <pc:chgData name="崎維 李" userId="d4390ee11c1fc6cf" providerId="LiveId" clId="{C76B5540-AA54-478A-A442-5601E68A8536}" dt="2025-04-21T13:10:29.248" v="406" actId="478"/>
        <pc:sldMkLst>
          <pc:docMk/>
          <pc:sldMk cId="3381575590" sldId="1351"/>
        </pc:sldMkLst>
        <pc:spChg chg="mod">
          <ac:chgData name="崎維 李" userId="d4390ee11c1fc6cf" providerId="LiveId" clId="{C76B5540-AA54-478A-A442-5601E68A8536}" dt="2025-04-21T13:08:40.690" v="300"/>
          <ac:spMkLst>
            <pc:docMk/>
            <pc:sldMk cId="3381575590" sldId="1351"/>
            <ac:spMk id="2" creationId="{0B77A5D7-76AD-6F07-5FCE-1CE93D2A9F9A}"/>
          </ac:spMkLst>
        </pc:spChg>
        <pc:picChg chg="del mod">
          <ac:chgData name="崎維 李" userId="d4390ee11c1fc6cf" providerId="LiveId" clId="{C76B5540-AA54-478A-A442-5601E68A8536}" dt="2025-04-21T13:10:29.248" v="406" actId="478"/>
          <ac:picMkLst>
            <pc:docMk/>
            <pc:sldMk cId="3381575590" sldId="1351"/>
            <ac:picMk id="6" creationId="{879B9BFD-57D0-0C12-6B61-10EE491FD10D}"/>
          </ac:picMkLst>
        </pc:picChg>
      </pc:sldChg>
      <pc:sldChg chg="del">
        <pc:chgData name="崎維 李" userId="d4390ee11c1fc6cf" providerId="LiveId" clId="{C76B5540-AA54-478A-A442-5601E68A8536}" dt="2025-04-21T13:03:10.058" v="79" actId="47"/>
        <pc:sldMkLst>
          <pc:docMk/>
          <pc:sldMk cId="3915415583" sldId="1352"/>
        </pc:sldMkLst>
      </pc:sldChg>
      <pc:sldChg chg="del">
        <pc:chgData name="崎維 李" userId="d4390ee11c1fc6cf" providerId="LiveId" clId="{C76B5540-AA54-478A-A442-5601E68A8536}" dt="2025-04-21T13:03:13.621" v="82" actId="47"/>
        <pc:sldMkLst>
          <pc:docMk/>
          <pc:sldMk cId="1508537114" sldId="1353"/>
        </pc:sldMkLst>
      </pc:sldChg>
      <pc:sldChg chg="del">
        <pc:chgData name="崎維 李" userId="d4390ee11c1fc6cf" providerId="LiveId" clId="{C76B5540-AA54-478A-A442-5601E68A8536}" dt="2025-04-21T13:03:07.881" v="78" actId="47"/>
        <pc:sldMkLst>
          <pc:docMk/>
          <pc:sldMk cId="4160821948" sldId="1354"/>
        </pc:sldMkLst>
      </pc:sldChg>
      <pc:sldChg chg="del">
        <pc:chgData name="崎維 李" userId="d4390ee11c1fc6cf" providerId="LiveId" clId="{C76B5540-AA54-478A-A442-5601E68A8536}" dt="2025-04-21T13:04:59.618" v="186" actId="47"/>
        <pc:sldMkLst>
          <pc:docMk/>
          <pc:sldMk cId="1520577412" sldId="1356"/>
        </pc:sldMkLst>
      </pc:sldChg>
      <pc:sldChg chg="del">
        <pc:chgData name="崎維 李" userId="d4390ee11c1fc6cf" providerId="LiveId" clId="{C76B5540-AA54-478A-A442-5601E68A8536}" dt="2025-04-21T13:05:01.041" v="187" actId="47"/>
        <pc:sldMkLst>
          <pc:docMk/>
          <pc:sldMk cId="2374944766" sldId="1357"/>
        </pc:sldMkLst>
      </pc:sldChg>
      <pc:sldChg chg="del">
        <pc:chgData name="崎維 李" userId="d4390ee11c1fc6cf" providerId="LiveId" clId="{C76B5540-AA54-478A-A442-5601E68A8536}" dt="2025-04-21T13:05:01.829" v="188" actId="47"/>
        <pc:sldMkLst>
          <pc:docMk/>
          <pc:sldMk cId="4263852372" sldId="1360"/>
        </pc:sldMkLst>
      </pc:sldChg>
      <pc:sldChg chg="del">
        <pc:chgData name="崎維 李" userId="d4390ee11c1fc6cf" providerId="LiveId" clId="{C76B5540-AA54-478A-A442-5601E68A8536}" dt="2025-04-21T13:05:04.363" v="190" actId="47"/>
        <pc:sldMkLst>
          <pc:docMk/>
          <pc:sldMk cId="2775753511" sldId="1361"/>
        </pc:sldMkLst>
      </pc:sldChg>
      <pc:sldChg chg="del">
        <pc:chgData name="崎維 李" userId="d4390ee11c1fc6cf" providerId="LiveId" clId="{C76B5540-AA54-478A-A442-5601E68A8536}" dt="2025-04-21T13:05:02.670" v="189" actId="47"/>
        <pc:sldMkLst>
          <pc:docMk/>
          <pc:sldMk cId="93345129" sldId="1362"/>
        </pc:sldMkLst>
      </pc:sldChg>
      <pc:sldChg chg="del">
        <pc:chgData name="崎維 李" userId="d4390ee11c1fc6cf" providerId="LiveId" clId="{C76B5540-AA54-478A-A442-5601E68A8536}" dt="2025-04-21T13:05:05.394" v="191" actId="47"/>
        <pc:sldMkLst>
          <pc:docMk/>
          <pc:sldMk cId="2232465649" sldId="1363"/>
        </pc:sldMkLst>
      </pc:sldChg>
      <pc:sldChg chg="del">
        <pc:chgData name="崎維 李" userId="d4390ee11c1fc6cf" providerId="LiveId" clId="{C76B5540-AA54-478A-A442-5601E68A8536}" dt="2025-04-21T13:05:07.620" v="192" actId="47"/>
        <pc:sldMkLst>
          <pc:docMk/>
          <pc:sldMk cId="129375499" sldId="1364"/>
        </pc:sldMkLst>
      </pc:sldChg>
      <pc:sldChg chg="del">
        <pc:chgData name="崎維 李" userId="d4390ee11c1fc6cf" providerId="LiveId" clId="{C76B5540-AA54-478A-A442-5601E68A8536}" dt="2025-04-21T13:04:54.532" v="185" actId="47"/>
        <pc:sldMkLst>
          <pc:docMk/>
          <pc:sldMk cId="3889140533" sldId="1365"/>
        </pc:sldMkLst>
      </pc:sldChg>
      <pc:sldChg chg="del">
        <pc:chgData name="崎維 李" userId="d4390ee11c1fc6cf" providerId="LiveId" clId="{C76B5540-AA54-478A-A442-5601E68A8536}" dt="2025-04-21T13:03:11.189" v="80" actId="47"/>
        <pc:sldMkLst>
          <pc:docMk/>
          <pc:sldMk cId="44684805" sldId="1366"/>
        </pc:sldMkLst>
      </pc:sldChg>
      <pc:sldChg chg="del">
        <pc:chgData name="崎維 李" userId="d4390ee11c1fc6cf" providerId="LiveId" clId="{C76B5540-AA54-478A-A442-5601E68A8536}" dt="2025-04-21T13:03:12.458" v="81" actId="47"/>
        <pc:sldMkLst>
          <pc:docMk/>
          <pc:sldMk cId="2412774342" sldId="1367"/>
        </pc:sldMkLst>
      </pc:sldChg>
      <pc:sldChg chg="addSp delSp modSp mod">
        <pc:chgData name="崎維 李" userId="d4390ee11c1fc6cf" providerId="LiveId" clId="{C76B5540-AA54-478A-A442-5601E68A8536}" dt="2025-04-21T13:14:06.171" v="521"/>
        <pc:sldMkLst>
          <pc:docMk/>
          <pc:sldMk cId="583664983" sldId="1368"/>
        </pc:sldMkLst>
        <pc:spChg chg="mod">
          <ac:chgData name="崎維 李" userId="d4390ee11c1fc6cf" providerId="LiveId" clId="{C76B5540-AA54-478A-A442-5601E68A8536}" dt="2025-04-21T13:05:41.570" v="222" actId="20577"/>
          <ac:spMkLst>
            <pc:docMk/>
            <pc:sldMk cId="583664983" sldId="1368"/>
            <ac:spMk id="2" creationId="{32E1DD22-6EEA-2797-821D-29A2F6EC1737}"/>
          </ac:spMkLst>
        </pc:spChg>
        <pc:spChg chg="mod">
          <ac:chgData name="崎維 李" userId="d4390ee11c1fc6cf" providerId="LiveId" clId="{C76B5540-AA54-478A-A442-5601E68A8536}" dt="2025-04-21T13:03:04.916" v="77"/>
          <ac:spMkLst>
            <pc:docMk/>
            <pc:sldMk cId="583664983" sldId="1368"/>
            <ac:spMk id="5" creationId="{C0213857-7288-DAF7-B382-E9313E01C01B}"/>
          </ac:spMkLst>
        </pc:spChg>
        <pc:spChg chg="add mod">
          <ac:chgData name="崎維 李" userId="d4390ee11c1fc6cf" providerId="LiveId" clId="{C76B5540-AA54-478A-A442-5601E68A8536}" dt="2025-04-21T13:14:06.171" v="521"/>
          <ac:spMkLst>
            <pc:docMk/>
            <pc:sldMk cId="583664983" sldId="1368"/>
            <ac:spMk id="6" creationId="{2171E1AC-AA2E-8974-5149-94A65EA97E50}"/>
          </ac:spMkLst>
        </pc:spChg>
        <pc:picChg chg="add mod">
          <ac:chgData name="崎維 李" userId="d4390ee11c1fc6cf" providerId="LiveId" clId="{C76B5540-AA54-478A-A442-5601E68A8536}" dt="2025-04-21T13:13:17.639" v="474" actId="1076"/>
          <ac:picMkLst>
            <pc:docMk/>
            <pc:sldMk cId="583664983" sldId="1368"/>
            <ac:picMk id="4" creationId="{EFF85C3A-1245-7022-2A85-A614AADC74E6}"/>
          </ac:picMkLst>
        </pc:picChg>
        <pc:picChg chg="del mod">
          <ac:chgData name="崎維 李" userId="d4390ee11c1fc6cf" providerId="LiveId" clId="{C76B5540-AA54-478A-A442-5601E68A8536}" dt="2025-04-21T13:12:54.007" v="466" actId="478"/>
          <ac:picMkLst>
            <pc:docMk/>
            <pc:sldMk cId="583664983" sldId="1368"/>
            <ac:picMk id="9" creationId="{97CEA2D8-66C2-AD06-93CD-B43E113187DE}"/>
          </ac:picMkLst>
        </pc:picChg>
      </pc:sldChg>
      <pc:sldChg chg="addSp delSp modSp add mod">
        <pc:chgData name="崎維 李" userId="d4390ee11c1fc6cf" providerId="LiveId" clId="{C76B5540-AA54-478A-A442-5601E68A8536}" dt="2025-04-21T13:14:38.941" v="525" actId="962"/>
        <pc:sldMkLst>
          <pc:docMk/>
          <pc:sldMk cId="937097883" sldId="1369"/>
        </pc:sldMkLst>
        <pc:spChg chg="mod">
          <ac:chgData name="崎維 李" userId="d4390ee11c1fc6cf" providerId="LiveId" clId="{C76B5540-AA54-478A-A442-5601E68A8536}" dt="2025-04-21T13:10:15.042" v="403"/>
          <ac:spMkLst>
            <pc:docMk/>
            <pc:sldMk cId="937097883" sldId="1369"/>
            <ac:spMk id="2" creationId="{05C26BAA-E4E0-45FB-8927-851FDC253771}"/>
          </ac:spMkLst>
        </pc:spChg>
        <pc:picChg chg="del">
          <ac:chgData name="崎維 李" userId="d4390ee11c1fc6cf" providerId="LiveId" clId="{C76B5540-AA54-478A-A442-5601E68A8536}" dt="2025-04-21T13:10:20.179" v="404" actId="478"/>
          <ac:picMkLst>
            <pc:docMk/>
            <pc:sldMk cId="937097883" sldId="1369"/>
            <ac:picMk id="4" creationId="{DA7B42CD-7EF5-52BF-E265-50A49CD2202A}"/>
          </ac:picMkLst>
        </pc:picChg>
        <pc:picChg chg="add mod">
          <ac:chgData name="崎維 李" userId="d4390ee11c1fc6cf" providerId="LiveId" clId="{C76B5540-AA54-478A-A442-5601E68A8536}" dt="2025-04-21T13:14:38.941" v="525" actId="962"/>
          <ac:picMkLst>
            <pc:docMk/>
            <pc:sldMk cId="937097883" sldId="1369"/>
            <ac:picMk id="6" creationId="{00059C2A-FB68-5A19-A2A7-97E4E44C6029}"/>
          </ac:picMkLst>
        </pc:picChg>
        <pc:picChg chg="del">
          <ac:chgData name="崎維 李" userId="d4390ee11c1fc6cf" providerId="LiveId" clId="{C76B5540-AA54-478A-A442-5601E68A8536}" dt="2025-04-21T13:10:20.623" v="405" actId="478"/>
          <ac:picMkLst>
            <pc:docMk/>
            <pc:sldMk cId="937097883" sldId="1369"/>
            <ac:picMk id="8" creationId="{91DF397A-A2F7-6BC7-F08B-300468E1587B}"/>
          </ac:picMkLst>
        </pc:picChg>
      </pc:sldChg>
      <pc:sldChg chg="new del">
        <pc:chgData name="崎維 李" userId="d4390ee11c1fc6cf" providerId="LiveId" clId="{C76B5540-AA54-478A-A442-5601E68A8536}" dt="2025-04-21T13:08:57.046" v="303" actId="680"/>
        <pc:sldMkLst>
          <pc:docMk/>
          <pc:sldMk cId="2957233208" sldId="1369"/>
        </pc:sldMkLst>
      </pc:sldChg>
      <pc:sldChg chg="addSp delSp modSp add mod">
        <pc:chgData name="崎維 李" userId="d4390ee11c1fc6cf" providerId="LiveId" clId="{C76B5540-AA54-478A-A442-5601E68A8536}" dt="2025-04-21T13:11:58.455" v="464" actId="1076"/>
        <pc:sldMkLst>
          <pc:docMk/>
          <pc:sldMk cId="3220393828" sldId="1370"/>
        </pc:sldMkLst>
        <pc:spChg chg="mod">
          <ac:chgData name="崎維 李" userId="d4390ee11c1fc6cf" providerId="LiveId" clId="{C76B5540-AA54-478A-A442-5601E68A8536}" dt="2025-04-21T13:10:45.339" v="427" actId="20577"/>
          <ac:spMkLst>
            <pc:docMk/>
            <pc:sldMk cId="3220393828" sldId="1370"/>
            <ac:spMk id="2" creationId="{E5B95153-4BA5-12DF-5091-BC817CF0F6FE}"/>
          </ac:spMkLst>
        </pc:spChg>
        <pc:spChg chg="add mod">
          <ac:chgData name="崎維 李" userId="d4390ee11c1fc6cf" providerId="LiveId" clId="{C76B5540-AA54-478A-A442-5601E68A8536}" dt="2025-04-21T13:11:58.455" v="464" actId="1076"/>
          <ac:spMkLst>
            <pc:docMk/>
            <pc:sldMk cId="3220393828" sldId="1370"/>
            <ac:spMk id="9" creationId="{15695E30-659E-090B-8AD5-07234444DE0D}"/>
          </ac:spMkLst>
        </pc:spChg>
        <pc:picChg chg="del">
          <ac:chgData name="崎維 李" userId="d4390ee11c1fc6cf" providerId="LiveId" clId="{C76B5540-AA54-478A-A442-5601E68A8536}" dt="2025-04-21T13:10:47.183" v="428" actId="478"/>
          <ac:picMkLst>
            <pc:docMk/>
            <pc:sldMk cId="3220393828" sldId="1370"/>
            <ac:picMk id="4" creationId="{BDA7BF15-57D2-692A-5ECC-754AF4630BA6}"/>
          </ac:picMkLst>
        </pc:picChg>
        <pc:picChg chg="add mod">
          <ac:chgData name="崎維 李" userId="d4390ee11c1fc6cf" providerId="LiveId" clId="{C76B5540-AA54-478A-A442-5601E68A8536}" dt="2025-04-21T13:11:32.629" v="438" actId="1076"/>
          <ac:picMkLst>
            <pc:docMk/>
            <pc:sldMk cId="3220393828" sldId="1370"/>
            <ac:picMk id="6" creationId="{03CEB5BC-6E3A-6296-D37D-0318FDBE979B}"/>
          </ac:picMkLst>
        </pc:picChg>
        <pc:picChg chg="del">
          <ac:chgData name="崎維 李" userId="d4390ee11c1fc6cf" providerId="LiveId" clId="{C76B5540-AA54-478A-A442-5601E68A8536}" dt="2025-04-21T13:10:47.680" v="429" actId="478"/>
          <ac:picMkLst>
            <pc:docMk/>
            <pc:sldMk cId="3220393828" sldId="1370"/>
            <ac:picMk id="8" creationId="{32C434BC-356E-3124-A01F-EA27E7A437EE}"/>
          </ac:picMkLst>
        </pc:picChg>
      </pc:sldChg>
      <pc:sldChg chg="addSp delSp modSp add mod">
        <pc:chgData name="崎維 李" userId="d4390ee11c1fc6cf" providerId="LiveId" clId="{C76B5540-AA54-478A-A442-5601E68A8536}" dt="2025-04-21T13:16:00.608" v="581" actId="20577"/>
        <pc:sldMkLst>
          <pc:docMk/>
          <pc:sldMk cId="1996696023" sldId="1371"/>
        </pc:sldMkLst>
        <pc:spChg chg="mod">
          <ac:chgData name="崎維 李" userId="d4390ee11c1fc6cf" providerId="LiveId" clId="{C76B5540-AA54-478A-A442-5601E68A8536}" dt="2025-04-21T13:16:00.608" v="581" actId="20577"/>
          <ac:spMkLst>
            <pc:docMk/>
            <pc:sldMk cId="1996696023" sldId="1371"/>
            <ac:spMk id="2" creationId="{BFC3FF74-9A4E-368E-0D03-C36935644234}"/>
          </ac:spMkLst>
        </pc:spChg>
        <pc:picChg chg="add mod">
          <ac:chgData name="崎維 李" userId="d4390ee11c1fc6cf" providerId="LiveId" clId="{C76B5540-AA54-478A-A442-5601E68A8536}" dt="2025-04-21T13:15:18.415" v="532" actId="1076"/>
          <ac:picMkLst>
            <pc:docMk/>
            <pc:sldMk cId="1996696023" sldId="1371"/>
            <ac:picMk id="4" creationId="{C6F47A30-03B8-4A4D-DEB1-5924A89A6DC0}"/>
          </ac:picMkLst>
        </pc:picChg>
        <pc:picChg chg="del">
          <ac:chgData name="崎維 李" userId="d4390ee11c1fc6cf" providerId="LiveId" clId="{C76B5540-AA54-478A-A442-5601E68A8536}" dt="2025-04-21T13:15:14.168" v="531" actId="478"/>
          <ac:picMkLst>
            <pc:docMk/>
            <pc:sldMk cId="1996696023" sldId="1371"/>
            <ac:picMk id="6" creationId="{048C5ED7-2073-EEC4-08D1-1DE0F64E241C}"/>
          </ac:picMkLst>
        </pc:picChg>
      </pc:sldChg>
      <pc:sldChg chg="modSp add mod">
        <pc:chgData name="崎維 李" userId="d4390ee11c1fc6cf" providerId="LiveId" clId="{C76B5540-AA54-478A-A442-5601E68A8536}" dt="2025-04-22T02:04:27.646" v="784"/>
        <pc:sldMkLst>
          <pc:docMk/>
          <pc:sldMk cId="3071030646" sldId="1372"/>
        </pc:sldMkLst>
        <pc:spChg chg="mod">
          <ac:chgData name="崎維 李" userId="d4390ee11c1fc6cf" providerId="LiveId" clId="{C76B5540-AA54-478A-A442-5601E68A8536}" dt="2025-04-22T02:04:27.646" v="784"/>
          <ac:spMkLst>
            <pc:docMk/>
            <pc:sldMk cId="3071030646" sldId="1372"/>
            <ac:spMk id="2" creationId="{BA6081EC-CB72-E78A-0F2D-D612357E5F6B}"/>
          </ac:spMkLst>
        </pc:spChg>
        <pc:spChg chg="mod">
          <ac:chgData name="崎維 李" userId="d4390ee11c1fc6cf" providerId="LiveId" clId="{C76B5540-AA54-478A-A442-5601E68A8536}" dt="2025-04-21T13:21:13.690" v="595"/>
          <ac:spMkLst>
            <pc:docMk/>
            <pc:sldMk cId="3071030646" sldId="1372"/>
            <ac:spMk id="5" creationId="{26B1CF91-F5E9-66C3-6D7E-B5D0FD413AC8}"/>
          </ac:spMkLst>
        </pc:spChg>
      </pc:sldChg>
    </pc:docChg>
  </pc:docChgLst>
  <pc:docChgLst>
    <pc:chgData name="崎維 李" userId="d4390ee11c1fc6cf" providerId="LiveId" clId="{60E9DF39-7A3B-4BE9-BAA2-ED8A82F7AEF5}"/>
    <pc:docChg chg="undo redo custSel addSld delSld modSld sldOrd modSection">
      <pc:chgData name="崎維 李" userId="d4390ee11c1fc6cf" providerId="LiveId" clId="{60E9DF39-7A3B-4BE9-BAA2-ED8A82F7AEF5}" dt="2025-04-07T12:55:47.135" v="708"/>
      <pc:docMkLst>
        <pc:docMk/>
      </pc:docMkLst>
      <pc:sldChg chg="modSp mod">
        <pc:chgData name="崎維 李" userId="d4390ee11c1fc6cf" providerId="LiveId" clId="{60E9DF39-7A3B-4BE9-BAA2-ED8A82F7AEF5}" dt="2025-04-07T12:55:24.100" v="674" actId="20577"/>
        <pc:sldMkLst>
          <pc:docMk/>
          <pc:sldMk cId="0" sldId="256"/>
        </pc:sldMkLst>
        <pc:spChg chg="mod">
          <ac:chgData name="崎維 李" userId="d4390ee11c1fc6cf" providerId="LiveId" clId="{60E9DF39-7A3B-4BE9-BAA2-ED8A82F7AEF5}" dt="2025-04-07T12:55:24.100" v="674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60E9DF39-7A3B-4BE9-BAA2-ED8A82F7AEF5}" dt="2025-04-07T12:36:02.711" v="314"/>
        <pc:sldMkLst>
          <pc:docMk/>
          <pc:sldMk cId="1759611898" sldId="492"/>
        </pc:sldMkLst>
        <pc:spChg chg="mod">
          <ac:chgData name="崎維 李" userId="d4390ee11c1fc6cf" providerId="LiveId" clId="{60E9DF39-7A3B-4BE9-BAA2-ED8A82F7AEF5}" dt="2025-04-07T12:36:02.711" v="314"/>
          <ac:spMkLst>
            <pc:docMk/>
            <pc:sldMk cId="1759611898" sldId="492"/>
            <ac:spMk id="2" creationId="{FFDA5E2A-651A-2221-C4E1-4B3C8ABE1EF6}"/>
          </ac:spMkLst>
        </pc:spChg>
      </pc:sldChg>
      <pc:sldChg chg="del">
        <pc:chgData name="崎維 李" userId="d4390ee11c1fc6cf" providerId="LiveId" clId="{60E9DF39-7A3B-4BE9-BAA2-ED8A82F7AEF5}" dt="2025-04-07T09:43:47.308" v="48" actId="47"/>
        <pc:sldMkLst>
          <pc:docMk/>
          <pc:sldMk cId="2267703662" sldId="549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478516092" sldId="551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295738213" sldId="554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3417314128" sldId="555"/>
        </pc:sldMkLst>
      </pc:sldChg>
      <pc:sldChg chg="addSp delSp modSp mod ord">
        <pc:chgData name="崎維 李" userId="d4390ee11c1fc6cf" providerId="LiveId" clId="{60E9DF39-7A3B-4BE9-BAA2-ED8A82F7AEF5}" dt="2025-04-07T12:43:23.394" v="328"/>
        <pc:sldMkLst>
          <pc:docMk/>
          <pc:sldMk cId="3606609377" sldId="1331"/>
        </pc:sldMkLst>
      </pc:sldChg>
      <pc:sldChg chg="addSp delSp modSp mod ord">
        <pc:chgData name="崎維 李" userId="d4390ee11c1fc6cf" providerId="LiveId" clId="{60E9DF39-7A3B-4BE9-BAA2-ED8A82F7AEF5}" dt="2025-04-07T10:08:44.493" v="178"/>
        <pc:sldMkLst>
          <pc:docMk/>
          <pc:sldMk cId="3878843723" sldId="1334"/>
        </pc:sldMkLst>
      </pc:sldChg>
      <pc:sldChg chg="addSp delSp modSp mod delAnim">
        <pc:chgData name="崎維 李" userId="d4390ee11c1fc6cf" providerId="LiveId" clId="{60E9DF39-7A3B-4BE9-BAA2-ED8A82F7AEF5}" dt="2025-04-07T12:45:16.859" v="369"/>
        <pc:sldMkLst>
          <pc:docMk/>
          <pc:sldMk cId="3456917613" sldId="1343"/>
        </pc:sldMkLst>
        <pc:spChg chg="mod">
          <ac:chgData name="崎維 李" userId="d4390ee11c1fc6cf" providerId="LiveId" clId="{60E9DF39-7A3B-4BE9-BAA2-ED8A82F7AEF5}" dt="2025-04-07T12:45:16.859" v="369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60E9DF39-7A3B-4BE9-BAA2-ED8A82F7AEF5}" dt="2025-04-07T10:22:59.998" v="255"/>
          <ac:spMkLst>
            <pc:docMk/>
            <pc:sldMk cId="3456917613" sldId="1343"/>
            <ac:spMk id="5" creationId="{0039AD83-3A78-F2C5-7091-C7D4FD265AAB}"/>
          </ac:spMkLst>
        </pc:spChg>
      </pc:sldChg>
      <pc:sldChg chg="del">
        <pc:chgData name="崎維 李" userId="d4390ee11c1fc6cf" providerId="LiveId" clId="{60E9DF39-7A3B-4BE9-BAA2-ED8A82F7AEF5}" dt="2025-04-07T12:34:59.547" v="256" actId="47"/>
        <pc:sldMkLst>
          <pc:docMk/>
          <pc:sldMk cId="4077794704" sldId="1346"/>
        </pc:sldMkLst>
      </pc:sldChg>
      <pc:sldChg chg="del">
        <pc:chgData name="崎維 李" userId="d4390ee11c1fc6cf" providerId="LiveId" clId="{60E9DF39-7A3B-4BE9-BAA2-ED8A82F7AEF5}" dt="2025-04-07T12:35:01.434" v="257" actId="47"/>
        <pc:sldMkLst>
          <pc:docMk/>
          <pc:sldMk cId="3406171149" sldId="1349"/>
        </pc:sldMkLst>
      </pc:sldChg>
      <pc:sldChg chg="addSp delSp modSp mod ord">
        <pc:chgData name="崎維 李" userId="d4390ee11c1fc6cf" providerId="LiveId" clId="{60E9DF39-7A3B-4BE9-BAA2-ED8A82F7AEF5}" dt="2025-04-07T12:41:07.328" v="317" actId="1076"/>
        <pc:sldMkLst>
          <pc:docMk/>
          <pc:sldMk cId="864881604" sldId="1350"/>
        </pc:sldMkLst>
      </pc:sldChg>
      <pc:sldChg chg="addSp delSp modSp add mod modAnim">
        <pc:chgData name="崎維 李" userId="d4390ee11c1fc6cf" providerId="LiveId" clId="{60E9DF39-7A3B-4BE9-BAA2-ED8A82F7AEF5}" dt="2025-04-07T12:55:47.135" v="708"/>
        <pc:sldMkLst>
          <pc:docMk/>
          <pc:sldMk cId="3381575590" sldId="1351"/>
        </pc:sldMkLst>
        <pc:spChg chg="mod">
          <ac:chgData name="崎維 李" userId="d4390ee11c1fc6cf" providerId="LiveId" clId="{60E9DF39-7A3B-4BE9-BAA2-ED8A82F7AEF5}" dt="2025-04-07T12:55:47.135" v="708"/>
          <ac:spMkLst>
            <pc:docMk/>
            <pc:sldMk cId="3381575590" sldId="1351"/>
            <ac:spMk id="2" creationId="{0B77A5D7-76AD-6F07-5FCE-1CE93D2A9F9A}"/>
          </ac:spMkLst>
        </pc:spChg>
        <pc:spChg chg="mod">
          <ac:chgData name="崎維 李" userId="d4390ee11c1fc6cf" providerId="LiveId" clId="{60E9DF39-7A3B-4BE9-BAA2-ED8A82F7AEF5}" dt="2025-04-07T12:46:08.522" v="420"/>
          <ac:spMkLst>
            <pc:docMk/>
            <pc:sldMk cId="3381575590" sldId="1351"/>
            <ac:spMk id="5" creationId="{7EC8C250-C770-4415-59A1-511BEDF5A2F4}"/>
          </ac:spMkLst>
        </pc:spChg>
      </pc:sldChg>
      <pc:sldChg chg="del">
        <pc:chgData name="崎維 李" userId="d4390ee11c1fc6cf" providerId="LiveId" clId="{60E9DF39-7A3B-4BE9-BAA2-ED8A82F7AEF5}" dt="2025-04-07T10:03:20.604" v="136" actId="47"/>
        <pc:sldMkLst>
          <pc:docMk/>
          <pc:sldMk cId="4180593866" sldId="1351"/>
        </pc:sldMkLst>
      </pc:sldChg>
      <pc:sldChg chg="del">
        <pc:chgData name="崎維 李" userId="d4390ee11c1fc6cf" providerId="LiveId" clId="{60E9DF39-7A3B-4BE9-BAA2-ED8A82F7AEF5}" dt="2025-04-07T10:03:22.229" v="137" actId="47"/>
        <pc:sldMkLst>
          <pc:docMk/>
          <pc:sldMk cId="397706198" sldId="1352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3833741144" sldId="1353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789642820" sldId="1354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689451845" sldId="1355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416178664" sldId="1356"/>
        </pc:sldMkLst>
      </pc:sldChg>
      <pc:sldChg chg="del">
        <pc:chgData name="崎維 李" userId="d4390ee11c1fc6cf" providerId="LiveId" clId="{60E9DF39-7A3B-4BE9-BAA2-ED8A82F7AEF5}" dt="2025-04-07T10:09:03.546" v="180" actId="47"/>
        <pc:sldMkLst>
          <pc:docMk/>
          <pc:sldMk cId="1640180639" sldId="1357"/>
        </pc:sldMkLst>
      </pc:sldChg>
      <pc:sldMasterChg chg="delSldLayout">
        <pc:chgData name="崎維 李" userId="d4390ee11c1fc6cf" providerId="LiveId" clId="{60E9DF39-7A3B-4BE9-BAA2-ED8A82F7AEF5}" dt="2025-04-07T10:08:48.937" v="179" actId="47"/>
        <pc:sldMasterMkLst>
          <pc:docMk/>
          <pc:sldMasterMk cId="0" sldId="2147483661"/>
        </pc:sldMasterMkLst>
        <pc:sldLayoutChg chg="del">
          <pc:chgData name="崎維 李" userId="d4390ee11c1fc6cf" providerId="LiveId" clId="{60E9DF39-7A3B-4BE9-BAA2-ED8A82F7AEF5}" dt="2025-04-07T10:08:48.937" v="179" actId="47"/>
          <pc:sldLayoutMkLst>
            <pc:docMk/>
            <pc:sldMasterMk cId="0" sldId="2147483661"/>
            <pc:sldLayoutMk cId="4244496052" sldId="2147483674"/>
          </pc:sldLayoutMkLst>
        </pc:sldLayoutChg>
      </pc:sldMasterChg>
    </pc:docChg>
  </pc:docChgLst>
  <pc:docChgLst>
    <pc:chgData name="崎維 李" userId="d4390ee11c1fc6cf" providerId="LiveId" clId="{BA37044B-838A-4A35-A0DE-961E4BA7B9B0}"/>
    <pc:docChg chg="undo redo custSel addSld delSld modSld sldOrd modSection">
      <pc:chgData name="崎維 李" userId="d4390ee11c1fc6cf" providerId="LiveId" clId="{BA37044B-838A-4A35-A0DE-961E4BA7B9B0}" dt="2025-04-15T05:26:25.236" v="1312" actId="20577"/>
      <pc:docMkLst>
        <pc:docMk/>
      </pc:docMkLst>
      <pc:sldChg chg="modSp mod">
        <pc:chgData name="崎維 李" userId="d4390ee11c1fc6cf" providerId="LiveId" clId="{BA37044B-838A-4A35-A0DE-961E4BA7B9B0}" dt="2025-04-15T05:26:25.236" v="1312" actId="20577"/>
        <pc:sldMkLst>
          <pc:docMk/>
          <pc:sldMk cId="0" sldId="256"/>
        </pc:sldMkLst>
        <pc:spChg chg="mod">
          <ac:chgData name="崎維 李" userId="d4390ee11c1fc6cf" providerId="LiveId" clId="{BA37044B-838A-4A35-A0DE-961E4BA7B9B0}" dt="2025-04-15T05:26:25.236" v="1312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BA37044B-838A-4A35-A0DE-961E4BA7B9B0}" dt="2025-04-15T05:23:29.853" v="1210" actId="20577"/>
        <pc:sldMkLst>
          <pc:docMk/>
          <pc:sldMk cId="1759611898" sldId="492"/>
        </pc:sldMkLst>
        <pc:spChg chg="mod">
          <ac:chgData name="崎維 李" userId="d4390ee11c1fc6cf" providerId="LiveId" clId="{BA37044B-838A-4A35-A0DE-961E4BA7B9B0}" dt="2025-04-15T05:23:29.853" v="1210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BA37044B-838A-4A35-A0DE-961E4BA7B9B0}" dt="2025-04-15T05:24:56.999" v="1309"/>
        <pc:sldMkLst>
          <pc:docMk/>
          <pc:sldMk cId="1870929783" sldId="493"/>
        </pc:sldMkLst>
        <pc:spChg chg="mod">
          <ac:chgData name="崎維 李" userId="d4390ee11c1fc6cf" providerId="LiveId" clId="{BA37044B-838A-4A35-A0DE-961E4BA7B9B0}" dt="2025-04-15T05:23:50.952" v="1211" actId="1076"/>
          <ac:spMkLst>
            <pc:docMk/>
            <pc:sldMk cId="1870929783" sldId="493"/>
            <ac:spMk id="3" creationId="{E1AA806A-5F35-3E68-504B-CBB909CDBD48}"/>
          </ac:spMkLst>
        </pc:spChg>
        <pc:spChg chg="mod">
          <ac:chgData name="崎維 李" userId="d4390ee11c1fc6cf" providerId="LiveId" clId="{BA37044B-838A-4A35-A0DE-961E4BA7B9B0}" dt="2025-04-15T05:24:56.999" v="1309"/>
          <ac:spMkLst>
            <pc:docMk/>
            <pc:sldMk cId="1870929783" sldId="493"/>
            <ac:spMk id="6" creationId="{254CC07A-9104-BFF8-CC32-E6A910233C69}"/>
          </ac:spMkLst>
        </pc:spChg>
      </pc:sldChg>
      <pc:sldChg chg="del">
        <pc:chgData name="崎維 李" userId="d4390ee11c1fc6cf" providerId="LiveId" clId="{BA37044B-838A-4A35-A0DE-961E4BA7B9B0}" dt="2025-04-14T14:18:56.995" v="505" actId="47"/>
        <pc:sldMkLst>
          <pc:docMk/>
          <pc:sldMk cId="3606609377" sldId="1331"/>
        </pc:sldMkLst>
      </pc:sldChg>
      <pc:sldChg chg="del">
        <pc:chgData name="崎維 李" userId="d4390ee11c1fc6cf" providerId="LiveId" clId="{BA37044B-838A-4A35-A0DE-961E4BA7B9B0}" dt="2025-04-14T14:18:58.601" v="506" actId="47"/>
        <pc:sldMkLst>
          <pc:docMk/>
          <pc:sldMk cId="3878843723" sldId="1334"/>
        </pc:sldMkLst>
      </pc:sldChg>
      <pc:sldChg chg="addSp delSp modSp mod delAnim modAnim">
        <pc:chgData name="崎維 李" userId="d4390ee11c1fc6cf" providerId="LiveId" clId="{BA37044B-838A-4A35-A0DE-961E4BA7B9B0}" dt="2025-04-14T14:29:40.061" v="869" actId="1076"/>
        <pc:sldMkLst>
          <pc:docMk/>
          <pc:sldMk cId="3456917613" sldId="1343"/>
        </pc:sldMkLst>
        <pc:spChg chg="mod">
          <ac:chgData name="崎維 李" userId="d4390ee11c1fc6cf" providerId="LiveId" clId="{BA37044B-838A-4A35-A0DE-961E4BA7B9B0}" dt="2025-04-14T14:29:06.827" v="862" actId="5793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BA37044B-838A-4A35-A0DE-961E4BA7B9B0}" dt="2025-04-14T13:57:32.978" v="49" actId="20577"/>
          <ac:spMkLst>
            <pc:docMk/>
            <pc:sldMk cId="3456917613" sldId="1343"/>
            <ac:spMk id="5" creationId="{0039AD83-3A78-F2C5-7091-C7D4FD265AAB}"/>
          </ac:spMkLst>
        </pc:spChg>
      </pc:sldChg>
      <pc:sldChg chg="del">
        <pc:chgData name="崎維 李" userId="d4390ee11c1fc6cf" providerId="LiveId" clId="{BA37044B-838A-4A35-A0DE-961E4BA7B9B0}" dt="2025-04-14T14:18:59.828" v="507" actId="47"/>
        <pc:sldMkLst>
          <pc:docMk/>
          <pc:sldMk cId="864881604" sldId="1350"/>
        </pc:sldMkLst>
      </pc:sldChg>
      <pc:sldChg chg="addSp delSp modSp mod delAnim modAnim">
        <pc:chgData name="崎維 李" userId="d4390ee11c1fc6cf" providerId="LiveId" clId="{BA37044B-838A-4A35-A0DE-961E4BA7B9B0}" dt="2025-04-14T14:33:23.349" v="909"/>
        <pc:sldMkLst>
          <pc:docMk/>
          <pc:sldMk cId="3381575590" sldId="1351"/>
        </pc:sldMkLst>
        <pc:spChg chg="mod">
          <ac:chgData name="崎維 李" userId="d4390ee11c1fc6cf" providerId="LiveId" clId="{BA37044B-838A-4A35-A0DE-961E4BA7B9B0}" dt="2025-04-14T14:33:23.349" v="909"/>
          <ac:spMkLst>
            <pc:docMk/>
            <pc:sldMk cId="3381575590" sldId="1351"/>
            <ac:spMk id="2" creationId="{0B77A5D7-76AD-6F07-5FCE-1CE93D2A9F9A}"/>
          </ac:spMkLst>
        </pc:spChg>
      </pc:sldChg>
      <pc:sldChg chg="addSp delSp modSp add mod ord delAnim modAnim">
        <pc:chgData name="崎維 李" userId="d4390ee11c1fc6cf" providerId="LiveId" clId="{BA37044B-838A-4A35-A0DE-961E4BA7B9B0}" dt="2025-04-14T14:34:37.803" v="921" actId="1076"/>
        <pc:sldMkLst>
          <pc:docMk/>
          <pc:sldMk cId="3915415583" sldId="1352"/>
        </pc:sldMkLst>
      </pc:sldChg>
      <pc:sldChg chg="addSp modSp add mod ord">
        <pc:chgData name="崎維 李" userId="d4390ee11c1fc6cf" providerId="LiveId" clId="{BA37044B-838A-4A35-A0DE-961E4BA7B9B0}" dt="2025-04-14T14:34:21.377" v="914"/>
        <pc:sldMkLst>
          <pc:docMk/>
          <pc:sldMk cId="1508537114" sldId="1353"/>
        </pc:sldMkLst>
      </pc:sldChg>
      <pc:sldChg chg="addSp modSp add mod">
        <pc:chgData name="崎維 李" userId="d4390ee11c1fc6cf" providerId="LiveId" clId="{BA37044B-838A-4A35-A0DE-961E4BA7B9B0}" dt="2025-04-14T14:34:04.621" v="912" actId="20577"/>
        <pc:sldMkLst>
          <pc:docMk/>
          <pc:sldMk cId="4160821948" sldId="1354"/>
        </pc:sldMkLst>
      </pc:sldChg>
      <pc:sldChg chg="add del">
        <pc:chgData name="崎維 李" userId="d4390ee11c1fc6cf" providerId="LiveId" clId="{BA37044B-838A-4A35-A0DE-961E4BA7B9B0}" dt="2025-04-14T14:33:55.974" v="911" actId="47"/>
        <pc:sldMkLst>
          <pc:docMk/>
          <pc:sldMk cId="118649503" sldId="1355"/>
        </pc:sldMkLst>
      </pc:sldChg>
      <pc:sldChg chg="addSp delSp modSp add mod delAnim">
        <pc:chgData name="崎維 李" userId="d4390ee11c1fc6cf" providerId="LiveId" clId="{BA37044B-838A-4A35-A0DE-961E4BA7B9B0}" dt="2025-04-14T14:20:21.696" v="569" actId="1076"/>
        <pc:sldMkLst>
          <pc:docMk/>
          <pc:sldMk cId="1520577412" sldId="1356"/>
        </pc:sldMkLst>
      </pc:sldChg>
      <pc:sldChg chg="addSp delSp modSp add mod">
        <pc:chgData name="崎維 李" userId="d4390ee11c1fc6cf" providerId="LiveId" clId="{BA37044B-838A-4A35-A0DE-961E4BA7B9B0}" dt="2025-04-14T14:52:44.769" v="1140" actId="1076"/>
        <pc:sldMkLst>
          <pc:docMk/>
          <pc:sldMk cId="2374944766" sldId="1357"/>
        </pc:sldMkLst>
      </pc:sldChg>
      <pc:sldChg chg="add del">
        <pc:chgData name="崎維 李" userId="d4390ee11c1fc6cf" providerId="LiveId" clId="{BA37044B-838A-4A35-A0DE-961E4BA7B9B0}" dt="2025-04-14T14:21:03.742" v="587" actId="47"/>
        <pc:sldMkLst>
          <pc:docMk/>
          <pc:sldMk cId="2501085111" sldId="1358"/>
        </pc:sldMkLst>
      </pc:sldChg>
      <pc:sldChg chg="add del">
        <pc:chgData name="崎維 李" userId="d4390ee11c1fc6cf" providerId="LiveId" clId="{BA37044B-838A-4A35-A0DE-961E4BA7B9B0}" dt="2025-04-14T14:21:05.588" v="588" actId="47"/>
        <pc:sldMkLst>
          <pc:docMk/>
          <pc:sldMk cId="2116586618" sldId="1359"/>
        </pc:sldMkLst>
      </pc:sldChg>
      <pc:sldChg chg="addSp delSp modSp add mod">
        <pc:chgData name="崎維 李" userId="d4390ee11c1fc6cf" providerId="LiveId" clId="{BA37044B-838A-4A35-A0DE-961E4BA7B9B0}" dt="2025-04-14T14:52:48.981" v="1141"/>
        <pc:sldMkLst>
          <pc:docMk/>
          <pc:sldMk cId="4263852372" sldId="1360"/>
        </pc:sldMkLst>
      </pc:sldChg>
      <pc:sldChg chg="addSp delSp modSp add mod">
        <pc:chgData name="崎維 李" userId="d4390ee11c1fc6cf" providerId="LiveId" clId="{BA37044B-838A-4A35-A0DE-961E4BA7B9B0}" dt="2025-04-14T14:52:55.415" v="1143"/>
        <pc:sldMkLst>
          <pc:docMk/>
          <pc:sldMk cId="2775753511" sldId="1361"/>
        </pc:sldMkLst>
      </pc:sldChg>
      <pc:sldChg chg="addSp delSp modSp add mod ord">
        <pc:chgData name="崎維 李" userId="d4390ee11c1fc6cf" providerId="LiveId" clId="{BA37044B-838A-4A35-A0DE-961E4BA7B9B0}" dt="2025-04-14T14:52:54.319" v="1142"/>
        <pc:sldMkLst>
          <pc:docMk/>
          <pc:sldMk cId="93345129" sldId="1362"/>
        </pc:sldMkLst>
      </pc:sldChg>
      <pc:sldChg chg="addSp delSp modSp add mod">
        <pc:chgData name="崎維 李" userId="d4390ee11c1fc6cf" providerId="LiveId" clId="{BA37044B-838A-4A35-A0DE-961E4BA7B9B0}" dt="2025-04-14T14:53:06.981" v="1151"/>
        <pc:sldMkLst>
          <pc:docMk/>
          <pc:sldMk cId="2232465649" sldId="1363"/>
        </pc:sldMkLst>
      </pc:sldChg>
      <pc:sldChg chg="addSp delSp modSp add mod">
        <pc:chgData name="崎維 李" userId="d4390ee11c1fc6cf" providerId="LiveId" clId="{BA37044B-838A-4A35-A0DE-961E4BA7B9B0}" dt="2025-04-14T14:53:12.136" v="1157"/>
        <pc:sldMkLst>
          <pc:docMk/>
          <pc:sldMk cId="129375499" sldId="1364"/>
        </pc:sldMkLst>
      </pc:sldChg>
      <pc:sldChg chg="new del">
        <pc:chgData name="崎維 李" userId="d4390ee11c1fc6cf" providerId="LiveId" clId="{BA37044B-838A-4A35-A0DE-961E4BA7B9B0}" dt="2025-04-14T14:23:57.993" v="678" actId="47"/>
        <pc:sldMkLst>
          <pc:docMk/>
          <pc:sldMk cId="2888700265" sldId="1365"/>
        </pc:sldMkLst>
      </pc:sldChg>
      <pc:sldChg chg="addSp delSp modSp add mod delAnim">
        <pc:chgData name="崎維 李" userId="d4390ee11c1fc6cf" providerId="LiveId" clId="{BA37044B-838A-4A35-A0DE-961E4BA7B9B0}" dt="2025-04-14T14:50:17.812" v="1067" actId="20577"/>
        <pc:sldMkLst>
          <pc:docMk/>
          <pc:sldMk cId="3889140533" sldId="1365"/>
        </pc:sldMkLst>
      </pc:sldChg>
      <pc:sldChg chg="addSp delSp modSp add mod ord">
        <pc:chgData name="崎維 李" userId="d4390ee11c1fc6cf" providerId="LiveId" clId="{BA37044B-838A-4A35-A0DE-961E4BA7B9B0}" dt="2025-04-14T14:34:32.382" v="918"/>
        <pc:sldMkLst>
          <pc:docMk/>
          <pc:sldMk cId="44684805" sldId="1366"/>
        </pc:sldMkLst>
      </pc:sldChg>
      <pc:sldChg chg="addSp delSp modSp add mod ord">
        <pc:chgData name="崎維 李" userId="d4390ee11c1fc6cf" providerId="LiveId" clId="{BA37044B-838A-4A35-A0DE-961E4BA7B9B0}" dt="2025-04-14T14:46:39.045" v="1004" actId="1076"/>
        <pc:sldMkLst>
          <pc:docMk/>
          <pc:sldMk cId="2412774342" sldId="1367"/>
        </pc:sldMkLst>
      </pc:sldChg>
      <pc:sldChg chg="add">
        <pc:chgData name="崎維 李" userId="d4390ee11c1fc6cf" providerId="LiveId" clId="{BA37044B-838A-4A35-A0DE-961E4BA7B9B0}" dt="2025-04-14T14:28:59.527" v="858"/>
        <pc:sldMkLst>
          <pc:docMk/>
          <pc:sldMk cId="583664983" sldId="1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04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/15/2025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焊接及回授測試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B50E-738D-AAB1-EF9E-CDD17984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39AD83-3A78-F2C5-7091-C7D4FD265AA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焊接及測試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BA31CE-F1C7-F6BD-4E92-2889B3827D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A08E2BE-59F9-8468-A5AF-75E583A950C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焊接及測試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電路, 被動元件, 電路元件, 電子元件 的圖片&#10;&#10;AI 產生的內容可能不正確。">
            <a:extLst>
              <a:ext uri="{FF2B5EF4-FFF2-40B4-BE49-F238E27FC236}">
                <a16:creationId xmlns:a16="http://schemas.microsoft.com/office/drawing/2014/main" id="{8108CDFB-32F4-E2E7-2CEE-3300B947E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06" y="1769360"/>
            <a:ext cx="3254474" cy="4338320"/>
          </a:xfrm>
          <a:prstGeom prst="rect">
            <a:avLst/>
          </a:prstGeom>
        </p:spPr>
      </p:pic>
      <p:pic>
        <p:nvPicPr>
          <p:cNvPr id="8" name="圖片 7" descr="一張含有 油畫, 電路, 藝術 的圖片&#10;&#10;AI 產生的內容可能不正確。">
            <a:extLst>
              <a:ext uri="{FF2B5EF4-FFF2-40B4-BE49-F238E27FC236}">
                <a16:creationId xmlns:a16="http://schemas.microsoft.com/office/drawing/2014/main" id="{0C4CE99D-8C83-98D1-7C31-3AD6786D9A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22" y="1769360"/>
            <a:ext cx="3254474" cy="4338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69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E601-7002-BDBF-76CB-52E2374A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B549BCE-E325-F3F9-5F0A-4B9794068EAE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焊接及測試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ED8B4B1C-A9B6-5579-78FD-47C4285457EB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5C26BAA-E4E0-45FB-8927-851FDC253771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拿學長的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測試掃頻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之後寫定頻測試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螢幕擷取畫面, 文字, 繪圖軟體, 多媒體軟體 的圖片&#10;&#10;AI 產生的內容可能不正確。">
            <a:extLst>
              <a:ext uri="{FF2B5EF4-FFF2-40B4-BE49-F238E27FC236}">
                <a16:creationId xmlns:a16="http://schemas.microsoft.com/office/drawing/2014/main" id="{00059C2A-FB68-5A19-A2A7-97E4E44C6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3568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709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E4F5A-2274-0732-E2FA-65296B6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FFDD0C6A-C0AF-607D-78BB-E87A8B658719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焊接及測試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7E9758B3-C94D-6C79-CF1E-48A8BD4F4B6A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FC3FF74-9A4E-368E-0D03-C3693564423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突波大小沒有規律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螢幕擷取畫面, 文字, 多媒體軟體, 軟體 的圖片&#10;&#10;AI 產生的內容可能不正確。">
            <a:extLst>
              <a:ext uri="{FF2B5EF4-FFF2-40B4-BE49-F238E27FC236}">
                <a16:creationId xmlns:a16="http://schemas.microsoft.com/office/drawing/2014/main" id="{C6F47A30-03B8-4A4D-DEB1-5924A89A6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20" y="1535680"/>
            <a:ext cx="7620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669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79C5-DEA5-9CA2-1D80-0EF5C7AE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C0213857-7288-DAF7-B382-E9313E01C01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焊接及測試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A9E49FE-80F7-9C92-207F-3A389B615D34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32E1DD22-6EEA-2797-821D-29A2F6EC1737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螢幕擷取畫面, 文字, 繪圖 的圖片&#10;&#10;AI 產生的內容可能不正確。">
            <a:extLst>
              <a:ext uri="{FF2B5EF4-FFF2-40B4-BE49-F238E27FC236}">
                <a16:creationId xmlns:a16="http://schemas.microsoft.com/office/drawing/2014/main" id="{EFF85C3A-1245-7022-2A85-A614AADC7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20" y="913320"/>
            <a:ext cx="7620000" cy="4572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171E1AC-AA2E-8974-5149-94A65EA97E50}"/>
              </a:ext>
            </a:extLst>
          </p:cNvPr>
          <p:cNvSpPr txBox="1"/>
          <p:nvPr/>
        </p:nvSpPr>
        <p:spPr>
          <a:xfrm>
            <a:off x="7453969" y="5497119"/>
            <a:ext cx="1697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C2:</a:t>
            </a:r>
            <a:r>
              <a:rPr lang="zh-TW" altLang="en-US" dirty="0"/>
              <a:t>震盪子電流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回授電壓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回授電流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366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倍率不夠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導致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讀不到值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OPA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倍率相同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但阻值過大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導致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Offset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變小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157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4872-0E9C-E279-C993-C5AACC94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C370957-60F5-3C6C-BA63-0707FCDE5933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MCU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焊接及測試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BC9059A3-2432-A643-6C42-AF8763206AB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5B95153-4BA5-12DF-5091-BC817CF0F6FE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調整後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圖表, 繪圖, 行 的圖片&#10;&#10;AI 產生的內容可能不正確。">
            <a:extLst>
              <a:ext uri="{FF2B5EF4-FFF2-40B4-BE49-F238E27FC236}">
                <a16:creationId xmlns:a16="http://schemas.microsoft.com/office/drawing/2014/main" id="{03CEB5BC-6E3A-6296-D37D-0318FDBE9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5695E30-659E-090B-8AD5-07234444DE0D}"/>
              </a:ext>
            </a:extLst>
          </p:cNvPr>
          <p:cNvSpPr txBox="1"/>
          <p:nvPr/>
        </p:nvSpPr>
        <p:spPr>
          <a:xfrm>
            <a:off x="7446099" y="5273307"/>
            <a:ext cx="1697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C1:</a:t>
            </a:r>
            <a:r>
              <a:rPr lang="zh-TW" altLang="en-US" dirty="0"/>
              <a:t>回授電壓</a:t>
            </a:r>
            <a:endParaRPr lang="en-US" altLang="zh-TW" dirty="0"/>
          </a:p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039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598FD-74F5-7655-DB16-CEB6833A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26B1CF91-F5E9-66C3-6D7E-B5D0FD413AC8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spc="-1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回報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7D17FF6B-8A9E-C68C-D826-BB7ACB3DE9D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A6081EC-CB72-E78A-0F2D-D612357E5F6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廠商架子還沒確定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要等我們做起來最佳的方式再去設計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震盪子要持續使用到不能震為止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103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MCU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回授調整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192911</TotalTime>
  <Words>191</Words>
  <Application>Microsoft Office PowerPoint</Application>
  <PresentationFormat>如螢幕大小 (4:3)</PresentationFormat>
  <Paragraphs>57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2266</cp:revision>
  <dcterms:created xsi:type="dcterms:W3CDTF">2001-07-18T23:57:34Z</dcterms:created>
  <dcterms:modified xsi:type="dcterms:W3CDTF">2025-04-22T02:13:10Z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