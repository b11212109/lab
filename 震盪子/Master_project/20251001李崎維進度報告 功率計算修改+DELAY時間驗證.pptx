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492" r:id="rId4"/>
    <p:sldId id="1592" r:id="rId5"/>
    <p:sldId id="1591" r:id="rId6"/>
    <p:sldId id="1607" r:id="rId7"/>
    <p:sldId id="1600" r:id="rId8"/>
    <p:sldId id="1598" r:id="rId9"/>
    <p:sldId id="1605" r:id="rId10"/>
    <p:sldId id="1603" r:id="rId11"/>
    <p:sldId id="1604" r:id="rId12"/>
    <p:sldId id="1606" r:id="rId13"/>
    <p:sldId id="1601" r:id="rId14"/>
    <p:sldId id="493" r:id="rId15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592"/>
            <p14:sldId id="1591"/>
            <p14:sldId id="1607"/>
            <p14:sldId id="1600"/>
            <p14:sldId id="1598"/>
            <p14:sldId id="1605"/>
            <p14:sldId id="1603"/>
            <p14:sldId id="1604"/>
            <p14:sldId id="1606"/>
            <p14:sldId id="1601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13" d="100"/>
          <a:sy n="113" d="100"/>
        </p:scale>
        <p:origin x="15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ownloads\&#38663;&#30442;&#23376;&#21151;&#29575;&#35336;&#31639;&#27169;&#264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震盪子功率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工作表1!$AE$1:$AE$198</c:f>
              <c:numCache>
                <c:formatCode>General</c:formatCode>
                <c:ptCount val="198"/>
                <c:pt idx="0">
                  <c:v>151646.9712</c:v>
                </c:pt>
                <c:pt idx="1">
                  <c:v>176839.61389999997</c:v>
                </c:pt>
                <c:pt idx="2">
                  <c:v>182030.76</c:v>
                </c:pt>
                <c:pt idx="3">
                  <c:v>167080.16999999995</c:v>
                </c:pt>
                <c:pt idx="4">
                  <c:v>133592.65830000007</c:v>
                </c:pt>
                <c:pt idx="5">
                  <c:v>84806.505300000077</c:v>
                </c:pt>
                <c:pt idx="6">
                  <c:v>25292.63879999995</c:v>
                </c:pt>
                <c:pt idx="7">
                  <c:v>-39413.493999999948</c:v>
                </c:pt>
                <c:pt idx="8">
                  <c:v>-103284.76320000007</c:v>
                </c:pt>
                <c:pt idx="9">
                  <c:v>-160326.48450000008</c:v>
                </c:pt>
                <c:pt idx="10">
                  <c:v>-205125.60669999995</c:v>
                </c:pt>
                <c:pt idx="11">
                  <c:v>-233340.55740000005</c:v>
                </c:pt>
                <c:pt idx="12">
                  <c:v>-242141.18850000005</c:v>
                </c:pt>
                <c:pt idx="13">
                  <c:v>-230463.32969999997</c:v>
                </c:pt>
                <c:pt idx="14">
                  <c:v>-199218.65560000003</c:v>
                </c:pt>
                <c:pt idx="15">
                  <c:v>-151193.82960000008</c:v>
                </c:pt>
                <c:pt idx="16">
                  <c:v>-90843.608699999968</c:v>
                </c:pt>
                <c:pt idx="17">
                  <c:v>-23919.895999999961</c:v>
                </c:pt>
                <c:pt idx="18">
                  <c:v>43097.142399999968</c:v>
                </c:pt>
                <c:pt idx="19">
                  <c:v>103604.3048</c:v>
                </c:pt>
                <c:pt idx="20">
                  <c:v>151547.36909999995</c:v>
                </c:pt>
                <c:pt idx="21">
                  <c:v>182035.50539999999</c:v>
                </c:pt>
                <c:pt idx="22">
                  <c:v>191892.88899999997</c:v>
                </c:pt>
                <c:pt idx="23">
                  <c:v>179991.05279999992</c:v>
                </c:pt>
                <c:pt idx="24">
                  <c:v>147463.12859999994</c:v>
                </c:pt>
                <c:pt idx="25">
                  <c:v>97605.264200000078</c:v>
                </c:pt>
                <c:pt idx="26">
                  <c:v>35613.670400000017</c:v>
                </c:pt>
                <c:pt idx="27">
                  <c:v>-31957.056999999928</c:v>
                </c:pt>
                <c:pt idx="28">
                  <c:v>-97822.243200000012</c:v>
                </c:pt>
                <c:pt idx="29">
                  <c:v>-154754.87949999992</c:v>
                </c:pt>
                <c:pt idx="30">
                  <c:v>-196324.56399999993</c:v>
                </c:pt>
                <c:pt idx="31">
                  <c:v>-217646.82399999994</c:v>
                </c:pt>
                <c:pt idx="32">
                  <c:v>-215932.3476000001</c:v>
                </c:pt>
                <c:pt idx="33">
                  <c:v>-190834.67250000004</c:v>
                </c:pt>
                <c:pt idx="34">
                  <c:v>-144510.98879999999</c:v>
                </c:pt>
                <c:pt idx="35">
                  <c:v>-81499.408999999971</c:v>
                </c:pt>
                <c:pt idx="36">
                  <c:v>-8201.8134000000318</c:v>
                </c:pt>
                <c:pt idx="37">
                  <c:v>67735.467000000004</c:v>
                </c:pt>
                <c:pt idx="38">
                  <c:v>138257.33760000003</c:v>
                </c:pt>
                <c:pt idx="39">
                  <c:v>195779.31359999996</c:v>
                </c:pt>
                <c:pt idx="40">
                  <c:v>234036.6259999999</c:v>
                </c:pt>
                <c:pt idx="41">
                  <c:v>248805.36359999992</c:v>
                </c:pt>
                <c:pt idx="42">
                  <c:v>238374.47480000008</c:v>
                </c:pt>
                <c:pt idx="43">
                  <c:v>203821.05960000004</c:v>
                </c:pt>
                <c:pt idx="44">
                  <c:v>148891.3832000001</c:v>
                </c:pt>
                <c:pt idx="45">
                  <c:v>79652.217599999989</c:v>
                </c:pt>
                <c:pt idx="46">
                  <c:v>3808.0880999999172</c:v>
                </c:pt>
                <c:pt idx="47">
                  <c:v>-70088.28439999999</c:v>
                </c:pt>
                <c:pt idx="48">
                  <c:v>-133657.74400000004</c:v>
                </c:pt>
                <c:pt idx="49">
                  <c:v>-179544.34499999997</c:v>
                </c:pt>
                <c:pt idx="50">
                  <c:v>-202352.83109999992</c:v>
                </c:pt>
                <c:pt idx="51">
                  <c:v>-199223.11079999999</c:v>
                </c:pt>
                <c:pt idx="52">
                  <c:v>-170173.29640000002</c:v>
                </c:pt>
                <c:pt idx="53">
                  <c:v>-118188.0551</c:v>
                </c:pt>
                <c:pt idx="54">
                  <c:v>-48841.005999999994</c:v>
                </c:pt>
                <c:pt idx="55">
                  <c:v>30251.901600000012</c:v>
                </c:pt>
                <c:pt idx="56">
                  <c:v>110302.91999999995</c:v>
                </c:pt>
                <c:pt idx="57">
                  <c:v>182328.65399999998</c:v>
                </c:pt>
                <c:pt idx="58">
                  <c:v>238162.66320000001</c:v>
                </c:pt>
                <c:pt idx="59">
                  <c:v>271397.47749999998</c:v>
                </c:pt>
                <c:pt idx="60">
                  <c:v>278125.84799999994</c:v>
                </c:pt>
                <c:pt idx="61">
                  <c:v>257394.23499999993</c:v>
                </c:pt>
                <c:pt idx="62">
                  <c:v>211337.15850000005</c:v>
                </c:pt>
                <c:pt idx="63">
                  <c:v>145007.38259999992</c:v>
                </c:pt>
                <c:pt idx="64">
                  <c:v>65740.313399999999</c:v>
                </c:pt>
                <c:pt idx="65">
                  <c:v>-17595.058500000105</c:v>
                </c:pt>
                <c:pt idx="66">
                  <c:v>-95586.675199999925</c:v>
                </c:pt>
                <c:pt idx="67">
                  <c:v>-159381.11999999997</c:v>
                </c:pt>
                <c:pt idx="68">
                  <c:v>-201685.71359999993</c:v>
                </c:pt>
                <c:pt idx="69">
                  <c:v>-217554.55899999995</c:v>
                </c:pt>
                <c:pt idx="70">
                  <c:v>-205030.05109999995</c:v>
                </c:pt>
                <c:pt idx="71">
                  <c:v>-165322.51639999996</c:v>
                </c:pt>
                <c:pt idx="72">
                  <c:v>-102734.64480000004</c:v>
                </c:pt>
                <c:pt idx="73">
                  <c:v>-24154.703699999987</c:v>
                </c:pt>
                <c:pt idx="74">
                  <c:v>61689.006399999969</c:v>
                </c:pt>
                <c:pt idx="75">
                  <c:v>145210.87350000002</c:v>
                </c:pt>
                <c:pt idx="76">
                  <c:v>217063.0704</c:v>
                </c:pt>
                <c:pt idx="77">
                  <c:v>269177.2883999999</c:v>
                </c:pt>
                <c:pt idx="78">
                  <c:v>295674.31600000005</c:v>
                </c:pt>
                <c:pt idx="79">
                  <c:v>293566.49899999995</c:v>
                </c:pt>
                <c:pt idx="80">
                  <c:v>263076.67359999992</c:v>
                </c:pt>
                <c:pt idx="81">
                  <c:v>207618.30959999989</c:v>
                </c:pt>
                <c:pt idx="82">
                  <c:v>133446.73140000005</c:v>
                </c:pt>
                <c:pt idx="83">
                  <c:v>48913.191600000042</c:v>
                </c:pt>
                <c:pt idx="84">
                  <c:v>-36442.923399999891</c:v>
                </c:pt>
                <c:pt idx="85">
                  <c:v>-112961.03720000012</c:v>
                </c:pt>
                <c:pt idx="86">
                  <c:v>-172002.4878</c:v>
                </c:pt>
                <c:pt idx="87">
                  <c:v>-206861.40799999997</c:v>
                </c:pt>
                <c:pt idx="88">
                  <c:v>-213574.11889999994</c:v>
                </c:pt>
                <c:pt idx="89">
                  <c:v>-191345.49560000005</c:v>
                </c:pt>
                <c:pt idx="90">
                  <c:v>-142662.23639999988</c:v>
                </c:pt>
                <c:pt idx="91">
                  <c:v>-72987.740399999995</c:v>
                </c:pt>
                <c:pt idx="92">
                  <c:v>9824.1087000000134</c:v>
                </c:pt>
                <c:pt idx="93">
                  <c:v>96433.149800000028</c:v>
                </c:pt>
                <c:pt idx="94">
                  <c:v>177046.73800000001</c:v>
                </c:pt>
                <c:pt idx="95">
                  <c:v>242548.36809999996</c:v>
                </c:pt>
                <c:pt idx="96">
                  <c:v>285494.50349999993</c:v>
                </c:pt>
                <c:pt idx="97">
                  <c:v>300983.24829999998</c:v>
                </c:pt>
                <c:pt idx="98">
                  <c:v>287187.39000000007</c:v>
                </c:pt>
                <c:pt idx="99">
                  <c:v>245561.58999999991</c:v>
                </c:pt>
                <c:pt idx="100">
                  <c:v>180706.48320000005</c:v>
                </c:pt>
                <c:pt idx="101">
                  <c:v>99804.051199999871</c:v>
                </c:pt>
                <c:pt idx="102">
                  <c:v>11888.932400000043</c:v>
                </c:pt>
                <c:pt idx="103">
                  <c:v>-73263.781500000056</c:v>
                </c:pt>
                <c:pt idx="104">
                  <c:v>-146141.85630000004</c:v>
                </c:pt>
                <c:pt idx="105">
                  <c:v>-198618.15480000008</c:v>
                </c:pt>
                <c:pt idx="106">
                  <c:v>-224843.53080000004</c:v>
                </c:pt>
                <c:pt idx="107">
                  <c:v>-221893.78200000009</c:v>
                </c:pt>
                <c:pt idx="108">
                  <c:v>-190102.67980000007</c:v>
                </c:pt>
                <c:pt idx="109">
                  <c:v>-133017.72750000004</c:v>
                </c:pt>
                <c:pt idx="110">
                  <c:v>-57004.833599999976</c:v>
                </c:pt>
                <c:pt idx="111">
                  <c:v>29478.685999999969</c:v>
                </c:pt>
                <c:pt idx="112">
                  <c:v>116814.26130000003</c:v>
                </c:pt>
                <c:pt idx="113">
                  <c:v>195301.92240000007</c:v>
                </c:pt>
                <c:pt idx="114">
                  <c:v>256246.5</c:v>
                </c:pt>
                <c:pt idx="115">
                  <c:v>292934.88120000006</c:v>
                </c:pt>
                <c:pt idx="116">
                  <c:v>301348.82960000006</c:v>
                </c:pt>
                <c:pt idx="117">
                  <c:v>280643.26000000013</c:v>
                </c:pt>
                <c:pt idx="118">
                  <c:v>233213.75700000004</c:v>
                </c:pt>
                <c:pt idx="119">
                  <c:v>164409.72239999997</c:v>
                </c:pt>
                <c:pt idx="120">
                  <c:v>81974.317700000087</c:v>
                </c:pt>
                <c:pt idx="121">
                  <c:v>-4871.3378999999595</c:v>
                </c:pt>
                <c:pt idx="122">
                  <c:v>-86442.735000000001</c:v>
                </c:pt>
                <c:pt idx="123">
                  <c:v>-153659.2643999999</c:v>
                </c:pt>
                <c:pt idx="124">
                  <c:v>-199068.12239999993</c:v>
                </c:pt>
                <c:pt idx="125">
                  <c:v>-217675.70299999992</c:v>
                </c:pt>
                <c:pt idx="126">
                  <c:v>-207469.2834999999</c:v>
                </c:pt>
                <c:pt idx="127">
                  <c:v>-169684.85119999998</c:v>
                </c:pt>
                <c:pt idx="128">
                  <c:v>-108596.37119999997</c:v>
                </c:pt>
                <c:pt idx="129">
                  <c:v>-31093.752000000022</c:v>
                </c:pt>
                <c:pt idx="130">
                  <c:v>54131.770799999977</c:v>
                </c:pt>
                <c:pt idx="131">
                  <c:v>137539.1158</c:v>
                </c:pt>
                <c:pt idx="132">
                  <c:v>209803.3812</c:v>
                </c:pt>
                <c:pt idx="133">
                  <c:v>262858.45069999999</c:v>
                </c:pt>
                <c:pt idx="134">
                  <c:v>290780.62</c:v>
                </c:pt>
                <c:pt idx="135">
                  <c:v>290445.33400000009</c:v>
                </c:pt>
                <c:pt idx="136">
                  <c:v>261872.53750000001</c:v>
                </c:pt>
                <c:pt idx="137">
                  <c:v>208229.87360000005</c:v>
                </c:pt>
                <c:pt idx="138">
                  <c:v>135429.48439999987</c:v>
                </c:pt>
                <c:pt idx="139">
                  <c:v>51544.911000000058</c:v>
                </c:pt>
                <c:pt idx="140">
                  <c:v>-34188.852500000001</c:v>
                </c:pt>
                <c:pt idx="141">
                  <c:v>-112304.20739999988</c:v>
                </c:pt>
                <c:pt idx="142">
                  <c:v>-174214.51599999992</c:v>
                </c:pt>
                <c:pt idx="143">
                  <c:v>-213106.45980000007</c:v>
                </c:pt>
                <c:pt idx="144">
                  <c:v>-224764.90059999996</c:v>
                </c:pt>
                <c:pt idx="145">
                  <c:v>-207952.02</c:v>
                </c:pt>
                <c:pt idx="146">
                  <c:v>-164589.859</c:v>
                </c:pt>
                <c:pt idx="147">
                  <c:v>-99514.824399999983</c:v>
                </c:pt>
                <c:pt idx="148">
                  <c:v>-19946.316500000001</c:v>
                </c:pt>
                <c:pt idx="149">
                  <c:v>65323.142400000004</c:v>
                </c:pt>
                <c:pt idx="150">
                  <c:v>146892.3792</c:v>
                </c:pt>
                <c:pt idx="151">
                  <c:v>215812.94880000001</c:v>
                </c:pt>
                <c:pt idx="152">
                  <c:v>264546.62430000014</c:v>
                </c:pt>
                <c:pt idx="153">
                  <c:v>287812.02659999998</c:v>
                </c:pt>
                <c:pt idx="154">
                  <c:v>283156.3845000001</c:v>
                </c:pt>
                <c:pt idx="155">
                  <c:v>251216.55579999997</c:v>
                </c:pt>
                <c:pt idx="156">
                  <c:v>195642.04170000006</c:v>
                </c:pt>
                <c:pt idx="157">
                  <c:v>122675.64629999988</c:v>
                </c:pt>
                <c:pt idx="158">
                  <c:v>40472.006400000093</c:v>
                </c:pt>
                <c:pt idx="159">
                  <c:v>-41818.313599999921</c:v>
                </c:pt>
                <c:pt idx="160">
                  <c:v>-115091.00279999993</c:v>
                </c:pt>
                <c:pt idx="161">
                  <c:v>-171227.6568</c:v>
                </c:pt>
                <c:pt idx="162">
                  <c:v>-204050.93030000004</c:v>
                </c:pt>
                <c:pt idx="163">
                  <c:v>-209976.67840000003</c:v>
                </c:pt>
                <c:pt idx="164">
                  <c:v>-188396.30460000009</c:v>
                </c:pt>
                <c:pt idx="165">
                  <c:v>-141770.9880000001</c:v>
                </c:pt>
                <c:pt idx="166">
                  <c:v>-75323.129700000049</c:v>
                </c:pt>
                <c:pt idx="167">
                  <c:v>3536.7930000000324</c:v>
                </c:pt>
                <c:pt idx="168">
                  <c:v>86014.829300000027</c:v>
                </c:pt>
                <c:pt idx="169">
                  <c:v>162930.1</c:v>
                </c:pt>
                <c:pt idx="170">
                  <c:v>225710.57220000008</c:v>
                </c:pt>
                <c:pt idx="171">
                  <c:v>267338.43900000007</c:v>
                </c:pt>
                <c:pt idx="172">
                  <c:v>283151.30799999996</c:v>
                </c:pt>
                <c:pt idx="173">
                  <c:v>271306.47599999991</c:v>
                </c:pt>
                <c:pt idx="174">
                  <c:v>233046.30700000009</c:v>
                </c:pt>
                <c:pt idx="175">
                  <c:v>172508.23800000001</c:v>
                </c:pt>
                <c:pt idx="176">
                  <c:v>96282.47839999992</c:v>
                </c:pt>
                <c:pt idx="177">
                  <c:v>12735.58520000007</c:v>
                </c:pt>
                <c:pt idx="178">
                  <c:v>-68984.525700000071</c:v>
                </c:pt>
                <c:pt idx="179">
                  <c:v>-139894.51980000004</c:v>
                </c:pt>
                <c:pt idx="180">
                  <c:v>-192178.09180000005</c:v>
                </c:pt>
                <c:pt idx="181">
                  <c:v>-220049.39360000007</c:v>
                </c:pt>
                <c:pt idx="182">
                  <c:v>-220397.9192</c:v>
                </c:pt>
                <c:pt idx="183">
                  <c:v>-193115.92440000002</c:v>
                </c:pt>
                <c:pt idx="184">
                  <c:v>-141129.12319999997</c:v>
                </c:pt>
                <c:pt idx="185">
                  <c:v>-70055.68879999996</c:v>
                </c:pt>
                <c:pt idx="186">
                  <c:v>12361.776200000008</c:v>
                </c:pt>
                <c:pt idx="187">
                  <c:v>97141.527299999972</c:v>
                </c:pt>
                <c:pt idx="188">
                  <c:v>175016.6808</c:v>
                </c:pt>
                <c:pt idx="189">
                  <c:v>237459.48800000004</c:v>
                </c:pt>
                <c:pt idx="190">
                  <c:v>277603.88660000009</c:v>
                </c:pt>
                <c:pt idx="191">
                  <c:v>291024.29200000002</c:v>
                </c:pt>
                <c:pt idx="192">
                  <c:v>276178.8863999999</c:v>
                </c:pt>
                <c:pt idx="193">
                  <c:v>234626.4764999999</c:v>
                </c:pt>
                <c:pt idx="194">
                  <c:v>170871.96520000006</c:v>
                </c:pt>
                <c:pt idx="195">
                  <c:v>91819.430999999895</c:v>
                </c:pt>
                <c:pt idx="196">
                  <c:v>6109.1671999998862</c:v>
                </c:pt>
                <c:pt idx="197">
                  <c:v>-76856.538899999985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5A-4406-9DB1-E31FA6BBC3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5595216"/>
        <c:axId val="1005596464"/>
      </c:lineChart>
      <c:catAx>
        <c:axId val="100559521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05596464"/>
        <c:crosses val="autoZero"/>
        <c:auto val="1"/>
        <c:lblAlgn val="ctr"/>
        <c:lblOffset val="100"/>
        <c:noMultiLvlLbl val="0"/>
      </c:catAx>
      <c:valAx>
        <c:axId val="1005596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05595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9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16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測試電壓變化所需時間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更改功率計算程式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取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ADC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值用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Excel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試算功率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試算出功率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8D088029-2D4A-4B0D-BCA7-313D1201A3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942616"/>
              </p:ext>
            </p:extLst>
          </p:nvPr>
        </p:nvGraphicFramePr>
        <p:xfrm>
          <a:off x="0" y="1240864"/>
          <a:ext cx="9144000" cy="49201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1016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測試電壓變化所需時間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測試電壓變化所需時間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輸入電壓拉高需要多少時間穩定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約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10ms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10Hz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Duty50%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的時間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12.5ms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在往上可能取到非峰值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F9EC786-E203-4FB9-8E89-38EF51E62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9674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720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測試電壓變化所需時間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測試電壓變化所需時間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輸入電壓拉高需要多少時間穩定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約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10ms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10Hz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Duty50%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的時間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12.5ms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在往上可能取到非峰值</a:t>
            </a:r>
            <a:b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88BC364-2817-4CD3-933F-848C88DFD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37224"/>
            <a:ext cx="9144000" cy="381476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F04A829-BDF8-4B29-BF79-3C48FCBA9167}"/>
              </a:ext>
            </a:extLst>
          </p:cNvPr>
          <p:cNvSpPr/>
          <p:nvPr/>
        </p:nvSpPr>
        <p:spPr>
          <a:xfrm>
            <a:off x="5757333" y="4089400"/>
            <a:ext cx="914400" cy="64346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4578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改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完程式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電壓就可以有足夠震動量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10Hz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載波下也可以有水花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80936955.191492">
            <a:hlinkClick r:id="" action="ppaction://media"/>
            <a:extLst>
              <a:ext uri="{FF2B5EF4-FFF2-40B4-BE49-F238E27FC236}">
                <a16:creationId xmlns:a16="http://schemas.microsoft.com/office/drawing/2014/main" id="{22932A49-8D4A-4E38-A19B-264A2C094C97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71653" y="1812250"/>
            <a:ext cx="8200693" cy="46128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736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24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改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完程式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35280" y="203335"/>
            <a:ext cx="8784000" cy="39064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計算出的值對照電供差不多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及功率有差距問題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5D56260-E6F5-4D6D-BC68-17019D64D69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72" r="-385"/>
          <a:stretch/>
        </p:blipFill>
        <p:spPr>
          <a:xfrm>
            <a:off x="-17585" y="1403586"/>
            <a:ext cx="9179169" cy="47844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2261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改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完程式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10Hz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載波下也可以有水花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780936955.120008">
            <a:hlinkClick r:id="" action="ppaction://media"/>
            <a:extLst>
              <a:ext uri="{FF2B5EF4-FFF2-40B4-BE49-F238E27FC236}">
                <a16:creationId xmlns:a16="http://schemas.microsoft.com/office/drawing/2014/main" id="{89AA506E-348F-4374-A2D3-E3DC632A1ABB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0161" y="1426760"/>
            <a:ext cx="8603678" cy="48395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466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修改功率計算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掃頻到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40W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停止掃頻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可能因為離最佳諧振點太遠 加入載波後效果不好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3720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修改功率計算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DUTY50%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電壓還是有大有小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A856150-A857-409B-BD28-0508F984B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3557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8810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修改功率計算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DUTY50%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電壓還是有大有小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突波造成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6D8E733-6818-4591-A90A-A94D0F54B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848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1535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修電路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拉高輸入電壓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回授燒掉 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49C1E25-31CB-40FC-ACF2-234BB1626B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45" b="36790"/>
          <a:stretch/>
        </p:blipFill>
        <p:spPr>
          <a:xfrm>
            <a:off x="319242" y="1504990"/>
            <a:ext cx="8216075" cy="451944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312C857-7587-41D6-8091-4C07DF26FC57}"/>
              </a:ext>
            </a:extLst>
          </p:cNvPr>
          <p:cNvSpPr/>
          <p:nvPr/>
        </p:nvSpPr>
        <p:spPr>
          <a:xfrm>
            <a:off x="4110567" y="5249333"/>
            <a:ext cx="922866" cy="8428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226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載波控制下功率計算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長時間測試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210222</TotalTime>
  <Words>260</Words>
  <Application>Microsoft Office PowerPoint</Application>
  <PresentationFormat>如螢幕大小 (4:3)</PresentationFormat>
  <Paragraphs>57</Paragraphs>
  <Slides>13</Slides>
  <Notes>1</Notes>
  <HiddenSlides>0</HiddenSlides>
  <MMClips>2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23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2439</cp:revision>
  <dcterms:created xsi:type="dcterms:W3CDTF">2001-07-18T23:57:34Z</dcterms:created>
  <dcterms:modified xsi:type="dcterms:W3CDTF">2025-09-30T15:34:29Z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