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492" r:id="rId4"/>
    <p:sldId id="1386" r:id="rId5"/>
    <p:sldId id="1383" r:id="rId6"/>
    <p:sldId id="1382" r:id="rId7"/>
    <p:sldId id="1385" r:id="rId8"/>
    <p:sldId id="1399" r:id="rId9"/>
    <p:sldId id="1389" r:id="rId10"/>
    <p:sldId id="1390" r:id="rId11"/>
    <p:sldId id="1400" r:id="rId12"/>
    <p:sldId id="1401" r:id="rId13"/>
    <p:sldId id="1397" r:id="rId14"/>
    <p:sldId id="1393" r:id="rId15"/>
    <p:sldId id="1392" r:id="rId16"/>
    <p:sldId id="1398" r:id="rId17"/>
    <p:sldId id="1402" r:id="rId18"/>
    <p:sldId id="1403" r:id="rId19"/>
    <p:sldId id="1405" r:id="rId20"/>
    <p:sldId id="1404" r:id="rId21"/>
    <p:sldId id="1406" r:id="rId22"/>
    <p:sldId id="493" r:id="rId2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86"/>
            <p14:sldId id="1383"/>
            <p14:sldId id="1382"/>
            <p14:sldId id="1385"/>
            <p14:sldId id="1399"/>
            <p14:sldId id="1389"/>
            <p14:sldId id="1390"/>
            <p14:sldId id="1400"/>
            <p14:sldId id="1401"/>
            <p14:sldId id="1397"/>
            <p14:sldId id="1393"/>
            <p14:sldId id="1392"/>
            <p14:sldId id="1398"/>
            <p14:sldId id="1402"/>
            <p14:sldId id="1403"/>
            <p14:sldId id="1405"/>
            <p14:sldId id="1404"/>
            <p14:sldId id="1406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FC05"/>
    <a:srgbClr val="0000FD"/>
    <a:srgbClr val="FB0275"/>
    <a:srgbClr val="B1A709"/>
    <a:srgbClr val="00CC99"/>
    <a:srgbClr val="3333CC"/>
    <a:srgbClr val="6868D9"/>
    <a:srgbClr val="00A077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2_8H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2_8H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2_8H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2_8H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3_8H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3_8H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3_8H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3_8HR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7_8HR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7_8HR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7_8HR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7_8HR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工作表1!$C$2:$C$50</c:f>
              <c:numCache>
                <c:formatCode>General</c:formatCode>
                <c:ptCount val="49"/>
                <c:pt idx="0">
                  <c:v>0.2462</c:v>
                </c:pt>
                <c:pt idx="1">
                  <c:v>0.26479999999999998</c:v>
                </c:pt>
                <c:pt idx="2">
                  <c:v>0.27129999999999999</c:v>
                </c:pt>
                <c:pt idx="3">
                  <c:v>0.2702</c:v>
                </c:pt>
                <c:pt idx="4">
                  <c:v>0.26769999999999999</c:v>
                </c:pt>
                <c:pt idx="5">
                  <c:v>0.2656</c:v>
                </c:pt>
                <c:pt idx="6">
                  <c:v>0.26469999999999999</c:v>
                </c:pt>
                <c:pt idx="7">
                  <c:v>0.2641</c:v>
                </c:pt>
                <c:pt idx="8">
                  <c:v>0.26860000000000001</c:v>
                </c:pt>
                <c:pt idx="9">
                  <c:v>0.2717</c:v>
                </c:pt>
                <c:pt idx="10">
                  <c:v>0.26119999999999999</c:v>
                </c:pt>
                <c:pt idx="11">
                  <c:v>0.26090000000000002</c:v>
                </c:pt>
                <c:pt idx="12">
                  <c:v>0.23530000000000001</c:v>
                </c:pt>
                <c:pt idx="13">
                  <c:v>0.23649999999999999</c:v>
                </c:pt>
                <c:pt idx="14">
                  <c:v>0.26469999999999999</c:v>
                </c:pt>
                <c:pt idx="15">
                  <c:v>0.2641</c:v>
                </c:pt>
                <c:pt idx="16">
                  <c:v>0.26860000000000001</c:v>
                </c:pt>
                <c:pt idx="17">
                  <c:v>0.2717</c:v>
                </c:pt>
                <c:pt idx="18">
                  <c:v>0.26119999999999999</c:v>
                </c:pt>
                <c:pt idx="19">
                  <c:v>0.26090000000000002</c:v>
                </c:pt>
                <c:pt idx="20">
                  <c:v>0.23530000000000001</c:v>
                </c:pt>
                <c:pt idx="21">
                  <c:v>0.23649999999999999</c:v>
                </c:pt>
                <c:pt idx="22">
                  <c:v>0.2361</c:v>
                </c:pt>
                <c:pt idx="23">
                  <c:v>0.23749999999999999</c:v>
                </c:pt>
                <c:pt idx="24">
                  <c:v>0.23749999999999999</c:v>
                </c:pt>
                <c:pt idx="25">
                  <c:v>0.25659999999999999</c:v>
                </c:pt>
                <c:pt idx="26">
                  <c:v>0.249</c:v>
                </c:pt>
                <c:pt idx="27">
                  <c:v>0.24909999999999999</c:v>
                </c:pt>
                <c:pt idx="28">
                  <c:v>0.24879999999999999</c:v>
                </c:pt>
                <c:pt idx="29">
                  <c:v>0.24809999999999999</c:v>
                </c:pt>
                <c:pt idx="30">
                  <c:v>0.24940000000000001</c:v>
                </c:pt>
                <c:pt idx="31">
                  <c:v>0.25069999999999998</c:v>
                </c:pt>
                <c:pt idx="32">
                  <c:v>0.25019999999999998</c:v>
                </c:pt>
                <c:pt idx="33">
                  <c:v>0.25409999999999999</c:v>
                </c:pt>
                <c:pt idx="34">
                  <c:v>0.25590000000000002</c:v>
                </c:pt>
                <c:pt idx="35">
                  <c:v>0.25459999999999999</c:v>
                </c:pt>
                <c:pt idx="36">
                  <c:v>0.25219999999999998</c:v>
                </c:pt>
                <c:pt idx="37">
                  <c:v>0.2382</c:v>
                </c:pt>
                <c:pt idx="38">
                  <c:v>0.25119999999999998</c:v>
                </c:pt>
                <c:pt idx="39">
                  <c:v>0.25619999999999998</c:v>
                </c:pt>
                <c:pt idx="40">
                  <c:v>0.25309999999999999</c:v>
                </c:pt>
                <c:pt idx="41">
                  <c:v>0.2515</c:v>
                </c:pt>
                <c:pt idx="42">
                  <c:v>0.25130000000000002</c:v>
                </c:pt>
                <c:pt idx="43">
                  <c:v>0.25130000000000002</c:v>
                </c:pt>
                <c:pt idx="44">
                  <c:v>0.24990000000000001</c:v>
                </c:pt>
                <c:pt idx="45">
                  <c:v>0.24990000000000001</c:v>
                </c:pt>
                <c:pt idx="46">
                  <c:v>0.24790000000000001</c:v>
                </c:pt>
                <c:pt idx="47">
                  <c:v>0.2475</c:v>
                </c:pt>
                <c:pt idx="48">
                  <c:v>0.24759999999999999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25-4FD6-9E6D-46F2A7C10082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工作表1!$G$2:$G$50</c:f>
              <c:numCache>
                <c:formatCode>General</c:formatCode>
                <c:ptCount val="49"/>
                <c:pt idx="0">
                  <c:v>0.1741</c:v>
                </c:pt>
                <c:pt idx="1">
                  <c:v>0.15240000000000001</c:v>
                </c:pt>
                <c:pt idx="2">
                  <c:v>0.1542</c:v>
                </c:pt>
                <c:pt idx="3">
                  <c:v>0.15129999999999999</c:v>
                </c:pt>
                <c:pt idx="4">
                  <c:v>0.1507</c:v>
                </c:pt>
                <c:pt idx="5">
                  <c:v>0.1502</c:v>
                </c:pt>
                <c:pt idx="6">
                  <c:v>0.15060000000000001</c:v>
                </c:pt>
                <c:pt idx="7">
                  <c:v>0.15049999999999999</c:v>
                </c:pt>
                <c:pt idx="8">
                  <c:v>0.1381</c:v>
                </c:pt>
                <c:pt idx="9">
                  <c:v>0.13930000000000001</c:v>
                </c:pt>
                <c:pt idx="10">
                  <c:v>0.14230000000000001</c:v>
                </c:pt>
                <c:pt idx="11">
                  <c:v>0.14249999999999999</c:v>
                </c:pt>
                <c:pt idx="12">
                  <c:v>0.14799999999999999</c:v>
                </c:pt>
                <c:pt idx="13">
                  <c:v>0.14829999999999999</c:v>
                </c:pt>
                <c:pt idx="14">
                  <c:v>0.15060000000000001</c:v>
                </c:pt>
                <c:pt idx="15">
                  <c:v>0.15049999999999999</c:v>
                </c:pt>
                <c:pt idx="16">
                  <c:v>0.1381</c:v>
                </c:pt>
                <c:pt idx="17">
                  <c:v>0.13930000000000001</c:v>
                </c:pt>
                <c:pt idx="18">
                  <c:v>0.14230000000000001</c:v>
                </c:pt>
                <c:pt idx="19">
                  <c:v>0.14249999999999999</c:v>
                </c:pt>
                <c:pt idx="20">
                  <c:v>0.14799999999999999</c:v>
                </c:pt>
                <c:pt idx="21">
                  <c:v>0.14829999999999999</c:v>
                </c:pt>
                <c:pt idx="22">
                  <c:v>0.1487</c:v>
                </c:pt>
                <c:pt idx="23">
                  <c:v>0.14849999999999999</c:v>
                </c:pt>
                <c:pt idx="24">
                  <c:v>0.14860000000000001</c:v>
                </c:pt>
                <c:pt idx="25">
                  <c:v>0.14019999999999999</c:v>
                </c:pt>
                <c:pt idx="26">
                  <c:v>0.14580000000000001</c:v>
                </c:pt>
                <c:pt idx="27">
                  <c:v>0.1472</c:v>
                </c:pt>
                <c:pt idx="28">
                  <c:v>0.14799999999999999</c:v>
                </c:pt>
                <c:pt idx="29">
                  <c:v>0.14810000000000001</c:v>
                </c:pt>
                <c:pt idx="30">
                  <c:v>0.14940000000000001</c:v>
                </c:pt>
                <c:pt idx="31">
                  <c:v>0.14929999999999999</c:v>
                </c:pt>
                <c:pt idx="32">
                  <c:v>0.14949999999999999</c:v>
                </c:pt>
                <c:pt idx="33">
                  <c:v>0.14960000000000001</c:v>
                </c:pt>
                <c:pt idx="34">
                  <c:v>0.15160000000000001</c:v>
                </c:pt>
                <c:pt idx="35">
                  <c:v>0.15160000000000001</c:v>
                </c:pt>
                <c:pt idx="36">
                  <c:v>0.15190000000000001</c:v>
                </c:pt>
                <c:pt idx="37">
                  <c:v>0.13789999999999999</c:v>
                </c:pt>
                <c:pt idx="38">
                  <c:v>0.15290000000000001</c:v>
                </c:pt>
                <c:pt idx="39">
                  <c:v>0.15359999999999999</c:v>
                </c:pt>
                <c:pt idx="40">
                  <c:v>0.1532</c:v>
                </c:pt>
                <c:pt idx="41">
                  <c:v>0.15490000000000001</c:v>
                </c:pt>
                <c:pt idx="42">
                  <c:v>0.15479999999999999</c:v>
                </c:pt>
                <c:pt idx="43">
                  <c:v>0.1555</c:v>
                </c:pt>
                <c:pt idx="44">
                  <c:v>0.15490000000000001</c:v>
                </c:pt>
                <c:pt idx="45">
                  <c:v>0.15540000000000001</c:v>
                </c:pt>
                <c:pt idx="46">
                  <c:v>0.15989999999999999</c:v>
                </c:pt>
                <c:pt idx="47">
                  <c:v>0.15670000000000001</c:v>
                </c:pt>
                <c:pt idx="48">
                  <c:v>0.15640000000000001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25-4FD6-9E6D-46F2A7C10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26.01</c:v>
                </c:pt>
                <c:pt idx="1">
                  <c:v>26.01</c:v>
                </c:pt>
                <c:pt idx="2">
                  <c:v>26.01</c:v>
                </c:pt>
                <c:pt idx="3">
                  <c:v>26.01</c:v>
                </c:pt>
                <c:pt idx="4">
                  <c:v>26.01</c:v>
                </c:pt>
                <c:pt idx="5">
                  <c:v>26.01</c:v>
                </c:pt>
                <c:pt idx="6">
                  <c:v>26.01</c:v>
                </c:pt>
                <c:pt idx="7">
                  <c:v>25.98</c:v>
                </c:pt>
                <c:pt idx="8">
                  <c:v>25.98</c:v>
                </c:pt>
                <c:pt idx="9">
                  <c:v>25.98</c:v>
                </c:pt>
                <c:pt idx="10">
                  <c:v>25.98</c:v>
                </c:pt>
                <c:pt idx="11">
                  <c:v>25.98</c:v>
                </c:pt>
                <c:pt idx="12">
                  <c:v>25.98</c:v>
                </c:pt>
                <c:pt idx="13">
                  <c:v>25.98</c:v>
                </c:pt>
                <c:pt idx="14">
                  <c:v>25.98</c:v>
                </c:pt>
                <c:pt idx="15">
                  <c:v>25.95</c:v>
                </c:pt>
                <c:pt idx="16">
                  <c:v>25.95</c:v>
                </c:pt>
                <c:pt idx="17">
                  <c:v>25.95</c:v>
                </c:pt>
                <c:pt idx="18">
                  <c:v>25.95</c:v>
                </c:pt>
                <c:pt idx="19">
                  <c:v>25.95</c:v>
                </c:pt>
                <c:pt idx="20">
                  <c:v>25.95</c:v>
                </c:pt>
                <c:pt idx="21">
                  <c:v>25.95</c:v>
                </c:pt>
                <c:pt idx="22">
                  <c:v>25.95</c:v>
                </c:pt>
                <c:pt idx="23">
                  <c:v>25.95</c:v>
                </c:pt>
                <c:pt idx="24">
                  <c:v>25.92</c:v>
                </c:pt>
                <c:pt idx="25">
                  <c:v>25.92</c:v>
                </c:pt>
                <c:pt idx="26">
                  <c:v>25.92</c:v>
                </c:pt>
                <c:pt idx="27">
                  <c:v>25.92</c:v>
                </c:pt>
                <c:pt idx="28">
                  <c:v>25.92</c:v>
                </c:pt>
                <c:pt idx="29">
                  <c:v>25.92</c:v>
                </c:pt>
                <c:pt idx="30">
                  <c:v>25.92</c:v>
                </c:pt>
                <c:pt idx="31">
                  <c:v>25.92</c:v>
                </c:pt>
                <c:pt idx="32">
                  <c:v>25.92</c:v>
                </c:pt>
                <c:pt idx="33">
                  <c:v>25.92</c:v>
                </c:pt>
                <c:pt idx="34">
                  <c:v>25.92</c:v>
                </c:pt>
                <c:pt idx="35">
                  <c:v>25.92</c:v>
                </c:pt>
                <c:pt idx="36">
                  <c:v>25.92</c:v>
                </c:pt>
                <c:pt idx="37">
                  <c:v>25.89</c:v>
                </c:pt>
                <c:pt idx="38">
                  <c:v>25.89</c:v>
                </c:pt>
                <c:pt idx="39">
                  <c:v>25.89</c:v>
                </c:pt>
                <c:pt idx="40">
                  <c:v>25.89</c:v>
                </c:pt>
                <c:pt idx="41">
                  <c:v>25.89</c:v>
                </c:pt>
                <c:pt idx="42">
                  <c:v>25.89</c:v>
                </c:pt>
                <c:pt idx="43">
                  <c:v>25.89</c:v>
                </c:pt>
                <c:pt idx="44">
                  <c:v>25.89</c:v>
                </c:pt>
                <c:pt idx="45">
                  <c:v>25.89</c:v>
                </c:pt>
                <c:pt idx="46">
                  <c:v>25.89</c:v>
                </c:pt>
                <c:pt idx="47">
                  <c:v>25.89</c:v>
                </c:pt>
                <c:pt idx="48">
                  <c:v>25.89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25-4FD6-9E6D-46F2A7C10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工作表1!$B$2:$B$18</c:f>
              <c:numCache>
                <c:formatCode>General</c:formatCode>
                <c:ptCount val="17"/>
                <c:pt idx="0">
                  <c:v>376.93</c:v>
                </c:pt>
                <c:pt idx="1">
                  <c:v>349.39</c:v>
                </c:pt>
                <c:pt idx="2">
                  <c:v>337.55</c:v>
                </c:pt>
                <c:pt idx="3">
                  <c:v>326.01</c:v>
                </c:pt>
                <c:pt idx="4">
                  <c:v>322.05</c:v>
                </c:pt>
                <c:pt idx="5">
                  <c:v>318.27</c:v>
                </c:pt>
                <c:pt idx="6">
                  <c:v>317.25</c:v>
                </c:pt>
                <c:pt idx="7">
                  <c:v>316.2</c:v>
                </c:pt>
                <c:pt idx="8">
                  <c:v>334.67</c:v>
                </c:pt>
                <c:pt idx="9">
                  <c:v>331.73</c:v>
                </c:pt>
                <c:pt idx="10">
                  <c:v>317.7</c:v>
                </c:pt>
                <c:pt idx="11">
                  <c:v>316.02</c:v>
                </c:pt>
                <c:pt idx="12">
                  <c:v>288.12</c:v>
                </c:pt>
                <c:pt idx="13">
                  <c:v>291.42</c:v>
                </c:pt>
                <c:pt idx="14">
                  <c:v>317.25</c:v>
                </c:pt>
                <c:pt idx="15">
                  <c:v>316.2</c:v>
                </c:pt>
                <c:pt idx="16">
                  <c:v>334.67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43-4A08-9630-F4FE5D3A6C2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工作表1!$F$2:$F$50</c:f>
              <c:numCache>
                <c:formatCode>General</c:formatCode>
                <c:ptCount val="49"/>
                <c:pt idx="0">
                  <c:v>377.01</c:v>
                </c:pt>
                <c:pt idx="1">
                  <c:v>349.44</c:v>
                </c:pt>
                <c:pt idx="2">
                  <c:v>337.58</c:v>
                </c:pt>
                <c:pt idx="3">
                  <c:v>326.05</c:v>
                </c:pt>
                <c:pt idx="4">
                  <c:v>322.08999999999997</c:v>
                </c:pt>
                <c:pt idx="5">
                  <c:v>318.3</c:v>
                </c:pt>
                <c:pt idx="6">
                  <c:v>317.27999999999997</c:v>
                </c:pt>
                <c:pt idx="7">
                  <c:v>316.23</c:v>
                </c:pt>
                <c:pt idx="8">
                  <c:v>334.71</c:v>
                </c:pt>
                <c:pt idx="9">
                  <c:v>331.75</c:v>
                </c:pt>
                <c:pt idx="10">
                  <c:v>317.72000000000003</c:v>
                </c:pt>
                <c:pt idx="11">
                  <c:v>316.04000000000002</c:v>
                </c:pt>
                <c:pt idx="12">
                  <c:v>288.14999999999998</c:v>
                </c:pt>
                <c:pt idx="13">
                  <c:v>291.45999999999998</c:v>
                </c:pt>
                <c:pt idx="14">
                  <c:v>317.27999999999997</c:v>
                </c:pt>
                <c:pt idx="15">
                  <c:v>316.23</c:v>
                </c:pt>
                <c:pt idx="16">
                  <c:v>334.71</c:v>
                </c:pt>
                <c:pt idx="17">
                  <c:v>331.75</c:v>
                </c:pt>
                <c:pt idx="18">
                  <c:v>317.72000000000003</c:v>
                </c:pt>
                <c:pt idx="19">
                  <c:v>316.04000000000002</c:v>
                </c:pt>
                <c:pt idx="20">
                  <c:v>288.14999999999998</c:v>
                </c:pt>
                <c:pt idx="21">
                  <c:v>291.45999999999998</c:v>
                </c:pt>
                <c:pt idx="22">
                  <c:v>290.88</c:v>
                </c:pt>
                <c:pt idx="23">
                  <c:v>292.95</c:v>
                </c:pt>
                <c:pt idx="24">
                  <c:v>293.05</c:v>
                </c:pt>
                <c:pt idx="25">
                  <c:v>327.57</c:v>
                </c:pt>
                <c:pt idx="26">
                  <c:v>312.89999999999998</c:v>
                </c:pt>
                <c:pt idx="27">
                  <c:v>311.54000000000002</c:v>
                </c:pt>
                <c:pt idx="28">
                  <c:v>310.14</c:v>
                </c:pt>
                <c:pt idx="29">
                  <c:v>308.39</c:v>
                </c:pt>
                <c:pt idx="30">
                  <c:v>311.70999999999998</c:v>
                </c:pt>
                <c:pt idx="31">
                  <c:v>311.91000000000003</c:v>
                </c:pt>
                <c:pt idx="32">
                  <c:v>310.33</c:v>
                </c:pt>
                <c:pt idx="33">
                  <c:v>313.72000000000003</c:v>
                </c:pt>
                <c:pt idx="34">
                  <c:v>317.63</c:v>
                </c:pt>
                <c:pt idx="35">
                  <c:v>314.63</c:v>
                </c:pt>
                <c:pt idx="36">
                  <c:v>310.23</c:v>
                </c:pt>
                <c:pt idx="37">
                  <c:v>326.89999999999998</c:v>
                </c:pt>
                <c:pt idx="38">
                  <c:v>326.26</c:v>
                </c:pt>
                <c:pt idx="39">
                  <c:v>326.04000000000002</c:v>
                </c:pt>
                <c:pt idx="40">
                  <c:v>317.3</c:v>
                </c:pt>
                <c:pt idx="41">
                  <c:v>316.42</c:v>
                </c:pt>
                <c:pt idx="42">
                  <c:v>315.05</c:v>
                </c:pt>
                <c:pt idx="43">
                  <c:v>315.74</c:v>
                </c:pt>
                <c:pt idx="44">
                  <c:v>331.29</c:v>
                </c:pt>
                <c:pt idx="45">
                  <c:v>313.27</c:v>
                </c:pt>
                <c:pt idx="46">
                  <c:v>310.85000000000002</c:v>
                </c:pt>
                <c:pt idx="47">
                  <c:v>311.55</c:v>
                </c:pt>
                <c:pt idx="48">
                  <c:v>309.18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43-4A08-9630-F4FE5D3A6C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26.01</c:v>
                </c:pt>
                <c:pt idx="1">
                  <c:v>26.01</c:v>
                </c:pt>
                <c:pt idx="2">
                  <c:v>26.01</c:v>
                </c:pt>
                <c:pt idx="3">
                  <c:v>26.01</c:v>
                </c:pt>
                <c:pt idx="4">
                  <c:v>26.01</c:v>
                </c:pt>
                <c:pt idx="5">
                  <c:v>26.01</c:v>
                </c:pt>
                <c:pt idx="6">
                  <c:v>26.01</c:v>
                </c:pt>
                <c:pt idx="7">
                  <c:v>25.98</c:v>
                </c:pt>
                <c:pt idx="8">
                  <c:v>25.98</c:v>
                </c:pt>
                <c:pt idx="9">
                  <c:v>25.98</c:v>
                </c:pt>
                <c:pt idx="10">
                  <c:v>25.98</c:v>
                </c:pt>
                <c:pt idx="11">
                  <c:v>25.98</c:v>
                </c:pt>
                <c:pt idx="12">
                  <c:v>25.98</c:v>
                </c:pt>
                <c:pt idx="13">
                  <c:v>25.98</c:v>
                </c:pt>
                <c:pt idx="14">
                  <c:v>25.98</c:v>
                </c:pt>
                <c:pt idx="15">
                  <c:v>25.95</c:v>
                </c:pt>
                <c:pt idx="16">
                  <c:v>25.95</c:v>
                </c:pt>
                <c:pt idx="17">
                  <c:v>25.95</c:v>
                </c:pt>
                <c:pt idx="18">
                  <c:v>25.95</c:v>
                </c:pt>
                <c:pt idx="19">
                  <c:v>25.95</c:v>
                </c:pt>
                <c:pt idx="20">
                  <c:v>25.95</c:v>
                </c:pt>
                <c:pt idx="21">
                  <c:v>25.95</c:v>
                </c:pt>
                <c:pt idx="22">
                  <c:v>25.95</c:v>
                </c:pt>
                <c:pt idx="23">
                  <c:v>25.95</c:v>
                </c:pt>
                <c:pt idx="24">
                  <c:v>25.92</c:v>
                </c:pt>
                <c:pt idx="25">
                  <c:v>25.92</c:v>
                </c:pt>
                <c:pt idx="26">
                  <c:v>25.92</c:v>
                </c:pt>
                <c:pt idx="27">
                  <c:v>25.92</c:v>
                </c:pt>
                <c:pt idx="28">
                  <c:v>25.92</c:v>
                </c:pt>
                <c:pt idx="29">
                  <c:v>25.92</c:v>
                </c:pt>
                <c:pt idx="30">
                  <c:v>25.92</c:v>
                </c:pt>
                <c:pt idx="31">
                  <c:v>25.92</c:v>
                </c:pt>
                <c:pt idx="32">
                  <c:v>25.92</c:v>
                </c:pt>
                <c:pt idx="33">
                  <c:v>25.92</c:v>
                </c:pt>
                <c:pt idx="34">
                  <c:v>25.92</c:v>
                </c:pt>
                <c:pt idx="35">
                  <c:v>25.92</c:v>
                </c:pt>
                <c:pt idx="36">
                  <c:v>25.92</c:v>
                </c:pt>
                <c:pt idx="37">
                  <c:v>25.89</c:v>
                </c:pt>
                <c:pt idx="38">
                  <c:v>25.89</c:v>
                </c:pt>
                <c:pt idx="39">
                  <c:v>25.89</c:v>
                </c:pt>
                <c:pt idx="40">
                  <c:v>25.89</c:v>
                </c:pt>
                <c:pt idx="41">
                  <c:v>25.89</c:v>
                </c:pt>
                <c:pt idx="42">
                  <c:v>25.89</c:v>
                </c:pt>
                <c:pt idx="43">
                  <c:v>25.89</c:v>
                </c:pt>
                <c:pt idx="44">
                  <c:v>25.89</c:v>
                </c:pt>
                <c:pt idx="45">
                  <c:v>25.89</c:v>
                </c:pt>
                <c:pt idx="46">
                  <c:v>25.89</c:v>
                </c:pt>
                <c:pt idx="47">
                  <c:v>25.89</c:v>
                </c:pt>
                <c:pt idx="48">
                  <c:v>25.89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43-4A08-9630-F4FE5D3A6C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工作表1!$D$2:$D$50</c:f>
              <c:numCache>
                <c:formatCode>General</c:formatCode>
                <c:ptCount val="49"/>
                <c:pt idx="0">
                  <c:v>33.909999999999997</c:v>
                </c:pt>
                <c:pt idx="1">
                  <c:v>25.04</c:v>
                </c:pt>
                <c:pt idx="2">
                  <c:v>20.059999999999999</c:v>
                </c:pt>
                <c:pt idx="3">
                  <c:v>17.05</c:v>
                </c:pt>
                <c:pt idx="4">
                  <c:v>16.53</c:v>
                </c:pt>
                <c:pt idx="5">
                  <c:v>15.91</c:v>
                </c:pt>
                <c:pt idx="6">
                  <c:v>15.72</c:v>
                </c:pt>
                <c:pt idx="7">
                  <c:v>15.49</c:v>
                </c:pt>
                <c:pt idx="8">
                  <c:v>23.51</c:v>
                </c:pt>
                <c:pt idx="9">
                  <c:v>21.83</c:v>
                </c:pt>
                <c:pt idx="10">
                  <c:v>19.309999999999999</c:v>
                </c:pt>
                <c:pt idx="11">
                  <c:v>18.899999999999999</c:v>
                </c:pt>
                <c:pt idx="12">
                  <c:v>15.5</c:v>
                </c:pt>
                <c:pt idx="13">
                  <c:v>15.65</c:v>
                </c:pt>
                <c:pt idx="14">
                  <c:v>15.72</c:v>
                </c:pt>
                <c:pt idx="15">
                  <c:v>15.49</c:v>
                </c:pt>
                <c:pt idx="16">
                  <c:v>23.51</c:v>
                </c:pt>
                <c:pt idx="17">
                  <c:v>21.83</c:v>
                </c:pt>
                <c:pt idx="18">
                  <c:v>19.309999999999999</c:v>
                </c:pt>
                <c:pt idx="19">
                  <c:v>18.899999999999999</c:v>
                </c:pt>
                <c:pt idx="20">
                  <c:v>15.05</c:v>
                </c:pt>
                <c:pt idx="21">
                  <c:v>15.65</c:v>
                </c:pt>
                <c:pt idx="22">
                  <c:v>15.56</c:v>
                </c:pt>
                <c:pt idx="23">
                  <c:v>15.85</c:v>
                </c:pt>
                <c:pt idx="24">
                  <c:v>15.86</c:v>
                </c:pt>
                <c:pt idx="25">
                  <c:v>22.94</c:v>
                </c:pt>
                <c:pt idx="26">
                  <c:v>19.86</c:v>
                </c:pt>
                <c:pt idx="27">
                  <c:v>19.38</c:v>
                </c:pt>
                <c:pt idx="28">
                  <c:v>18.940000000000001</c:v>
                </c:pt>
                <c:pt idx="29">
                  <c:v>18.579999999999998</c:v>
                </c:pt>
                <c:pt idx="30">
                  <c:v>18.95</c:v>
                </c:pt>
                <c:pt idx="31">
                  <c:v>18.75</c:v>
                </c:pt>
                <c:pt idx="32">
                  <c:v>18.3</c:v>
                </c:pt>
                <c:pt idx="33">
                  <c:v>18.559999999999999</c:v>
                </c:pt>
                <c:pt idx="34">
                  <c:v>18.82</c:v>
                </c:pt>
                <c:pt idx="35">
                  <c:v>18.190000000000001</c:v>
                </c:pt>
                <c:pt idx="36">
                  <c:v>17.309999999999999</c:v>
                </c:pt>
                <c:pt idx="37">
                  <c:v>25.22</c:v>
                </c:pt>
                <c:pt idx="38">
                  <c:v>22.38</c:v>
                </c:pt>
                <c:pt idx="39">
                  <c:v>21.6</c:v>
                </c:pt>
                <c:pt idx="40">
                  <c:v>19.62</c:v>
                </c:pt>
                <c:pt idx="41">
                  <c:v>19.440000000000001</c:v>
                </c:pt>
                <c:pt idx="42">
                  <c:v>19.13</c:v>
                </c:pt>
                <c:pt idx="43">
                  <c:v>19.170000000000002</c:v>
                </c:pt>
                <c:pt idx="44">
                  <c:v>18.72</c:v>
                </c:pt>
                <c:pt idx="45">
                  <c:v>18.7</c:v>
                </c:pt>
                <c:pt idx="46">
                  <c:v>18.38</c:v>
                </c:pt>
                <c:pt idx="47">
                  <c:v>18.54</c:v>
                </c:pt>
                <c:pt idx="48">
                  <c:v>17.66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FA-4942-BBAD-6FBCD45978FF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工作表1!$H$2:$H$50</c:f>
              <c:numCache>
                <c:formatCode>General</c:formatCode>
                <c:ptCount val="49"/>
                <c:pt idx="0">
                  <c:v>31.21</c:v>
                </c:pt>
                <c:pt idx="1">
                  <c:v>31.88</c:v>
                </c:pt>
                <c:pt idx="2">
                  <c:v>25.96</c:v>
                </c:pt>
                <c:pt idx="3">
                  <c:v>21.47</c:v>
                </c:pt>
                <c:pt idx="4">
                  <c:v>20.7</c:v>
                </c:pt>
                <c:pt idx="5">
                  <c:v>20.010000000000002</c:v>
                </c:pt>
                <c:pt idx="6">
                  <c:v>19.760000000000002</c:v>
                </c:pt>
                <c:pt idx="7">
                  <c:v>19.760000000000002</c:v>
                </c:pt>
                <c:pt idx="8">
                  <c:v>28.85</c:v>
                </c:pt>
                <c:pt idx="9">
                  <c:v>26.47</c:v>
                </c:pt>
                <c:pt idx="10">
                  <c:v>23.87</c:v>
                </c:pt>
                <c:pt idx="11">
                  <c:v>23.13</c:v>
                </c:pt>
                <c:pt idx="12">
                  <c:v>19.239999999999998</c:v>
                </c:pt>
                <c:pt idx="13">
                  <c:v>20.010000000000002</c:v>
                </c:pt>
                <c:pt idx="14">
                  <c:v>19.760000000000002</c:v>
                </c:pt>
                <c:pt idx="15">
                  <c:v>19.47</c:v>
                </c:pt>
                <c:pt idx="16">
                  <c:v>28.85</c:v>
                </c:pt>
                <c:pt idx="17">
                  <c:v>26.47</c:v>
                </c:pt>
                <c:pt idx="18">
                  <c:v>23.87</c:v>
                </c:pt>
                <c:pt idx="19">
                  <c:v>23.13</c:v>
                </c:pt>
                <c:pt idx="20">
                  <c:v>19.239999999999998</c:v>
                </c:pt>
                <c:pt idx="21">
                  <c:v>20.010000000000002</c:v>
                </c:pt>
                <c:pt idx="22">
                  <c:v>19.739999999999998</c:v>
                </c:pt>
                <c:pt idx="23">
                  <c:v>20.21</c:v>
                </c:pt>
                <c:pt idx="24">
                  <c:v>20.260000000000002</c:v>
                </c:pt>
                <c:pt idx="25">
                  <c:v>29.1</c:v>
                </c:pt>
                <c:pt idx="26">
                  <c:v>24.44</c:v>
                </c:pt>
                <c:pt idx="27">
                  <c:v>23.2</c:v>
                </c:pt>
                <c:pt idx="28">
                  <c:v>22.39</c:v>
                </c:pt>
                <c:pt idx="29">
                  <c:v>21.98</c:v>
                </c:pt>
                <c:pt idx="30">
                  <c:v>22.2</c:v>
                </c:pt>
                <c:pt idx="31">
                  <c:v>21.94</c:v>
                </c:pt>
                <c:pt idx="32">
                  <c:v>21.55</c:v>
                </c:pt>
                <c:pt idx="33">
                  <c:v>21.14</c:v>
                </c:pt>
                <c:pt idx="34">
                  <c:v>21.03</c:v>
                </c:pt>
                <c:pt idx="35">
                  <c:v>20.46</c:v>
                </c:pt>
                <c:pt idx="36">
                  <c:v>19.37</c:v>
                </c:pt>
                <c:pt idx="37">
                  <c:v>31.46</c:v>
                </c:pt>
                <c:pt idx="38">
                  <c:v>24.04</c:v>
                </c:pt>
                <c:pt idx="39">
                  <c:v>22.19</c:v>
                </c:pt>
                <c:pt idx="40">
                  <c:v>20.21</c:v>
                </c:pt>
                <c:pt idx="41">
                  <c:v>19.62</c:v>
                </c:pt>
                <c:pt idx="42">
                  <c:v>19.05</c:v>
                </c:pt>
                <c:pt idx="43">
                  <c:v>18.89</c:v>
                </c:pt>
                <c:pt idx="44">
                  <c:v>18.53</c:v>
                </c:pt>
                <c:pt idx="45">
                  <c:v>18.53</c:v>
                </c:pt>
                <c:pt idx="46">
                  <c:v>17.989999999999998</c:v>
                </c:pt>
                <c:pt idx="47">
                  <c:v>18.059999999999999</c:v>
                </c:pt>
                <c:pt idx="48">
                  <c:v>17.309999999999999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FA-4942-BBAD-6FBCD45978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26.01</c:v>
                </c:pt>
                <c:pt idx="1">
                  <c:v>26.01</c:v>
                </c:pt>
                <c:pt idx="2">
                  <c:v>26.01</c:v>
                </c:pt>
                <c:pt idx="3">
                  <c:v>26.01</c:v>
                </c:pt>
                <c:pt idx="4">
                  <c:v>26.01</c:v>
                </c:pt>
                <c:pt idx="5">
                  <c:v>26.01</c:v>
                </c:pt>
                <c:pt idx="6">
                  <c:v>26.01</c:v>
                </c:pt>
                <c:pt idx="7">
                  <c:v>25.98</c:v>
                </c:pt>
                <c:pt idx="8">
                  <c:v>25.98</c:v>
                </c:pt>
                <c:pt idx="9">
                  <c:v>25.98</c:v>
                </c:pt>
                <c:pt idx="10">
                  <c:v>25.98</c:v>
                </c:pt>
                <c:pt idx="11">
                  <c:v>25.98</c:v>
                </c:pt>
                <c:pt idx="12">
                  <c:v>25.98</c:v>
                </c:pt>
                <c:pt idx="13">
                  <c:v>25.98</c:v>
                </c:pt>
                <c:pt idx="14">
                  <c:v>25.98</c:v>
                </c:pt>
                <c:pt idx="15">
                  <c:v>25.95</c:v>
                </c:pt>
                <c:pt idx="16">
                  <c:v>25.95</c:v>
                </c:pt>
                <c:pt idx="17">
                  <c:v>25.95</c:v>
                </c:pt>
                <c:pt idx="18">
                  <c:v>25.95</c:v>
                </c:pt>
                <c:pt idx="19">
                  <c:v>25.95</c:v>
                </c:pt>
                <c:pt idx="20">
                  <c:v>25.95</c:v>
                </c:pt>
                <c:pt idx="21">
                  <c:v>25.95</c:v>
                </c:pt>
                <c:pt idx="22">
                  <c:v>25.95</c:v>
                </c:pt>
                <c:pt idx="23">
                  <c:v>25.95</c:v>
                </c:pt>
                <c:pt idx="24">
                  <c:v>25.92</c:v>
                </c:pt>
                <c:pt idx="25">
                  <c:v>25.92</c:v>
                </c:pt>
                <c:pt idx="26">
                  <c:v>25.92</c:v>
                </c:pt>
                <c:pt idx="27">
                  <c:v>25.92</c:v>
                </c:pt>
                <c:pt idx="28">
                  <c:v>25.92</c:v>
                </c:pt>
                <c:pt idx="29">
                  <c:v>25.92</c:v>
                </c:pt>
                <c:pt idx="30">
                  <c:v>25.92</c:v>
                </c:pt>
                <c:pt idx="31">
                  <c:v>25.92</c:v>
                </c:pt>
                <c:pt idx="32">
                  <c:v>25.92</c:v>
                </c:pt>
                <c:pt idx="33">
                  <c:v>25.92</c:v>
                </c:pt>
                <c:pt idx="34">
                  <c:v>25.92</c:v>
                </c:pt>
                <c:pt idx="35">
                  <c:v>25.92</c:v>
                </c:pt>
                <c:pt idx="36">
                  <c:v>25.92</c:v>
                </c:pt>
                <c:pt idx="37">
                  <c:v>25.89</c:v>
                </c:pt>
                <c:pt idx="38">
                  <c:v>25.89</c:v>
                </c:pt>
                <c:pt idx="39">
                  <c:v>25.89</c:v>
                </c:pt>
                <c:pt idx="40">
                  <c:v>25.89</c:v>
                </c:pt>
                <c:pt idx="41">
                  <c:v>25.89</c:v>
                </c:pt>
                <c:pt idx="42">
                  <c:v>25.89</c:v>
                </c:pt>
                <c:pt idx="43">
                  <c:v>25.89</c:v>
                </c:pt>
                <c:pt idx="44">
                  <c:v>25.89</c:v>
                </c:pt>
                <c:pt idx="45">
                  <c:v>25.89</c:v>
                </c:pt>
                <c:pt idx="46">
                  <c:v>25.89</c:v>
                </c:pt>
                <c:pt idx="47">
                  <c:v>25.89</c:v>
                </c:pt>
                <c:pt idx="48">
                  <c:v>25.89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FA-4942-BBAD-6FBCD45978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工作表1!$E$2:$E$50</c:f>
              <c:numCache>
                <c:formatCode>General</c:formatCode>
                <c:ptCount val="49"/>
                <c:pt idx="0">
                  <c:v>68.569999999999993</c:v>
                </c:pt>
                <c:pt idx="1">
                  <c:v>74.290000000000006</c:v>
                </c:pt>
                <c:pt idx="2">
                  <c:v>77.349999999999994</c:v>
                </c:pt>
                <c:pt idx="3">
                  <c:v>78.84</c:v>
                </c:pt>
                <c:pt idx="4">
                  <c:v>78.95</c:v>
                </c:pt>
                <c:pt idx="5">
                  <c:v>79.150000000000006</c:v>
                </c:pt>
                <c:pt idx="6">
                  <c:v>79.209999999999994</c:v>
                </c:pt>
                <c:pt idx="7">
                  <c:v>79.31</c:v>
                </c:pt>
                <c:pt idx="8">
                  <c:v>74.84</c:v>
                </c:pt>
                <c:pt idx="9">
                  <c:v>75.989999999999995</c:v>
                </c:pt>
                <c:pt idx="10">
                  <c:v>76.540000000000006</c:v>
                </c:pt>
                <c:pt idx="11">
                  <c:v>76.75</c:v>
                </c:pt>
                <c:pt idx="12">
                  <c:v>77.17</c:v>
                </c:pt>
                <c:pt idx="13">
                  <c:v>76.87</c:v>
                </c:pt>
                <c:pt idx="14">
                  <c:v>79.209999999999994</c:v>
                </c:pt>
                <c:pt idx="15">
                  <c:v>79.31</c:v>
                </c:pt>
                <c:pt idx="16">
                  <c:v>74.84</c:v>
                </c:pt>
                <c:pt idx="17">
                  <c:v>75.989999999999995</c:v>
                </c:pt>
                <c:pt idx="18">
                  <c:v>76.540000000000006</c:v>
                </c:pt>
                <c:pt idx="19">
                  <c:v>76.75</c:v>
                </c:pt>
                <c:pt idx="20">
                  <c:v>77.17</c:v>
                </c:pt>
                <c:pt idx="21">
                  <c:v>76.87</c:v>
                </c:pt>
                <c:pt idx="22">
                  <c:v>76.900000000000006</c:v>
                </c:pt>
                <c:pt idx="23">
                  <c:v>76.83</c:v>
                </c:pt>
                <c:pt idx="24">
                  <c:v>76.819999999999993</c:v>
                </c:pt>
                <c:pt idx="25">
                  <c:v>74.16</c:v>
                </c:pt>
                <c:pt idx="26">
                  <c:v>75.23</c:v>
                </c:pt>
                <c:pt idx="27">
                  <c:v>75.540000000000006</c:v>
                </c:pt>
                <c:pt idx="28">
                  <c:v>75.790000000000006</c:v>
                </c:pt>
                <c:pt idx="29">
                  <c:v>75.95</c:v>
                </c:pt>
                <c:pt idx="30">
                  <c:v>75.89</c:v>
                </c:pt>
                <c:pt idx="31">
                  <c:v>76.12</c:v>
                </c:pt>
                <c:pt idx="32">
                  <c:v>76.37</c:v>
                </c:pt>
                <c:pt idx="33">
                  <c:v>76.53</c:v>
                </c:pt>
                <c:pt idx="34">
                  <c:v>76.61</c:v>
                </c:pt>
                <c:pt idx="35">
                  <c:v>76.87</c:v>
                </c:pt>
                <c:pt idx="36">
                  <c:v>77.22</c:v>
                </c:pt>
                <c:pt idx="37">
                  <c:v>71.099999999999994</c:v>
                </c:pt>
                <c:pt idx="38">
                  <c:v>74.16</c:v>
                </c:pt>
                <c:pt idx="39">
                  <c:v>75.010000000000005</c:v>
                </c:pt>
                <c:pt idx="40">
                  <c:v>75.86</c:v>
                </c:pt>
                <c:pt idx="41">
                  <c:v>75.86</c:v>
                </c:pt>
                <c:pt idx="42">
                  <c:v>76.02</c:v>
                </c:pt>
                <c:pt idx="43">
                  <c:v>76.02</c:v>
                </c:pt>
                <c:pt idx="44">
                  <c:v>76.150000000000006</c:v>
                </c:pt>
                <c:pt idx="45">
                  <c:v>76.180000000000007</c:v>
                </c:pt>
                <c:pt idx="46">
                  <c:v>76.2</c:v>
                </c:pt>
                <c:pt idx="47">
                  <c:v>76.08</c:v>
                </c:pt>
                <c:pt idx="48">
                  <c:v>76.66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DE-4F01-AC34-0965D221B78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工作表1!$I$2:$I$50</c:f>
              <c:numCache>
                <c:formatCode>General</c:formatCode>
                <c:ptCount val="49"/>
                <c:pt idx="0">
                  <c:v>61.6</c:v>
                </c:pt>
                <c:pt idx="1">
                  <c:v>53.24</c:v>
                </c:pt>
                <c:pt idx="2">
                  <c:v>60.1</c:v>
                </c:pt>
                <c:pt idx="3">
                  <c:v>64.2</c:v>
                </c:pt>
                <c:pt idx="4">
                  <c:v>64.760000000000005</c:v>
                </c:pt>
                <c:pt idx="5">
                  <c:v>65.260000000000005</c:v>
                </c:pt>
                <c:pt idx="6">
                  <c:v>65.56</c:v>
                </c:pt>
                <c:pt idx="7">
                  <c:v>65.84</c:v>
                </c:pt>
                <c:pt idx="8">
                  <c:v>51.39</c:v>
                </c:pt>
                <c:pt idx="9">
                  <c:v>55.07</c:v>
                </c:pt>
                <c:pt idx="10">
                  <c:v>58.13</c:v>
                </c:pt>
                <c:pt idx="11">
                  <c:v>59.1</c:v>
                </c:pt>
                <c:pt idx="12">
                  <c:v>63.19</c:v>
                </c:pt>
                <c:pt idx="13">
                  <c:v>62.43</c:v>
                </c:pt>
                <c:pt idx="14">
                  <c:v>65.56</c:v>
                </c:pt>
                <c:pt idx="15">
                  <c:v>65.84</c:v>
                </c:pt>
                <c:pt idx="16">
                  <c:v>51.39</c:v>
                </c:pt>
                <c:pt idx="17">
                  <c:v>55.07</c:v>
                </c:pt>
                <c:pt idx="18">
                  <c:v>58.13</c:v>
                </c:pt>
                <c:pt idx="19">
                  <c:v>59.1</c:v>
                </c:pt>
                <c:pt idx="20">
                  <c:v>63.18</c:v>
                </c:pt>
                <c:pt idx="21">
                  <c:v>62.43</c:v>
                </c:pt>
                <c:pt idx="22">
                  <c:v>62.83</c:v>
                </c:pt>
                <c:pt idx="23">
                  <c:v>62.32</c:v>
                </c:pt>
                <c:pt idx="24">
                  <c:v>62.27</c:v>
                </c:pt>
                <c:pt idx="25">
                  <c:v>50.68</c:v>
                </c:pt>
                <c:pt idx="26">
                  <c:v>57.6</c:v>
                </c:pt>
                <c:pt idx="27">
                  <c:v>59.63</c:v>
                </c:pt>
                <c:pt idx="28">
                  <c:v>60.8</c:v>
                </c:pt>
                <c:pt idx="29">
                  <c:v>61.22</c:v>
                </c:pt>
                <c:pt idx="30">
                  <c:v>61.53</c:v>
                </c:pt>
                <c:pt idx="31">
                  <c:v>61.89</c:v>
                </c:pt>
                <c:pt idx="32">
                  <c:v>62.33</c:v>
                </c:pt>
                <c:pt idx="33">
                  <c:v>63.24</c:v>
                </c:pt>
                <c:pt idx="34">
                  <c:v>64.14</c:v>
                </c:pt>
                <c:pt idx="35">
                  <c:v>64.599999999999994</c:v>
                </c:pt>
                <c:pt idx="36">
                  <c:v>65.73</c:v>
                </c:pt>
                <c:pt idx="37">
                  <c:v>45.74</c:v>
                </c:pt>
                <c:pt idx="38">
                  <c:v>61.39</c:v>
                </c:pt>
                <c:pt idx="39">
                  <c:v>63.71</c:v>
                </c:pt>
                <c:pt idx="40">
                  <c:v>65.44</c:v>
                </c:pt>
                <c:pt idx="41">
                  <c:v>66.41</c:v>
                </c:pt>
                <c:pt idx="42">
                  <c:v>67</c:v>
                </c:pt>
                <c:pt idx="43">
                  <c:v>67.260000000000005</c:v>
                </c:pt>
                <c:pt idx="44">
                  <c:v>67.53</c:v>
                </c:pt>
                <c:pt idx="45">
                  <c:v>67.63</c:v>
                </c:pt>
                <c:pt idx="46">
                  <c:v>68.209999999999994</c:v>
                </c:pt>
                <c:pt idx="47">
                  <c:v>68.28</c:v>
                </c:pt>
                <c:pt idx="48">
                  <c:v>69.02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DE-4F01-AC34-0965D221B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工作表1!$J$2:$J$50</c:f>
              <c:numCache>
                <c:formatCode>General</c:formatCode>
                <c:ptCount val="49"/>
                <c:pt idx="0">
                  <c:v>26.01</c:v>
                </c:pt>
                <c:pt idx="1">
                  <c:v>26.01</c:v>
                </c:pt>
                <c:pt idx="2">
                  <c:v>26.01</c:v>
                </c:pt>
                <c:pt idx="3">
                  <c:v>26.01</c:v>
                </c:pt>
                <c:pt idx="4">
                  <c:v>26.01</c:v>
                </c:pt>
                <c:pt idx="5">
                  <c:v>26.01</c:v>
                </c:pt>
                <c:pt idx="6">
                  <c:v>26.01</c:v>
                </c:pt>
                <c:pt idx="7">
                  <c:v>25.98</c:v>
                </c:pt>
                <c:pt idx="8">
                  <c:v>25.98</c:v>
                </c:pt>
                <c:pt idx="9">
                  <c:v>25.98</c:v>
                </c:pt>
                <c:pt idx="10">
                  <c:v>25.98</c:v>
                </c:pt>
                <c:pt idx="11">
                  <c:v>25.98</c:v>
                </c:pt>
                <c:pt idx="12">
                  <c:v>25.98</c:v>
                </c:pt>
                <c:pt idx="13">
                  <c:v>25.98</c:v>
                </c:pt>
                <c:pt idx="14">
                  <c:v>25.98</c:v>
                </c:pt>
                <c:pt idx="15">
                  <c:v>25.95</c:v>
                </c:pt>
                <c:pt idx="16">
                  <c:v>25.95</c:v>
                </c:pt>
                <c:pt idx="17">
                  <c:v>25.95</c:v>
                </c:pt>
                <c:pt idx="18">
                  <c:v>25.95</c:v>
                </c:pt>
                <c:pt idx="19">
                  <c:v>25.95</c:v>
                </c:pt>
                <c:pt idx="20">
                  <c:v>25.95</c:v>
                </c:pt>
                <c:pt idx="21">
                  <c:v>25.95</c:v>
                </c:pt>
                <c:pt idx="22">
                  <c:v>25.95</c:v>
                </c:pt>
                <c:pt idx="23">
                  <c:v>25.95</c:v>
                </c:pt>
                <c:pt idx="24">
                  <c:v>25.92</c:v>
                </c:pt>
                <c:pt idx="25">
                  <c:v>25.92</c:v>
                </c:pt>
                <c:pt idx="26">
                  <c:v>25.92</c:v>
                </c:pt>
                <c:pt idx="27">
                  <c:v>25.92</c:v>
                </c:pt>
                <c:pt idx="28">
                  <c:v>25.92</c:v>
                </c:pt>
                <c:pt idx="29">
                  <c:v>25.92</c:v>
                </c:pt>
                <c:pt idx="30">
                  <c:v>25.92</c:v>
                </c:pt>
                <c:pt idx="31">
                  <c:v>25.92</c:v>
                </c:pt>
                <c:pt idx="32">
                  <c:v>25.92</c:v>
                </c:pt>
                <c:pt idx="33">
                  <c:v>25.92</c:v>
                </c:pt>
                <c:pt idx="34">
                  <c:v>25.92</c:v>
                </c:pt>
                <c:pt idx="35">
                  <c:v>25.92</c:v>
                </c:pt>
                <c:pt idx="36">
                  <c:v>25.92</c:v>
                </c:pt>
                <c:pt idx="37">
                  <c:v>25.89</c:v>
                </c:pt>
                <c:pt idx="38">
                  <c:v>25.89</c:v>
                </c:pt>
                <c:pt idx="39">
                  <c:v>25.89</c:v>
                </c:pt>
                <c:pt idx="40">
                  <c:v>25.89</c:v>
                </c:pt>
                <c:pt idx="41">
                  <c:v>25.89</c:v>
                </c:pt>
                <c:pt idx="42">
                  <c:v>25.89</c:v>
                </c:pt>
                <c:pt idx="43">
                  <c:v>25.89</c:v>
                </c:pt>
                <c:pt idx="44">
                  <c:v>25.89</c:v>
                </c:pt>
                <c:pt idx="45">
                  <c:v>25.89</c:v>
                </c:pt>
                <c:pt idx="46">
                  <c:v>25.89</c:v>
                </c:pt>
                <c:pt idx="47">
                  <c:v>25.89</c:v>
                </c:pt>
                <c:pt idx="48">
                  <c:v>25.89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9DE-4F01-AC34-0965D221B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工作表1!$C$2:$C$50</c:f>
              <c:numCache>
                <c:formatCode>General</c:formatCode>
                <c:ptCount val="49"/>
                <c:pt idx="0">
                  <c:v>0.24049999999999999</c:v>
                </c:pt>
                <c:pt idx="1">
                  <c:v>0.252</c:v>
                </c:pt>
                <c:pt idx="2">
                  <c:v>0.2581</c:v>
                </c:pt>
                <c:pt idx="3">
                  <c:v>0.25800000000000001</c:v>
                </c:pt>
                <c:pt idx="4">
                  <c:v>0.2576</c:v>
                </c:pt>
                <c:pt idx="5">
                  <c:v>0.25790000000000002</c:v>
                </c:pt>
                <c:pt idx="6">
                  <c:v>0.25669999999999998</c:v>
                </c:pt>
                <c:pt idx="7">
                  <c:v>0.25650000000000001</c:v>
                </c:pt>
                <c:pt idx="8">
                  <c:v>0.25600000000000001</c:v>
                </c:pt>
                <c:pt idx="9">
                  <c:v>0.2555</c:v>
                </c:pt>
                <c:pt idx="10">
                  <c:v>0.25679999999999997</c:v>
                </c:pt>
                <c:pt idx="11">
                  <c:v>0.25790000000000002</c:v>
                </c:pt>
                <c:pt idx="12">
                  <c:v>0.25769999999999998</c:v>
                </c:pt>
                <c:pt idx="13">
                  <c:v>0.2571</c:v>
                </c:pt>
                <c:pt idx="14">
                  <c:v>0.25369999999999998</c:v>
                </c:pt>
                <c:pt idx="15">
                  <c:v>0.25850000000000001</c:v>
                </c:pt>
                <c:pt idx="16">
                  <c:v>0.25719999999999998</c:v>
                </c:pt>
                <c:pt idx="17">
                  <c:v>0.25600000000000001</c:v>
                </c:pt>
                <c:pt idx="18">
                  <c:v>0.2576</c:v>
                </c:pt>
                <c:pt idx="19">
                  <c:v>0.2581</c:v>
                </c:pt>
                <c:pt idx="20">
                  <c:v>0.26</c:v>
                </c:pt>
                <c:pt idx="21">
                  <c:v>0.2601</c:v>
                </c:pt>
                <c:pt idx="22">
                  <c:v>0.26100000000000001</c:v>
                </c:pt>
                <c:pt idx="23">
                  <c:v>0.26219999999999999</c:v>
                </c:pt>
                <c:pt idx="24">
                  <c:v>0.2601</c:v>
                </c:pt>
                <c:pt idx="25">
                  <c:v>0.25840000000000002</c:v>
                </c:pt>
                <c:pt idx="26">
                  <c:v>0.25900000000000001</c:v>
                </c:pt>
                <c:pt idx="27">
                  <c:v>0.25790000000000002</c:v>
                </c:pt>
                <c:pt idx="28">
                  <c:v>0.25779999999999997</c:v>
                </c:pt>
                <c:pt idx="29">
                  <c:v>0.25719999999999998</c:v>
                </c:pt>
                <c:pt idx="30">
                  <c:v>0.26340000000000002</c:v>
                </c:pt>
                <c:pt idx="31">
                  <c:v>0.26219999999999999</c:v>
                </c:pt>
                <c:pt idx="32">
                  <c:v>0.26179999999999998</c:v>
                </c:pt>
                <c:pt idx="33">
                  <c:v>0.26179999999999998</c:v>
                </c:pt>
                <c:pt idx="34">
                  <c:v>0.26090000000000002</c:v>
                </c:pt>
                <c:pt idx="35">
                  <c:v>0.26079999999999998</c:v>
                </c:pt>
                <c:pt idx="36">
                  <c:v>0.25990000000000002</c:v>
                </c:pt>
                <c:pt idx="37">
                  <c:v>0.25940000000000002</c:v>
                </c:pt>
                <c:pt idx="38">
                  <c:v>0.24940000000000001</c:v>
                </c:pt>
                <c:pt idx="39">
                  <c:v>0.25280000000000002</c:v>
                </c:pt>
                <c:pt idx="40">
                  <c:v>0.25700000000000001</c:v>
                </c:pt>
                <c:pt idx="41">
                  <c:v>0.25879999999999997</c:v>
                </c:pt>
                <c:pt idx="42">
                  <c:v>0.26019999999999999</c:v>
                </c:pt>
                <c:pt idx="43">
                  <c:v>0.2697</c:v>
                </c:pt>
                <c:pt idx="44">
                  <c:v>0.26779999999999998</c:v>
                </c:pt>
                <c:pt idx="45">
                  <c:v>0.2626</c:v>
                </c:pt>
                <c:pt idx="46">
                  <c:v>0.25879999999999997</c:v>
                </c:pt>
                <c:pt idx="47">
                  <c:v>0.24929999999999999</c:v>
                </c:pt>
                <c:pt idx="48">
                  <c:v>0.25030000000000002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9A-460C-AE30-BF1DBEDE861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工作表1!$G$2:$G$50</c:f>
              <c:numCache>
                <c:formatCode>General</c:formatCode>
                <c:ptCount val="49"/>
                <c:pt idx="0">
                  <c:v>0.1328</c:v>
                </c:pt>
                <c:pt idx="1">
                  <c:v>0.14480000000000001</c:v>
                </c:pt>
                <c:pt idx="2">
                  <c:v>0.15240000000000001</c:v>
                </c:pt>
                <c:pt idx="3">
                  <c:v>0.15310000000000001</c:v>
                </c:pt>
                <c:pt idx="4">
                  <c:v>0.15390000000000001</c:v>
                </c:pt>
                <c:pt idx="5">
                  <c:v>0.15409999999999999</c:v>
                </c:pt>
                <c:pt idx="6">
                  <c:v>0.1542</c:v>
                </c:pt>
                <c:pt idx="7">
                  <c:v>0.15409999999999999</c:v>
                </c:pt>
                <c:pt idx="8">
                  <c:v>0.15409999999999999</c:v>
                </c:pt>
                <c:pt idx="9">
                  <c:v>0.1535</c:v>
                </c:pt>
                <c:pt idx="10">
                  <c:v>0.15379999999999999</c:v>
                </c:pt>
                <c:pt idx="11">
                  <c:v>0.15290000000000001</c:v>
                </c:pt>
                <c:pt idx="12">
                  <c:v>0.15340000000000001</c:v>
                </c:pt>
                <c:pt idx="13">
                  <c:v>0.15479999999999999</c:v>
                </c:pt>
                <c:pt idx="14">
                  <c:v>0.15190000000000001</c:v>
                </c:pt>
                <c:pt idx="15">
                  <c:v>0.16059999999999999</c:v>
                </c:pt>
                <c:pt idx="16">
                  <c:v>0.16020000000000001</c:v>
                </c:pt>
                <c:pt idx="17">
                  <c:v>0.16020000000000001</c:v>
                </c:pt>
                <c:pt idx="18">
                  <c:v>0.16</c:v>
                </c:pt>
                <c:pt idx="19">
                  <c:v>0.16070000000000001</c:v>
                </c:pt>
                <c:pt idx="20">
                  <c:v>0.16059999999999999</c:v>
                </c:pt>
                <c:pt idx="21">
                  <c:v>0.14549999999999999</c:v>
                </c:pt>
                <c:pt idx="22">
                  <c:v>0.14929999999999999</c:v>
                </c:pt>
                <c:pt idx="23">
                  <c:v>0.15640000000000001</c:v>
                </c:pt>
                <c:pt idx="24">
                  <c:v>0.1585</c:v>
                </c:pt>
                <c:pt idx="25">
                  <c:v>0.16109999999999999</c:v>
                </c:pt>
                <c:pt idx="26">
                  <c:v>0.1608</c:v>
                </c:pt>
                <c:pt idx="27">
                  <c:v>0.1613</c:v>
                </c:pt>
                <c:pt idx="28">
                  <c:v>0.1618</c:v>
                </c:pt>
                <c:pt idx="29">
                  <c:v>0.16200000000000001</c:v>
                </c:pt>
                <c:pt idx="30">
                  <c:v>0.1716</c:v>
                </c:pt>
                <c:pt idx="31">
                  <c:v>0.1671</c:v>
                </c:pt>
                <c:pt idx="32">
                  <c:v>0.16650000000000001</c:v>
                </c:pt>
                <c:pt idx="33">
                  <c:v>0.16819999999999999</c:v>
                </c:pt>
                <c:pt idx="34">
                  <c:v>0.16880000000000001</c:v>
                </c:pt>
                <c:pt idx="35">
                  <c:v>0.1706</c:v>
                </c:pt>
                <c:pt idx="36">
                  <c:v>0.1699</c:v>
                </c:pt>
                <c:pt idx="37">
                  <c:v>0.1706</c:v>
                </c:pt>
                <c:pt idx="38">
                  <c:v>0.15049999999999999</c:v>
                </c:pt>
                <c:pt idx="39">
                  <c:v>0.15609999999999999</c:v>
                </c:pt>
                <c:pt idx="40">
                  <c:v>0.16109999999999999</c:v>
                </c:pt>
                <c:pt idx="41">
                  <c:v>0.16489999999999999</c:v>
                </c:pt>
                <c:pt idx="42">
                  <c:v>0.1661</c:v>
                </c:pt>
                <c:pt idx="43">
                  <c:v>0.1656</c:v>
                </c:pt>
                <c:pt idx="44">
                  <c:v>0.17280000000000001</c:v>
                </c:pt>
                <c:pt idx="45">
                  <c:v>0.1779</c:v>
                </c:pt>
                <c:pt idx="46">
                  <c:v>0.18049999999999999</c:v>
                </c:pt>
                <c:pt idx="47">
                  <c:v>0.17399999999999999</c:v>
                </c:pt>
                <c:pt idx="48">
                  <c:v>0.1749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9A-460C-AE30-BF1DBEDE8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25.86</c:v>
                </c:pt>
                <c:pt idx="1">
                  <c:v>25.86</c:v>
                </c:pt>
                <c:pt idx="2">
                  <c:v>25.86</c:v>
                </c:pt>
                <c:pt idx="3">
                  <c:v>25.86</c:v>
                </c:pt>
                <c:pt idx="4">
                  <c:v>25.86</c:v>
                </c:pt>
                <c:pt idx="5">
                  <c:v>25.86</c:v>
                </c:pt>
                <c:pt idx="6">
                  <c:v>25.86</c:v>
                </c:pt>
                <c:pt idx="7">
                  <c:v>25.86</c:v>
                </c:pt>
                <c:pt idx="8">
                  <c:v>25.86</c:v>
                </c:pt>
                <c:pt idx="9">
                  <c:v>25.86</c:v>
                </c:pt>
                <c:pt idx="10">
                  <c:v>25.86</c:v>
                </c:pt>
                <c:pt idx="11">
                  <c:v>25.86</c:v>
                </c:pt>
                <c:pt idx="12">
                  <c:v>25.86</c:v>
                </c:pt>
                <c:pt idx="13">
                  <c:v>25.86</c:v>
                </c:pt>
                <c:pt idx="14">
                  <c:v>25.86</c:v>
                </c:pt>
                <c:pt idx="15">
                  <c:v>25.86</c:v>
                </c:pt>
                <c:pt idx="16">
                  <c:v>25.86</c:v>
                </c:pt>
                <c:pt idx="17">
                  <c:v>25.86</c:v>
                </c:pt>
                <c:pt idx="18">
                  <c:v>25.86</c:v>
                </c:pt>
                <c:pt idx="19">
                  <c:v>25.86</c:v>
                </c:pt>
                <c:pt idx="20">
                  <c:v>25.86</c:v>
                </c:pt>
                <c:pt idx="21">
                  <c:v>25.83</c:v>
                </c:pt>
                <c:pt idx="22">
                  <c:v>25.83</c:v>
                </c:pt>
                <c:pt idx="23">
                  <c:v>25.83</c:v>
                </c:pt>
                <c:pt idx="24">
                  <c:v>25.83</c:v>
                </c:pt>
                <c:pt idx="25">
                  <c:v>25.83</c:v>
                </c:pt>
                <c:pt idx="26">
                  <c:v>25.83</c:v>
                </c:pt>
                <c:pt idx="27">
                  <c:v>25.83</c:v>
                </c:pt>
                <c:pt idx="28">
                  <c:v>25.83</c:v>
                </c:pt>
                <c:pt idx="29">
                  <c:v>25.83</c:v>
                </c:pt>
                <c:pt idx="30">
                  <c:v>25.83</c:v>
                </c:pt>
                <c:pt idx="31">
                  <c:v>25.83</c:v>
                </c:pt>
                <c:pt idx="32">
                  <c:v>25.83</c:v>
                </c:pt>
                <c:pt idx="33">
                  <c:v>25.83</c:v>
                </c:pt>
                <c:pt idx="34">
                  <c:v>25.83</c:v>
                </c:pt>
                <c:pt idx="35">
                  <c:v>25.83</c:v>
                </c:pt>
                <c:pt idx="36">
                  <c:v>25.83</c:v>
                </c:pt>
                <c:pt idx="37">
                  <c:v>25.83</c:v>
                </c:pt>
                <c:pt idx="38">
                  <c:v>25.8</c:v>
                </c:pt>
                <c:pt idx="39">
                  <c:v>25.8</c:v>
                </c:pt>
                <c:pt idx="40">
                  <c:v>25.8</c:v>
                </c:pt>
                <c:pt idx="41">
                  <c:v>25.8</c:v>
                </c:pt>
                <c:pt idx="42">
                  <c:v>25.8</c:v>
                </c:pt>
                <c:pt idx="43">
                  <c:v>25.8</c:v>
                </c:pt>
                <c:pt idx="44">
                  <c:v>25.8</c:v>
                </c:pt>
                <c:pt idx="45">
                  <c:v>25.8</c:v>
                </c:pt>
                <c:pt idx="46">
                  <c:v>25.8</c:v>
                </c:pt>
                <c:pt idx="47">
                  <c:v>25.8</c:v>
                </c:pt>
                <c:pt idx="48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9A-460C-AE30-BF1DBEDE8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工作表1!$B$2:$B$48</c:f>
              <c:numCache>
                <c:formatCode>General</c:formatCode>
                <c:ptCount val="47"/>
                <c:pt idx="0">
                  <c:v>313.62</c:v>
                </c:pt>
                <c:pt idx="1">
                  <c:v>324.36</c:v>
                </c:pt>
                <c:pt idx="2">
                  <c:v>324.14</c:v>
                </c:pt>
                <c:pt idx="3">
                  <c:v>321.47000000000003</c:v>
                </c:pt>
                <c:pt idx="4">
                  <c:v>317.79000000000002</c:v>
                </c:pt>
                <c:pt idx="5">
                  <c:v>316.23</c:v>
                </c:pt>
                <c:pt idx="6">
                  <c:v>311.86</c:v>
                </c:pt>
                <c:pt idx="7">
                  <c:v>311.06</c:v>
                </c:pt>
                <c:pt idx="8">
                  <c:v>309.5</c:v>
                </c:pt>
                <c:pt idx="9">
                  <c:v>308.07</c:v>
                </c:pt>
                <c:pt idx="10">
                  <c:v>309.97000000000003</c:v>
                </c:pt>
                <c:pt idx="11">
                  <c:v>310.52</c:v>
                </c:pt>
                <c:pt idx="12">
                  <c:v>310.32</c:v>
                </c:pt>
                <c:pt idx="13">
                  <c:v>311.14999999999998</c:v>
                </c:pt>
                <c:pt idx="14">
                  <c:v>304.64999999999998</c:v>
                </c:pt>
                <c:pt idx="15">
                  <c:v>322.19</c:v>
                </c:pt>
                <c:pt idx="16">
                  <c:v>317.29000000000002</c:v>
                </c:pt>
                <c:pt idx="17">
                  <c:v>315.77999999999997</c:v>
                </c:pt>
                <c:pt idx="18">
                  <c:v>316.02999999999997</c:v>
                </c:pt>
                <c:pt idx="19">
                  <c:v>316.45</c:v>
                </c:pt>
                <c:pt idx="20">
                  <c:v>318.33</c:v>
                </c:pt>
                <c:pt idx="21">
                  <c:v>339.73</c:v>
                </c:pt>
                <c:pt idx="22">
                  <c:v>337.73</c:v>
                </c:pt>
                <c:pt idx="23">
                  <c:v>334.79</c:v>
                </c:pt>
                <c:pt idx="24">
                  <c:v>327.55</c:v>
                </c:pt>
                <c:pt idx="25">
                  <c:v>325.95</c:v>
                </c:pt>
                <c:pt idx="26">
                  <c:v>324.07</c:v>
                </c:pt>
                <c:pt idx="27">
                  <c:v>321.02999999999997</c:v>
                </c:pt>
                <c:pt idx="28">
                  <c:v>321.01</c:v>
                </c:pt>
                <c:pt idx="29">
                  <c:v>319.67</c:v>
                </c:pt>
                <c:pt idx="30">
                  <c:v>337.54</c:v>
                </c:pt>
                <c:pt idx="31">
                  <c:v>328.84</c:v>
                </c:pt>
                <c:pt idx="32">
                  <c:v>328.53</c:v>
                </c:pt>
                <c:pt idx="33">
                  <c:v>327.64</c:v>
                </c:pt>
                <c:pt idx="34">
                  <c:v>327.24</c:v>
                </c:pt>
                <c:pt idx="35">
                  <c:v>327.32</c:v>
                </c:pt>
                <c:pt idx="36">
                  <c:v>325.64999999999998</c:v>
                </c:pt>
                <c:pt idx="37">
                  <c:v>325.10000000000002</c:v>
                </c:pt>
                <c:pt idx="38">
                  <c:v>347.64</c:v>
                </c:pt>
                <c:pt idx="39">
                  <c:v>341.57</c:v>
                </c:pt>
                <c:pt idx="40">
                  <c:v>340.58</c:v>
                </c:pt>
                <c:pt idx="41">
                  <c:v>339.67</c:v>
                </c:pt>
                <c:pt idx="42">
                  <c:v>332.66</c:v>
                </c:pt>
                <c:pt idx="43">
                  <c:v>344.27</c:v>
                </c:pt>
                <c:pt idx="44">
                  <c:v>343.74</c:v>
                </c:pt>
                <c:pt idx="45">
                  <c:v>340.81</c:v>
                </c:pt>
                <c:pt idx="46">
                  <c:v>339.87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8C-4214-8EB1-B69011A6342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工作表1!$F$2:$F$50</c:f>
              <c:numCache>
                <c:formatCode>General</c:formatCode>
                <c:ptCount val="49"/>
                <c:pt idx="0">
                  <c:v>313.67</c:v>
                </c:pt>
                <c:pt idx="1">
                  <c:v>324.42</c:v>
                </c:pt>
                <c:pt idx="2">
                  <c:v>324.19</c:v>
                </c:pt>
                <c:pt idx="3">
                  <c:v>321.52</c:v>
                </c:pt>
                <c:pt idx="4">
                  <c:v>317.83</c:v>
                </c:pt>
                <c:pt idx="5">
                  <c:v>316.27999999999997</c:v>
                </c:pt>
                <c:pt idx="6">
                  <c:v>311.91000000000003</c:v>
                </c:pt>
                <c:pt idx="7">
                  <c:v>311.11</c:v>
                </c:pt>
                <c:pt idx="8">
                  <c:v>309.55</c:v>
                </c:pt>
                <c:pt idx="9">
                  <c:v>308.10000000000002</c:v>
                </c:pt>
                <c:pt idx="10">
                  <c:v>310.02</c:v>
                </c:pt>
                <c:pt idx="11">
                  <c:v>310.55</c:v>
                </c:pt>
                <c:pt idx="12">
                  <c:v>310.36</c:v>
                </c:pt>
                <c:pt idx="13">
                  <c:v>311.19</c:v>
                </c:pt>
                <c:pt idx="14">
                  <c:v>304.68</c:v>
                </c:pt>
                <c:pt idx="15">
                  <c:v>322.23</c:v>
                </c:pt>
                <c:pt idx="16">
                  <c:v>317.32</c:v>
                </c:pt>
                <c:pt idx="17">
                  <c:v>315.82</c:v>
                </c:pt>
                <c:pt idx="18">
                  <c:v>316.07</c:v>
                </c:pt>
                <c:pt idx="19">
                  <c:v>316.49</c:v>
                </c:pt>
                <c:pt idx="20">
                  <c:v>318.37</c:v>
                </c:pt>
                <c:pt idx="21">
                  <c:v>339.77</c:v>
                </c:pt>
                <c:pt idx="22">
                  <c:v>337.78</c:v>
                </c:pt>
                <c:pt idx="23">
                  <c:v>334.83</c:v>
                </c:pt>
                <c:pt idx="24">
                  <c:v>327.58999999999997</c:v>
                </c:pt>
                <c:pt idx="25">
                  <c:v>325.99</c:v>
                </c:pt>
                <c:pt idx="26">
                  <c:v>324.11</c:v>
                </c:pt>
                <c:pt idx="27">
                  <c:v>321.07</c:v>
                </c:pt>
                <c:pt idx="28">
                  <c:v>321.05</c:v>
                </c:pt>
                <c:pt idx="29">
                  <c:v>319.70999999999998</c:v>
                </c:pt>
                <c:pt idx="30">
                  <c:v>337.59</c:v>
                </c:pt>
                <c:pt idx="31">
                  <c:v>328.88</c:v>
                </c:pt>
                <c:pt idx="32">
                  <c:v>328.57</c:v>
                </c:pt>
                <c:pt idx="33">
                  <c:v>327.68</c:v>
                </c:pt>
                <c:pt idx="34">
                  <c:v>327.27999999999997</c:v>
                </c:pt>
                <c:pt idx="35">
                  <c:v>327.36</c:v>
                </c:pt>
                <c:pt idx="36">
                  <c:v>325.69</c:v>
                </c:pt>
                <c:pt idx="37">
                  <c:v>325.14</c:v>
                </c:pt>
                <c:pt idx="38">
                  <c:v>347.69</c:v>
                </c:pt>
                <c:pt idx="39">
                  <c:v>341.61</c:v>
                </c:pt>
                <c:pt idx="40">
                  <c:v>340.63</c:v>
                </c:pt>
                <c:pt idx="41">
                  <c:v>339.72</c:v>
                </c:pt>
                <c:pt idx="42">
                  <c:v>332.7</c:v>
                </c:pt>
                <c:pt idx="43">
                  <c:v>344.33</c:v>
                </c:pt>
                <c:pt idx="44">
                  <c:v>343.78</c:v>
                </c:pt>
                <c:pt idx="45">
                  <c:v>340.86</c:v>
                </c:pt>
                <c:pt idx="46">
                  <c:v>339.92</c:v>
                </c:pt>
                <c:pt idx="47">
                  <c:v>322.27</c:v>
                </c:pt>
                <c:pt idx="48">
                  <c:v>323.91000000000003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8C-4214-8EB1-B69011A63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25.86</c:v>
                </c:pt>
                <c:pt idx="1">
                  <c:v>25.86</c:v>
                </c:pt>
                <c:pt idx="2">
                  <c:v>25.86</c:v>
                </c:pt>
                <c:pt idx="3">
                  <c:v>25.86</c:v>
                </c:pt>
                <c:pt idx="4">
                  <c:v>25.86</c:v>
                </c:pt>
                <c:pt idx="5">
                  <c:v>25.86</c:v>
                </c:pt>
                <c:pt idx="6">
                  <c:v>25.86</c:v>
                </c:pt>
                <c:pt idx="7">
                  <c:v>25.86</c:v>
                </c:pt>
                <c:pt idx="8">
                  <c:v>25.86</c:v>
                </c:pt>
                <c:pt idx="9">
                  <c:v>25.86</c:v>
                </c:pt>
                <c:pt idx="10">
                  <c:v>25.86</c:v>
                </c:pt>
                <c:pt idx="11">
                  <c:v>25.86</c:v>
                </c:pt>
                <c:pt idx="12">
                  <c:v>25.86</c:v>
                </c:pt>
                <c:pt idx="13">
                  <c:v>25.86</c:v>
                </c:pt>
                <c:pt idx="14">
                  <c:v>25.86</c:v>
                </c:pt>
                <c:pt idx="15">
                  <c:v>25.86</c:v>
                </c:pt>
                <c:pt idx="16">
                  <c:v>25.86</c:v>
                </c:pt>
                <c:pt idx="17">
                  <c:v>25.86</c:v>
                </c:pt>
                <c:pt idx="18">
                  <c:v>25.86</c:v>
                </c:pt>
                <c:pt idx="19">
                  <c:v>25.86</c:v>
                </c:pt>
                <c:pt idx="20">
                  <c:v>25.86</c:v>
                </c:pt>
                <c:pt idx="21">
                  <c:v>25.83</c:v>
                </c:pt>
                <c:pt idx="22">
                  <c:v>25.83</c:v>
                </c:pt>
                <c:pt idx="23">
                  <c:v>25.83</c:v>
                </c:pt>
                <c:pt idx="24">
                  <c:v>25.83</c:v>
                </c:pt>
                <c:pt idx="25">
                  <c:v>25.83</c:v>
                </c:pt>
                <c:pt idx="26">
                  <c:v>25.83</c:v>
                </c:pt>
                <c:pt idx="27">
                  <c:v>25.83</c:v>
                </c:pt>
                <c:pt idx="28">
                  <c:v>25.83</c:v>
                </c:pt>
                <c:pt idx="29">
                  <c:v>25.83</c:v>
                </c:pt>
                <c:pt idx="30">
                  <c:v>25.83</c:v>
                </c:pt>
                <c:pt idx="31">
                  <c:v>25.83</c:v>
                </c:pt>
                <c:pt idx="32">
                  <c:v>25.83</c:v>
                </c:pt>
                <c:pt idx="33">
                  <c:v>25.83</c:v>
                </c:pt>
                <c:pt idx="34">
                  <c:v>25.83</c:v>
                </c:pt>
                <c:pt idx="35">
                  <c:v>25.83</c:v>
                </c:pt>
                <c:pt idx="36">
                  <c:v>25.83</c:v>
                </c:pt>
                <c:pt idx="37">
                  <c:v>25.83</c:v>
                </c:pt>
                <c:pt idx="38">
                  <c:v>25.8</c:v>
                </c:pt>
                <c:pt idx="39">
                  <c:v>25.8</c:v>
                </c:pt>
                <c:pt idx="40">
                  <c:v>25.8</c:v>
                </c:pt>
                <c:pt idx="41">
                  <c:v>25.8</c:v>
                </c:pt>
                <c:pt idx="42">
                  <c:v>25.8</c:v>
                </c:pt>
                <c:pt idx="43">
                  <c:v>25.8</c:v>
                </c:pt>
                <c:pt idx="44">
                  <c:v>25.8</c:v>
                </c:pt>
                <c:pt idx="45">
                  <c:v>25.8</c:v>
                </c:pt>
                <c:pt idx="46">
                  <c:v>25.8</c:v>
                </c:pt>
                <c:pt idx="47">
                  <c:v>25.8</c:v>
                </c:pt>
                <c:pt idx="48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8C-4214-8EB1-B69011A63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工作表1!$E$2:$E$52</c:f>
              <c:numCache>
                <c:formatCode>General</c:formatCode>
                <c:ptCount val="51"/>
                <c:pt idx="0">
                  <c:v>68.37</c:v>
                </c:pt>
                <c:pt idx="1">
                  <c:v>70.08</c:v>
                </c:pt>
                <c:pt idx="2">
                  <c:v>72.02</c:v>
                </c:pt>
                <c:pt idx="3">
                  <c:v>72.55</c:v>
                </c:pt>
                <c:pt idx="4">
                  <c:v>73.260000000000005</c:v>
                </c:pt>
                <c:pt idx="5">
                  <c:v>73.67</c:v>
                </c:pt>
                <c:pt idx="6">
                  <c:v>74.38</c:v>
                </c:pt>
                <c:pt idx="7">
                  <c:v>74.489999999999995</c:v>
                </c:pt>
                <c:pt idx="8">
                  <c:v>74.77</c:v>
                </c:pt>
                <c:pt idx="9">
                  <c:v>75.03</c:v>
                </c:pt>
                <c:pt idx="10">
                  <c:v>75.010000000000005</c:v>
                </c:pt>
                <c:pt idx="11">
                  <c:v>76.12</c:v>
                </c:pt>
                <c:pt idx="12">
                  <c:v>75.19</c:v>
                </c:pt>
                <c:pt idx="13">
                  <c:v>75.14</c:v>
                </c:pt>
                <c:pt idx="14">
                  <c:v>75.760000000000005</c:v>
                </c:pt>
                <c:pt idx="15">
                  <c:v>75.150000000000006</c:v>
                </c:pt>
                <c:pt idx="16">
                  <c:v>75.73</c:v>
                </c:pt>
                <c:pt idx="17">
                  <c:v>75.75</c:v>
                </c:pt>
                <c:pt idx="18">
                  <c:v>76.010000000000005</c:v>
                </c:pt>
                <c:pt idx="19">
                  <c:v>76.28</c:v>
                </c:pt>
                <c:pt idx="20">
                  <c:v>76.33</c:v>
                </c:pt>
                <c:pt idx="21">
                  <c:v>72.28</c:v>
                </c:pt>
                <c:pt idx="22">
                  <c:v>72.739999999999995</c:v>
                </c:pt>
                <c:pt idx="23">
                  <c:v>73.66</c:v>
                </c:pt>
                <c:pt idx="24">
                  <c:v>74.52</c:v>
                </c:pt>
                <c:pt idx="25">
                  <c:v>74.81</c:v>
                </c:pt>
                <c:pt idx="26">
                  <c:v>75.209999999999994</c:v>
                </c:pt>
                <c:pt idx="27">
                  <c:v>75.58</c:v>
                </c:pt>
                <c:pt idx="28">
                  <c:v>75.61</c:v>
                </c:pt>
                <c:pt idx="29">
                  <c:v>75.78</c:v>
                </c:pt>
                <c:pt idx="30">
                  <c:v>76</c:v>
                </c:pt>
                <c:pt idx="31">
                  <c:v>76.52</c:v>
                </c:pt>
                <c:pt idx="32">
                  <c:v>76.790000000000006</c:v>
                </c:pt>
                <c:pt idx="33">
                  <c:v>76.900000000000006</c:v>
                </c:pt>
                <c:pt idx="34">
                  <c:v>77.02</c:v>
                </c:pt>
                <c:pt idx="35">
                  <c:v>77.11</c:v>
                </c:pt>
                <c:pt idx="36">
                  <c:v>77.13</c:v>
                </c:pt>
                <c:pt idx="37">
                  <c:v>77.17</c:v>
                </c:pt>
                <c:pt idx="38">
                  <c:v>69.39</c:v>
                </c:pt>
                <c:pt idx="39">
                  <c:v>71.239999999999995</c:v>
                </c:pt>
                <c:pt idx="40">
                  <c:v>72.56</c:v>
                </c:pt>
                <c:pt idx="41">
                  <c:v>73.47</c:v>
                </c:pt>
                <c:pt idx="42">
                  <c:v>74.849999999999994</c:v>
                </c:pt>
                <c:pt idx="43">
                  <c:v>74.930000000000007</c:v>
                </c:pt>
                <c:pt idx="44">
                  <c:v>76.03</c:v>
                </c:pt>
                <c:pt idx="45">
                  <c:v>75.930000000000007</c:v>
                </c:pt>
                <c:pt idx="46">
                  <c:v>75.31</c:v>
                </c:pt>
                <c:pt idx="47">
                  <c:v>75.55</c:v>
                </c:pt>
                <c:pt idx="48">
                  <c:v>75.39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5A-45A1-9509-6B2A6932C29E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工作表1!$I$2:$I$52</c:f>
              <c:numCache>
                <c:formatCode>General</c:formatCode>
                <c:ptCount val="51"/>
                <c:pt idx="0">
                  <c:v>52.62</c:v>
                </c:pt>
                <c:pt idx="1">
                  <c:v>59.28</c:v>
                </c:pt>
                <c:pt idx="2">
                  <c:v>65.09</c:v>
                </c:pt>
                <c:pt idx="3">
                  <c:v>66.290000000000006</c:v>
                </c:pt>
                <c:pt idx="4">
                  <c:v>67.63</c:v>
                </c:pt>
                <c:pt idx="5">
                  <c:v>69.3</c:v>
                </c:pt>
                <c:pt idx="6">
                  <c:v>69.349999999999994</c:v>
                </c:pt>
                <c:pt idx="7">
                  <c:v>69.48</c:v>
                </c:pt>
                <c:pt idx="8">
                  <c:v>69.75</c:v>
                </c:pt>
                <c:pt idx="9">
                  <c:v>69.52</c:v>
                </c:pt>
                <c:pt idx="10">
                  <c:v>69.44</c:v>
                </c:pt>
                <c:pt idx="11">
                  <c:v>68.88</c:v>
                </c:pt>
                <c:pt idx="12">
                  <c:v>69.42</c:v>
                </c:pt>
                <c:pt idx="13">
                  <c:v>69.59</c:v>
                </c:pt>
                <c:pt idx="14">
                  <c:v>67.540000000000006</c:v>
                </c:pt>
                <c:pt idx="15">
                  <c:v>67.69</c:v>
                </c:pt>
                <c:pt idx="16">
                  <c:v>68.760000000000005</c:v>
                </c:pt>
                <c:pt idx="17">
                  <c:v>68.92</c:v>
                </c:pt>
                <c:pt idx="18">
                  <c:v>69.459999999999994</c:v>
                </c:pt>
                <c:pt idx="19">
                  <c:v>69.680000000000007</c:v>
                </c:pt>
                <c:pt idx="20">
                  <c:v>69.709999999999994</c:v>
                </c:pt>
                <c:pt idx="21">
                  <c:v>52.89</c:v>
                </c:pt>
                <c:pt idx="22">
                  <c:v>55.98</c:v>
                </c:pt>
                <c:pt idx="23">
                  <c:v>61.59</c:v>
                </c:pt>
                <c:pt idx="24">
                  <c:v>64.17</c:v>
                </c:pt>
                <c:pt idx="25">
                  <c:v>65.569999999999993</c:v>
                </c:pt>
                <c:pt idx="26">
                  <c:v>66.12</c:v>
                </c:pt>
                <c:pt idx="27">
                  <c:v>67.03</c:v>
                </c:pt>
                <c:pt idx="28">
                  <c:v>67.25</c:v>
                </c:pt>
                <c:pt idx="29">
                  <c:v>67.56</c:v>
                </c:pt>
                <c:pt idx="30">
                  <c:v>67.42</c:v>
                </c:pt>
                <c:pt idx="31">
                  <c:v>68.459999999999994</c:v>
                </c:pt>
                <c:pt idx="32">
                  <c:v>69.08</c:v>
                </c:pt>
                <c:pt idx="33">
                  <c:v>69.180000000000007</c:v>
                </c:pt>
                <c:pt idx="34">
                  <c:v>69.81</c:v>
                </c:pt>
                <c:pt idx="35">
                  <c:v>70.010000000000005</c:v>
                </c:pt>
                <c:pt idx="36">
                  <c:v>70.03</c:v>
                </c:pt>
                <c:pt idx="37">
                  <c:v>70.459999999999994</c:v>
                </c:pt>
                <c:pt idx="38">
                  <c:v>54.91</c:v>
                </c:pt>
                <c:pt idx="39">
                  <c:v>57.44</c:v>
                </c:pt>
                <c:pt idx="40">
                  <c:v>60.59</c:v>
                </c:pt>
                <c:pt idx="41">
                  <c:v>62.92</c:v>
                </c:pt>
                <c:pt idx="42">
                  <c:v>65.37</c:v>
                </c:pt>
                <c:pt idx="43">
                  <c:v>64.37</c:v>
                </c:pt>
                <c:pt idx="44">
                  <c:v>66.86</c:v>
                </c:pt>
                <c:pt idx="45">
                  <c:v>69.08</c:v>
                </c:pt>
                <c:pt idx="46">
                  <c:v>69.790000000000006</c:v>
                </c:pt>
                <c:pt idx="47">
                  <c:v>69.81</c:v>
                </c:pt>
                <c:pt idx="48">
                  <c:v>69.819999999999993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5A-45A1-9509-6B2A6932C2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工作表1!$J$2:$J$52</c:f>
              <c:numCache>
                <c:formatCode>General</c:formatCode>
                <c:ptCount val="51"/>
                <c:pt idx="0">
                  <c:v>25.86</c:v>
                </c:pt>
                <c:pt idx="1">
                  <c:v>25.86</c:v>
                </c:pt>
                <c:pt idx="2">
                  <c:v>25.86</c:v>
                </c:pt>
                <c:pt idx="3">
                  <c:v>25.86</c:v>
                </c:pt>
                <c:pt idx="4">
                  <c:v>25.86</c:v>
                </c:pt>
                <c:pt idx="5">
                  <c:v>25.86</c:v>
                </c:pt>
                <c:pt idx="6">
                  <c:v>25.86</c:v>
                </c:pt>
                <c:pt idx="7">
                  <c:v>25.86</c:v>
                </c:pt>
                <c:pt idx="8">
                  <c:v>25.86</c:v>
                </c:pt>
                <c:pt idx="9">
                  <c:v>25.86</c:v>
                </c:pt>
                <c:pt idx="10">
                  <c:v>25.86</c:v>
                </c:pt>
                <c:pt idx="11">
                  <c:v>25.86</c:v>
                </c:pt>
                <c:pt idx="12">
                  <c:v>25.86</c:v>
                </c:pt>
                <c:pt idx="13">
                  <c:v>25.86</c:v>
                </c:pt>
                <c:pt idx="14">
                  <c:v>25.86</c:v>
                </c:pt>
                <c:pt idx="15">
                  <c:v>25.86</c:v>
                </c:pt>
                <c:pt idx="16">
                  <c:v>25.86</c:v>
                </c:pt>
                <c:pt idx="17">
                  <c:v>25.86</c:v>
                </c:pt>
                <c:pt idx="18">
                  <c:v>25.86</c:v>
                </c:pt>
                <c:pt idx="19">
                  <c:v>25.86</c:v>
                </c:pt>
                <c:pt idx="20">
                  <c:v>25.86</c:v>
                </c:pt>
                <c:pt idx="21">
                  <c:v>25.83</c:v>
                </c:pt>
                <c:pt idx="22">
                  <c:v>25.83</c:v>
                </c:pt>
                <c:pt idx="23">
                  <c:v>25.83</c:v>
                </c:pt>
                <c:pt idx="24">
                  <c:v>25.83</c:v>
                </c:pt>
                <c:pt idx="25">
                  <c:v>25.83</c:v>
                </c:pt>
                <c:pt idx="26">
                  <c:v>25.83</c:v>
                </c:pt>
                <c:pt idx="27">
                  <c:v>25.83</c:v>
                </c:pt>
                <c:pt idx="28">
                  <c:v>25.83</c:v>
                </c:pt>
                <c:pt idx="29">
                  <c:v>25.83</c:v>
                </c:pt>
                <c:pt idx="30">
                  <c:v>25.83</c:v>
                </c:pt>
                <c:pt idx="31">
                  <c:v>25.83</c:v>
                </c:pt>
                <c:pt idx="32">
                  <c:v>25.83</c:v>
                </c:pt>
                <c:pt idx="33">
                  <c:v>25.83</c:v>
                </c:pt>
                <c:pt idx="34">
                  <c:v>25.83</c:v>
                </c:pt>
                <c:pt idx="35">
                  <c:v>25.83</c:v>
                </c:pt>
                <c:pt idx="36">
                  <c:v>25.83</c:v>
                </c:pt>
                <c:pt idx="37">
                  <c:v>25.83</c:v>
                </c:pt>
                <c:pt idx="38">
                  <c:v>25.8</c:v>
                </c:pt>
                <c:pt idx="39">
                  <c:v>25.8</c:v>
                </c:pt>
                <c:pt idx="40">
                  <c:v>25.8</c:v>
                </c:pt>
                <c:pt idx="41">
                  <c:v>25.8</c:v>
                </c:pt>
                <c:pt idx="42">
                  <c:v>25.8</c:v>
                </c:pt>
                <c:pt idx="43">
                  <c:v>25.8</c:v>
                </c:pt>
                <c:pt idx="44">
                  <c:v>25.8</c:v>
                </c:pt>
                <c:pt idx="45">
                  <c:v>25.8</c:v>
                </c:pt>
                <c:pt idx="46">
                  <c:v>25.8</c:v>
                </c:pt>
                <c:pt idx="47">
                  <c:v>25.8</c:v>
                </c:pt>
                <c:pt idx="48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5A-45A1-9509-6B2A6932C2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工作表1!$D$2:$D$50</c:f>
              <c:numCache>
                <c:formatCode>General</c:formatCode>
                <c:ptCount val="49"/>
                <c:pt idx="0">
                  <c:v>27.8</c:v>
                </c:pt>
                <c:pt idx="1">
                  <c:v>27.85</c:v>
                </c:pt>
                <c:pt idx="2">
                  <c:v>25.82</c:v>
                </c:pt>
                <c:pt idx="3">
                  <c:v>24.88</c:v>
                </c:pt>
                <c:pt idx="4">
                  <c:v>23.57</c:v>
                </c:pt>
                <c:pt idx="5">
                  <c:v>22.93</c:v>
                </c:pt>
                <c:pt idx="6">
                  <c:v>21.56</c:v>
                </c:pt>
                <c:pt idx="7">
                  <c:v>21.33</c:v>
                </c:pt>
                <c:pt idx="8">
                  <c:v>20.8</c:v>
                </c:pt>
                <c:pt idx="9">
                  <c:v>20.329999999999998</c:v>
                </c:pt>
                <c:pt idx="10">
                  <c:v>20.59</c:v>
                </c:pt>
                <c:pt idx="11">
                  <c:v>20.56</c:v>
                </c:pt>
                <c:pt idx="12">
                  <c:v>20.440000000000001</c:v>
                </c:pt>
                <c:pt idx="13">
                  <c:v>20.51</c:v>
                </c:pt>
                <c:pt idx="14">
                  <c:v>19.02</c:v>
                </c:pt>
                <c:pt idx="15">
                  <c:v>21.34</c:v>
                </c:pt>
                <c:pt idx="16">
                  <c:v>20.12</c:v>
                </c:pt>
                <c:pt idx="17">
                  <c:v>19.899999999999999</c:v>
                </c:pt>
                <c:pt idx="18">
                  <c:v>19.68</c:v>
                </c:pt>
                <c:pt idx="19">
                  <c:v>19.36</c:v>
                </c:pt>
                <c:pt idx="20">
                  <c:v>19.57</c:v>
                </c:pt>
                <c:pt idx="21">
                  <c:v>26.9</c:v>
                </c:pt>
                <c:pt idx="22">
                  <c:v>26.15</c:v>
                </c:pt>
                <c:pt idx="23">
                  <c:v>24.69</c:v>
                </c:pt>
                <c:pt idx="24">
                  <c:v>22.73</c:v>
                </c:pt>
                <c:pt idx="25">
                  <c:v>22.07</c:v>
                </c:pt>
                <c:pt idx="26">
                  <c:v>21.43</c:v>
                </c:pt>
                <c:pt idx="27">
                  <c:v>20.62</c:v>
                </c:pt>
                <c:pt idx="28">
                  <c:v>20.57</c:v>
                </c:pt>
                <c:pt idx="29">
                  <c:v>20.2</c:v>
                </c:pt>
                <c:pt idx="30">
                  <c:v>21.51</c:v>
                </c:pt>
                <c:pt idx="31">
                  <c:v>20.100000000000001</c:v>
                </c:pt>
                <c:pt idx="32">
                  <c:v>19.7</c:v>
                </c:pt>
                <c:pt idx="33">
                  <c:v>19.45</c:v>
                </c:pt>
                <c:pt idx="34">
                  <c:v>19.18</c:v>
                </c:pt>
                <c:pt idx="35">
                  <c:v>19.05</c:v>
                </c:pt>
                <c:pt idx="36">
                  <c:v>18.850000000000001</c:v>
                </c:pt>
                <c:pt idx="37">
                  <c:v>18.72</c:v>
                </c:pt>
                <c:pt idx="38">
                  <c:v>30.52</c:v>
                </c:pt>
                <c:pt idx="39">
                  <c:v>27.77</c:v>
                </c:pt>
                <c:pt idx="40">
                  <c:v>26.23</c:v>
                </c:pt>
                <c:pt idx="41">
                  <c:v>25.02</c:v>
                </c:pt>
                <c:pt idx="42">
                  <c:v>22.62</c:v>
                </c:pt>
                <c:pt idx="43">
                  <c:v>24.14</c:v>
                </c:pt>
                <c:pt idx="44">
                  <c:v>22.22</c:v>
                </c:pt>
                <c:pt idx="45">
                  <c:v>21.77</c:v>
                </c:pt>
                <c:pt idx="46">
                  <c:v>22.31</c:v>
                </c:pt>
                <c:pt idx="47">
                  <c:v>20.05</c:v>
                </c:pt>
                <c:pt idx="48">
                  <c:v>20.440000000000001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B3-4594-85BF-8C520666BE4C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工作表1!$H$2:$H$50</c:f>
              <c:numCache>
                <c:formatCode>General</c:formatCode>
                <c:ptCount val="49"/>
                <c:pt idx="0">
                  <c:v>25.29</c:v>
                </c:pt>
                <c:pt idx="1">
                  <c:v>24</c:v>
                </c:pt>
                <c:pt idx="2">
                  <c:v>20.81</c:v>
                </c:pt>
                <c:pt idx="3">
                  <c:v>19.8</c:v>
                </c:pt>
                <c:pt idx="4">
                  <c:v>18.260000000000002</c:v>
                </c:pt>
                <c:pt idx="5">
                  <c:v>18.010000000000002</c:v>
                </c:pt>
                <c:pt idx="6">
                  <c:v>16.96</c:v>
                </c:pt>
                <c:pt idx="7">
                  <c:v>16.809999999999999</c:v>
                </c:pt>
                <c:pt idx="8">
                  <c:v>16.510000000000002</c:v>
                </c:pt>
                <c:pt idx="9">
                  <c:v>16.55</c:v>
                </c:pt>
                <c:pt idx="10">
                  <c:v>16.739999999999998</c:v>
                </c:pt>
                <c:pt idx="11">
                  <c:v>17.100000000000001</c:v>
                </c:pt>
                <c:pt idx="12">
                  <c:v>16.73</c:v>
                </c:pt>
                <c:pt idx="13">
                  <c:v>16.79</c:v>
                </c:pt>
                <c:pt idx="14">
                  <c:v>17.690000000000001</c:v>
                </c:pt>
                <c:pt idx="15">
                  <c:v>19.649999999999999</c:v>
                </c:pt>
                <c:pt idx="16">
                  <c:v>18.41</c:v>
                </c:pt>
                <c:pt idx="17">
                  <c:v>18.2</c:v>
                </c:pt>
                <c:pt idx="18">
                  <c:v>17.87</c:v>
                </c:pt>
                <c:pt idx="19">
                  <c:v>17.670000000000002</c:v>
                </c:pt>
                <c:pt idx="20">
                  <c:v>17.73</c:v>
                </c:pt>
                <c:pt idx="21">
                  <c:v>29.82</c:v>
                </c:pt>
                <c:pt idx="22">
                  <c:v>28.21</c:v>
                </c:pt>
                <c:pt idx="23">
                  <c:v>24.91</c:v>
                </c:pt>
                <c:pt idx="24">
                  <c:v>22.62</c:v>
                </c:pt>
                <c:pt idx="25">
                  <c:v>21.72</c:v>
                </c:pt>
                <c:pt idx="26">
                  <c:v>21.1</c:v>
                </c:pt>
                <c:pt idx="27">
                  <c:v>20.2</c:v>
                </c:pt>
                <c:pt idx="28">
                  <c:v>20.09</c:v>
                </c:pt>
                <c:pt idx="29">
                  <c:v>19.77</c:v>
                </c:pt>
                <c:pt idx="30">
                  <c:v>22.25</c:v>
                </c:pt>
                <c:pt idx="31">
                  <c:v>20.18</c:v>
                </c:pt>
                <c:pt idx="32">
                  <c:v>19.77</c:v>
                </c:pt>
                <c:pt idx="33">
                  <c:v>19.579999999999998</c:v>
                </c:pt>
                <c:pt idx="34">
                  <c:v>19.190000000000001</c:v>
                </c:pt>
                <c:pt idx="35">
                  <c:v>19.09</c:v>
                </c:pt>
                <c:pt idx="36">
                  <c:v>18.899999999999999</c:v>
                </c:pt>
                <c:pt idx="37">
                  <c:v>18.559999999999999</c:v>
                </c:pt>
                <c:pt idx="38">
                  <c:v>30.14</c:v>
                </c:pt>
                <c:pt idx="39">
                  <c:v>29.7</c:v>
                </c:pt>
                <c:pt idx="40">
                  <c:v>25.94</c:v>
                </c:pt>
                <c:pt idx="41">
                  <c:v>25.51</c:v>
                </c:pt>
                <c:pt idx="42">
                  <c:v>23.04</c:v>
                </c:pt>
                <c:pt idx="43">
                  <c:v>24.67</c:v>
                </c:pt>
                <c:pt idx="44">
                  <c:v>23.35</c:v>
                </c:pt>
                <c:pt idx="45">
                  <c:v>21.65</c:v>
                </c:pt>
                <c:pt idx="46">
                  <c:v>21.2</c:v>
                </c:pt>
                <c:pt idx="47">
                  <c:v>19.36</c:v>
                </c:pt>
                <c:pt idx="48">
                  <c:v>19.54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B3-4594-85BF-8C520666B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25.86</c:v>
                </c:pt>
                <c:pt idx="1">
                  <c:v>25.86</c:v>
                </c:pt>
                <c:pt idx="2">
                  <c:v>25.86</c:v>
                </c:pt>
                <c:pt idx="3">
                  <c:v>25.86</c:v>
                </c:pt>
                <c:pt idx="4">
                  <c:v>25.86</c:v>
                </c:pt>
                <c:pt idx="5">
                  <c:v>25.86</c:v>
                </c:pt>
                <c:pt idx="6">
                  <c:v>25.86</c:v>
                </c:pt>
                <c:pt idx="7">
                  <c:v>25.86</c:v>
                </c:pt>
                <c:pt idx="8">
                  <c:v>25.86</c:v>
                </c:pt>
                <c:pt idx="9">
                  <c:v>25.86</c:v>
                </c:pt>
                <c:pt idx="10">
                  <c:v>25.86</c:v>
                </c:pt>
                <c:pt idx="11">
                  <c:v>25.86</c:v>
                </c:pt>
                <c:pt idx="12">
                  <c:v>25.86</c:v>
                </c:pt>
                <c:pt idx="13">
                  <c:v>25.86</c:v>
                </c:pt>
                <c:pt idx="14">
                  <c:v>25.86</c:v>
                </c:pt>
                <c:pt idx="15">
                  <c:v>25.86</c:v>
                </c:pt>
                <c:pt idx="16">
                  <c:v>25.86</c:v>
                </c:pt>
                <c:pt idx="17">
                  <c:v>25.86</c:v>
                </c:pt>
                <c:pt idx="18">
                  <c:v>25.86</c:v>
                </c:pt>
                <c:pt idx="19">
                  <c:v>25.86</c:v>
                </c:pt>
                <c:pt idx="20">
                  <c:v>25.86</c:v>
                </c:pt>
                <c:pt idx="21">
                  <c:v>25.83</c:v>
                </c:pt>
                <c:pt idx="22">
                  <c:v>25.83</c:v>
                </c:pt>
                <c:pt idx="23">
                  <c:v>25.83</c:v>
                </c:pt>
                <c:pt idx="24">
                  <c:v>25.83</c:v>
                </c:pt>
                <c:pt idx="25">
                  <c:v>25.83</c:v>
                </c:pt>
                <c:pt idx="26">
                  <c:v>25.83</c:v>
                </c:pt>
                <c:pt idx="27">
                  <c:v>25.83</c:v>
                </c:pt>
                <c:pt idx="28">
                  <c:v>25.83</c:v>
                </c:pt>
                <c:pt idx="29">
                  <c:v>25.83</c:v>
                </c:pt>
                <c:pt idx="30">
                  <c:v>25.83</c:v>
                </c:pt>
                <c:pt idx="31">
                  <c:v>25.83</c:v>
                </c:pt>
                <c:pt idx="32">
                  <c:v>25.83</c:v>
                </c:pt>
                <c:pt idx="33">
                  <c:v>25.83</c:v>
                </c:pt>
                <c:pt idx="34">
                  <c:v>25.83</c:v>
                </c:pt>
                <c:pt idx="35">
                  <c:v>25.83</c:v>
                </c:pt>
                <c:pt idx="36">
                  <c:v>25.83</c:v>
                </c:pt>
                <c:pt idx="37">
                  <c:v>25.83</c:v>
                </c:pt>
                <c:pt idx="38">
                  <c:v>25.8</c:v>
                </c:pt>
                <c:pt idx="39">
                  <c:v>25.8</c:v>
                </c:pt>
                <c:pt idx="40">
                  <c:v>25.8</c:v>
                </c:pt>
                <c:pt idx="41">
                  <c:v>25.8</c:v>
                </c:pt>
                <c:pt idx="42">
                  <c:v>25.8</c:v>
                </c:pt>
                <c:pt idx="43">
                  <c:v>25.8</c:v>
                </c:pt>
                <c:pt idx="44">
                  <c:v>25.8</c:v>
                </c:pt>
                <c:pt idx="45">
                  <c:v>25.8</c:v>
                </c:pt>
                <c:pt idx="46">
                  <c:v>25.8</c:v>
                </c:pt>
                <c:pt idx="47">
                  <c:v>25.8</c:v>
                </c:pt>
                <c:pt idx="48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B3-4594-85BF-8C520666B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工作表1!$C$2:$C$51</c:f>
              <c:numCache>
                <c:formatCode>General</c:formatCode>
                <c:ptCount val="50"/>
                <c:pt idx="0">
                  <c:v>0.28079999999999999</c:v>
                </c:pt>
                <c:pt idx="1">
                  <c:v>0.28460000000000002</c:v>
                </c:pt>
                <c:pt idx="2">
                  <c:v>0.28179999999999999</c:v>
                </c:pt>
                <c:pt idx="3">
                  <c:v>0.27389999999999998</c:v>
                </c:pt>
                <c:pt idx="4">
                  <c:v>0.2681</c:v>
                </c:pt>
                <c:pt idx="5">
                  <c:v>0.26910000000000001</c:v>
                </c:pt>
                <c:pt idx="6">
                  <c:v>0.27700000000000002</c:v>
                </c:pt>
                <c:pt idx="7">
                  <c:v>0.28029999999999999</c:v>
                </c:pt>
                <c:pt idx="8">
                  <c:v>0.27879999999999999</c:v>
                </c:pt>
                <c:pt idx="9">
                  <c:v>0.27689999999999998</c:v>
                </c:pt>
                <c:pt idx="10">
                  <c:v>0.27460000000000001</c:v>
                </c:pt>
                <c:pt idx="11">
                  <c:v>0.2742</c:v>
                </c:pt>
                <c:pt idx="12">
                  <c:v>0.27229999999999999</c:v>
                </c:pt>
                <c:pt idx="13">
                  <c:v>0.27100000000000002</c:v>
                </c:pt>
                <c:pt idx="14">
                  <c:v>0.26950000000000002</c:v>
                </c:pt>
                <c:pt idx="15">
                  <c:v>0.26879999999999998</c:v>
                </c:pt>
                <c:pt idx="16">
                  <c:v>0.2676</c:v>
                </c:pt>
                <c:pt idx="17">
                  <c:v>0.27539999999999998</c:v>
                </c:pt>
                <c:pt idx="18">
                  <c:v>0.27389999999999998</c:v>
                </c:pt>
                <c:pt idx="19">
                  <c:v>0.27310000000000001</c:v>
                </c:pt>
                <c:pt idx="20">
                  <c:v>0.27310000000000001</c:v>
                </c:pt>
                <c:pt idx="21">
                  <c:v>0.27260000000000001</c:v>
                </c:pt>
                <c:pt idx="22">
                  <c:v>0.2717</c:v>
                </c:pt>
                <c:pt idx="23">
                  <c:v>0.27150000000000002</c:v>
                </c:pt>
                <c:pt idx="24">
                  <c:v>0.27210000000000001</c:v>
                </c:pt>
                <c:pt idx="25">
                  <c:v>0.27339999999999998</c:v>
                </c:pt>
                <c:pt idx="26">
                  <c:v>0.27050000000000002</c:v>
                </c:pt>
                <c:pt idx="27">
                  <c:v>0.26860000000000001</c:v>
                </c:pt>
                <c:pt idx="28">
                  <c:v>0.27239999999999998</c:v>
                </c:pt>
                <c:pt idx="29">
                  <c:v>0.27200000000000002</c:v>
                </c:pt>
                <c:pt idx="30">
                  <c:v>0.2485</c:v>
                </c:pt>
                <c:pt idx="31">
                  <c:v>0.23419999999999999</c:v>
                </c:pt>
                <c:pt idx="32">
                  <c:v>0.24030000000000001</c:v>
                </c:pt>
                <c:pt idx="33">
                  <c:v>0.24149999999999999</c:v>
                </c:pt>
                <c:pt idx="34">
                  <c:v>0.24160000000000001</c:v>
                </c:pt>
                <c:pt idx="35">
                  <c:v>0.24529999999999999</c:v>
                </c:pt>
                <c:pt idx="36">
                  <c:v>0.23910000000000001</c:v>
                </c:pt>
                <c:pt idx="37">
                  <c:v>0.2409</c:v>
                </c:pt>
                <c:pt idx="38">
                  <c:v>0.2404</c:v>
                </c:pt>
                <c:pt idx="39">
                  <c:v>0.24279999999999999</c:v>
                </c:pt>
                <c:pt idx="40">
                  <c:v>0.24390000000000001</c:v>
                </c:pt>
                <c:pt idx="41">
                  <c:v>0.249</c:v>
                </c:pt>
                <c:pt idx="42">
                  <c:v>0.23519999999999999</c:v>
                </c:pt>
                <c:pt idx="43">
                  <c:v>0.22539999999999999</c:v>
                </c:pt>
                <c:pt idx="44">
                  <c:v>0.2041</c:v>
                </c:pt>
                <c:pt idx="45">
                  <c:v>0.2117</c:v>
                </c:pt>
                <c:pt idx="46">
                  <c:v>0.22090000000000001</c:v>
                </c:pt>
                <c:pt idx="47">
                  <c:v>0.22470000000000001</c:v>
                </c:pt>
                <c:pt idx="48">
                  <c:v>0.23130000000000001</c:v>
                </c:pt>
                <c:pt idx="49">
                  <c:v>0.22770000000000001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56-47E8-87FB-87E22D9AD87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工作表1!$G$2:$G$51</c:f>
              <c:numCache>
                <c:formatCode>General</c:formatCode>
                <c:ptCount val="50"/>
                <c:pt idx="0">
                  <c:v>0.15890000000000001</c:v>
                </c:pt>
                <c:pt idx="1">
                  <c:v>0.1656</c:v>
                </c:pt>
                <c:pt idx="2">
                  <c:v>0.1686</c:v>
                </c:pt>
                <c:pt idx="3">
                  <c:v>0.1711</c:v>
                </c:pt>
                <c:pt idx="4">
                  <c:v>0.1716</c:v>
                </c:pt>
                <c:pt idx="5">
                  <c:v>0.17069999999999999</c:v>
                </c:pt>
                <c:pt idx="6">
                  <c:v>0.15029999999999999</c:v>
                </c:pt>
                <c:pt idx="7">
                  <c:v>0.15909999999999999</c:v>
                </c:pt>
                <c:pt idx="8">
                  <c:v>0.1613</c:v>
                </c:pt>
                <c:pt idx="9">
                  <c:v>0.16209999999999999</c:v>
                </c:pt>
                <c:pt idx="10">
                  <c:v>0.16239999999999999</c:v>
                </c:pt>
                <c:pt idx="11">
                  <c:v>0.16250000000000001</c:v>
                </c:pt>
                <c:pt idx="12">
                  <c:v>0.1628</c:v>
                </c:pt>
                <c:pt idx="13">
                  <c:v>0.1628</c:v>
                </c:pt>
                <c:pt idx="14">
                  <c:v>0.16370000000000001</c:v>
                </c:pt>
                <c:pt idx="15">
                  <c:v>0.16389999999999999</c:v>
                </c:pt>
                <c:pt idx="16">
                  <c:v>0.1636</c:v>
                </c:pt>
                <c:pt idx="17">
                  <c:v>0.1636</c:v>
                </c:pt>
                <c:pt idx="18">
                  <c:v>0.1643</c:v>
                </c:pt>
                <c:pt idx="19">
                  <c:v>0.16539999999999999</c:v>
                </c:pt>
                <c:pt idx="20">
                  <c:v>0.16550000000000001</c:v>
                </c:pt>
                <c:pt idx="21">
                  <c:v>0.1668</c:v>
                </c:pt>
                <c:pt idx="22">
                  <c:v>0.16689999999999999</c:v>
                </c:pt>
                <c:pt idx="23">
                  <c:v>0.1676</c:v>
                </c:pt>
                <c:pt idx="24">
                  <c:v>0.1673</c:v>
                </c:pt>
                <c:pt idx="25">
                  <c:v>0.1676</c:v>
                </c:pt>
                <c:pt idx="26">
                  <c:v>0.1678</c:v>
                </c:pt>
                <c:pt idx="27">
                  <c:v>0.16850000000000001</c:v>
                </c:pt>
                <c:pt idx="28">
                  <c:v>0.16830000000000001</c:v>
                </c:pt>
                <c:pt idx="29">
                  <c:v>0.16750000000000001</c:v>
                </c:pt>
                <c:pt idx="30">
                  <c:v>0.14779999999999999</c:v>
                </c:pt>
                <c:pt idx="31">
                  <c:v>0.1613</c:v>
                </c:pt>
                <c:pt idx="32">
                  <c:v>0.16309999999999999</c:v>
                </c:pt>
                <c:pt idx="33">
                  <c:v>0.1653</c:v>
                </c:pt>
                <c:pt idx="34">
                  <c:v>0.1666</c:v>
                </c:pt>
                <c:pt idx="35">
                  <c:v>0.1673</c:v>
                </c:pt>
                <c:pt idx="36">
                  <c:v>0.16669999999999999</c:v>
                </c:pt>
                <c:pt idx="37">
                  <c:v>0.1668</c:v>
                </c:pt>
                <c:pt idx="38">
                  <c:v>0.16739999999999999</c:v>
                </c:pt>
                <c:pt idx="39">
                  <c:v>0.16750000000000001</c:v>
                </c:pt>
                <c:pt idx="40">
                  <c:v>0.1673</c:v>
                </c:pt>
                <c:pt idx="41">
                  <c:v>0.15890000000000001</c:v>
                </c:pt>
                <c:pt idx="42">
                  <c:v>0.16850000000000001</c:v>
                </c:pt>
                <c:pt idx="43">
                  <c:v>0.16869999999999999</c:v>
                </c:pt>
                <c:pt idx="44">
                  <c:v>0.14910000000000001</c:v>
                </c:pt>
                <c:pt idx="45">
                  <c:v>0.1542</c:v>
                </c:pt>
                <c:pt idx="46">
                  <c:v>0.16220000000000001</c:v>
                </c:pt>
                <c:pt idx="47">
                  <c:v>0.16320000000000001</c:v>
                </c:pt>
                <c:pt idx="48">
                  <c:v>0.16239999999999999</c:v>
                </c:pt>
                <c:pt idx="49">
                  <c:v>0.16600000000000001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56-47E8-87FB-87E22D9AD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工作表1!$J$2:$J$51</c:f>
              <c:numCache>
                <c:formatCode>General</c:formatCode>
                <c:ptCount val="50"/>
                <c:pt idx="0">
                  <c:v>25.79</c:v>
                </c:pt>
                <c:pt idx="1">
                  <c:v>25.79</c:v>
                </c:pt>
                <c:pt idx="2">
                  <c:v>25.79</c:v>
                </c:pt>
                <c:pt idx="3">
                  <c:v>25.79</c:v>
                </c:pt>
                <c:pt idx="4">
                  <c:v>25.79</c:v>
                </c:pt>
                <c:pt idx="5">
                  <c:v>25.79</c:v>
                </c:pt>
                <c:pt idx="6">
                  <c:v>25.76</c:v>
                </c:pt>
                <c:pt idx="7">
                  <c:v>25.76</c:v>
                </c:pt>
                <c:pt idx="8">
                  <c:v>25.76</c:v>
                </c:pt>
                <c:pt idx="9">
                  <c:v>25.76</c:v>
                </c:pt>
                <c:pt idx="10">
                  <c:v>25.76</c:v>
                </c:pt>
                <c:pt idx="11">
                  <c:v>25.76</c:v>
                </c:pt>
                <c:pt idx="12">
                  <c:v>25.76</c:v>
                </c:pt>
                <c:pt idx="13">
                  <c:v>25.76</c:v>
                </c:pt>
                <c:pt idx="14">
                  <c:v>25.76</c:v>
                </c:pt>
                <c:pt idx="15">
                  <c:v>25.76</c:v>
                </c:pt>
                <c:pt idx="16">
                  <c:v>25.76</c:v>
                </c:pt>
                <c:pt idx="17">
                  <c:v>25.73</c:v>
                </c:pt>
                <c:pt idx="18">
                  <c:v>25.73</c:v>
                </c:pt>
                <c:pt idx="19">
                  <c:v>25.73</c:v>
                </c:pt>
                <c:pt idx="20">
                  <c:v>25.73</c:v>
                </c:pt>
                <c:pt idx="21">
                  <c:v>25.73</c:v>
                </c:pt>
                <c:pt idx="22">
                  <c:v>25.73</c:v>
                </c:pt>
                <c:pt idx="23">
                  <c:v>25.73</c:v>
                </c:pt>
                <c:pt idx="24">
                  <c:v>25.73</c:v>
                </c:pt>
                <c:pt idx="25">
                  <c:v>25.73</c:v>
                </c:pt>
                <c:pt idx="26">
                  <c:v>25.73</c:v>
                </c:pt>
                <c:pt idx="27">
                  <c:v>25.73</c:v>
                </c:pt>
                <c:pt idx="28">
                  <c:v>25.73</c:v>
                </c:pt>
                <c:pt idx="29">
                  <c:v>25.73</c:v>
                </c:pt>
                <c:pt idx="30">
                  <c:v>25.7</c:v>
                </c:pt>
                <c:pt idx="31">
                  <c:v>25.7</c:v>
                </c:pt>
                <c:pt idx="32">
                  <c:v>25.7</c:v>
                </c:pt>
                <c:pt idx="33">
                  <c:v>25.7</c:v>
                </c:pt>
                <c:pt idx="34">
                  <c:v>25.7</c:v>
                </c:pt>
                <c:pt idx="35">
                  <c:v>25.7</c:v>
                </c:pt>
                <c:pt idx="36">
                  <c:v>25.7</c:v>
                </c:pt>
                <c:pt idx="37">
                  <c:v>25.7</c:v>
                </c:pt>
                <c:pt idx="38">
                  <c:v>25.7</c:v>
                </c:pt>
                <c:pt idx="39">
                  <c:v>25.7</c:v>
                </c:pt>
                <c:pt idx="40">
                  <c:v>25.7</c:v>
                </c:pt>
                <c:pt idx="41">
                  <c:v>25.7</c:v>
                </c:pt>
                <c:pt idx="42">
                  <c:v>25.7</c:v>
                </c:pt>
                <c:pt idx="43">
                  <c:v>25.7</c:v>
                </c:pt>
                <c:pt idx="44">
                  <c:v>25.67</c:v>
                </c:pt>
                <c:pt idx="45">
                  <c:v>25.67</c:v>
                </c:pt>
                <c:pt idx="46">
                  <c:v>25.67</c:v>
                </c:pt>
                <c:pt idx="47">
                  <c:v>25.67</c:v>
                </c:pt>
                <c:pt idx="48">
                  <c:v>25.67</c:v>
                </c:pt>
                <c:pt idx="49">
                  <c:v>25.67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56-47E8-87FB-87E22D9AD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工作表1!$B$2:$B$48</c:f>
              <c:numCache>
                <c:formatCode>General</c:formatCode>
                <c:ptCount val="47"/>
                <c:pt idx="0">
                  <c:v>378.82</c:v>
                </c:pt>
                <c:pt idx="1">
                  <c:v>373.08</c:v>
                </c:pt>
                <c:pt idx="2">
                  <c:v>363.73</c:v>
                </c:pt>
                <c:pt idx="3">
                  <c:v>349.73</c:v>
                </c:pt>
                <c:pt idx="4">
                  <c:v>340.31</c:v>
                </c:pt>
                <c:pt idx="5">
                  <c:v>338.24</c:v>
                </c:pt>
                <c:pt idx="6">
                  <c:v>370.67</c:v>
                </c:pt>
                <c:pt idx="7">
                  <c:v>361.67</c:v>
                </c:pt>
                <c:pt idx="8">
                  <c:v>354.46</c:v>
                </c:pt>
                <c:pt idx="9">
                  <c:v>349.22</c:v>
                </c:pt>
                <c:pt idx="10">
                  <c:v>344.53</c:v>
                </c:pt>
                <c:pt idx="11">
                  <c:v>342.13</c:v>
                </c:pt>
                <c:pt idx="12">
                  <c:v>339.35</c:v>
                </c:pt>
                <c:pt idx="13">
                  <c:v>337.15</c:v>
                </c:pt>
                <c:pt idx="14">
                  <c:v>335.22</c:v>
                </c:pt>
                <c:pt idx="15">
                  <c:v>334.06</c:v>
                </c:pt>
                <c:pt idx="16">
                  <c:v>331.82</c:v>
                </c:pt>
                <c:pt idx="17">
                  <c:v>359.58</c:v>
                </c:pt>
                <c:pt idx="18">
                  <c:v>355.6</c:v>
                </c:pt>
                <c:pt idx="19">
                  <c:v>352.73</c:v>
                </c:pt>
                <c:pt idx="20">
                  <c:v>352.1</c:v>
                </c:pt>
                <c:pt idx="21">
                  <c:v>350.73</c:v>
                </c:pt>
                <c:pt idx="22">
                  <c:v>348.36</c:v>
                </c:pt>
                <c:pt idx="23">
                  <c:v>347.31</c:v>
                </c:pt>
                <c:pt idx="24">
                  <c:v>346.57</c:v>
                </c:pt>
                <c:pt idx="25">
                  <c:v>348.01</c:v>
                </c:pt>
                <c:pt idx="26">
                  <c:v>342.86</c:v>
                </c:pt>
                <c:pt idx="27">
                  <c:v>339.77</c:v>
                </c:pt>
                <c:pt idx="28">
                  <c:v>344.07</c:v>
                </c:pt>
                <c:pt idx="29">
                  <c:v>342.11</c:v>
                </c:pt>
                <c:pt idx="30">
                  <c:v>361.86</c:v>
                </c:pt>
                <c:pt idx="31">
                  <c:v>326.57</c:v>
                </c:pt>
                <c:pt idx="32">
                  <c:v>330</c:v>
                </c:pt>
                <c:pt idx="33">
                  <c:v>327.64</c:v>
                </c:pt>
                <c:pt idx="34">
                  <c:v>325.54000000000002</c:v>
                </c:pt>
                <c:pt idx="35">
                  <c:v>327.58999999999997</c:v>
                </c:pt>
                <c:pt idx="36">
                  <c:v>318.26</c:v>
                </c:pt>
                <c:pt idx="37">
                  <c:v>319.8</c:v>
                </c:pt>
                <c:pt idx="38">
                  <c:v>318.08999999999997</c:v>
                </c:pt>
                <c:pt idx="39">
                  <c:v>319.58999999999997</c:v>
                </c:pt>
                <c:pt idx="40">
                  <c:v>322.42</c:v>
                </c:pt>
                <c:pt idx="41">
                  <c:v>325.8</c:v>
                </c:pt>
                <c:pt idx="42">
                  <c:v>308.36</c:v>
                </c:pt>
                <c:pt idx="43">
                  <c:v>294.8</c:v>
                </c:pt>
                <c:pt idx="44">
                  <c:v>307.43</c:v>
                </c:pt>
                <c:pt idx="45">
                  <c:v>311.67</c:v>
                </c:pt>
                <c:pt idx="46">
                  <c:v>318.79000000000002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1C-4165-B7F7-7C1F7FCB15A2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工作表1!$F$2:$F$51</c:f>
              <c:numCache>
                <c:formatCode>General</c:formatCode>
                <c:ptCount val="50"/>
                <c:pt idx="0">
                  <c:v>378.9</c:v>
                </c:pt>
                <c:pt idx="1">
                  <c:v>373.15</c:v>
                </c:pt>
                <c:pt idx="2">
                  <c:v>363.8</c:v>
                </c:pt>
                <c:pt idx="3">
                  <c:v>349.8</c:v>
                </c:pt>
                <c:pt idx="4">
                  <c:v>340.37</c:v>
                </c:pt>
                <c:pt idx="5">
                  <c:v>338.29</c:v>
                </c:pt>
                <c:pt idx="6">
                  <c:v>370.73</c:v>
                </c:pt>
                <c:pt idx="7">
                  <c:v>361.73</c:v>
                </c:pt>
                <c:pt idx="8">
                  <c:v>354.51</c:v>
                </c:pt>
                <c:pt idx="9">
                  <c:v>349.28</c:v>
                </c:pt>
                <c:pt idx="10">
                  <c:v>344.59</c:v>
                </c:pt>
                <c:pt idx="11">
                  <c:v>342.18</c:v>
                </c:pt>
                <c:pt idx="12">
                  <c:v>339.41</c:v>
                </c:pt>
                <c:pt idx="13">
                  <c:v>337.2</c:v>
                </c:pt>
                <c:pt idx="14">
                  <c:v>335.26</c:v>
                </c:pt>
                <c:pt idx="15">
                  <c:v>334.11</c:v>
                </c:pt>
                <c:pt idx="16">
                  <c:v>331.86</c:v>
                </c:pt>
                <c:pt idx="17">
                  <c:v>359.64</c:v>
                </c:pt>
                <c:pt idx="18">
                  <c:v>355.66</c:v>
                </c:pt>
                <c:pt idx="19">
                  <c:v>352.79</c:v>
                </c:pt>
                <c:pt idx="20">
                  <c:v>352.16</c:v>
                </c:pt>
                <c:pt idx="21">
                  <c:v>350.79</c:v>
                </c:pt>
                <c:pt idx="22">
                  <c:v>348.42</c:v>
                </c:pt>
                <c:pt idx="23">
                  <c:v>347.36</c:v>
                </c:pt>
                <c:pt idx="24">
                  <c:v>346.62</c:v>
                </c:pt>
                <c:pt idx="25">
                  <c:v>348.08</c:v>
                </c:pt>
                <c:pt idx="26">
                  <c:v>342.92</c:v>
                </c:pt>
                <c:pt idx="27">
                  <c:v>339.82</c:v>
                </c:pt>
                <c:pt idx="28">
                  <c:v>344.12</c:v>
                </c:pt>
                <c:pt idx="29">
                  <c:v>342.16</c:v>
                </c:pt>
                <c:pt idx="30">
                  <c:v>361.92</c:v>
                </c:pt>
                <c:pt idx="31">
                  <c:v>326.62</c:v>
                </c:pt>
                <c:pt idx="32">
                  <c:v>330.05</c:v>
                </c:pt>
                <c:pt idx="33">
                  <c:v>327.69</c:v>
                </c:pt>
                <c:pt idx="34">
                  <c:v>325.58999999999997</c:v>
                </c:pt>
                <c:pt idx="35">
                  <c:v>327.64</c:v>
                </c:pt>
                <c:pt idx="36">
                  <c:v>318.3</c:v>
                </c:pt>
                <c:pt idx="37">
                  <c:v>319.85000000000002</c:v>
                </c:pt>
                <c:pt idx="38">
                  <c:v>318.14</c:v>
                </c:pt>
                <c:pt idx="39">
                  <c:v>319.63</c:v>
                </c:pt>
                <c:pt idx="40">
                  <c:v>322.47000000000003</c:v>
                </c:pt>
                <c:pt idx="41">
                  <c:v>325.83999999999997</c:v>
                </c:pt>
                <c:pt idx="42">
                  <c:v>308.41000000000003</c:v>
                </c:pt>
                <c:pt idx="43">
                  <c:v>294.85000000000002</c:v>
                </c:pt>
                <c:pt idx="44">
                  <c:v>307.48</c:v>
                </c:pt>
                <c:pt idx="45">
                  <c:v>311.72000000000003</c:v>
                </c:pt>
                <c:pt idx="46">
                  <c:v>318.85000000000002</c:v>
                </c:pt>
                <c:pt idx="47">
                  <c:v>319.33999999999997</c:v>
                </c:pt>
                <c:pt idx="48">
                  <c:v>319.41000000000003</c:v>
                </c:pt>
                <c:pt idx="49">
                  <c:v>319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1C-4165-B7F7-7C1F7FCB1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工作表1!$J$2:$J$51</c:f>
              <c:numCache>
                <c:formatCode>General</c:formatCode>
                <c:ptCount val="50"/>
                <c:pt idx="0">
                  <c:v>25.79</c:v>
                </c:pt>
                <c:pt idx="1">
                  <c:v>25.79</c:v>
                </c:pt>
                <c:pt idx="2">
                  <c:v>25.79</c:v>
                </c:pt>
                <c:pt idx="3">
                  <c:v>25.79</c:v>
                </c:pt>
                <c:pt idx="4">
                  <c:v>25.79</c:v>
                </c:pt>
                <c:pt idx="5">
                  <c:v>25.79</c:v>
                </c:pt>
                <c:pt idx="6">
                  <c:v>25.76</c:v>
                </c:pt>
                <c:pt idx="7">
                  <c:v>25.76</c:v>
                </c:pt>
                <c:pt idx="8">
                  <c:v>25.76</c:v>
                </c:pt>
                <c:pt idx="9">
                  <c:v>25.76</c:v>
                </c:pt>
                <c:pt idx="10">
                  <c:v>25.76</c:v>
                </c:pt>
                <c:pt idx="11">
                  <c:v>25.76</c:v>
                </c:pt>
                <c:pt idx="12">
                  <c:v>25.76</c:v>
                </c:pt>
                <c:pt idx="13">
                  <c:v>25.76</c:v>
                </c:pt>
                <c:pt idx="14">
                  <c:v>25.76</c:v>
                </c:pt>
                <c:pt idx="15">
                  <c:v>25.76</c:v>
                </c:pt>
                <c:pt idx="16">
                  <c:v>25.76</c:v>
                </c:pt>
                <c:pt idx="17">
                  <c:v>25.73</c:v>
                </c:pt>
                <c:pt idx="18">
                  <c:v>25.73</c:v>
                </c:pt>
                <c:pt idx="19">
                  <c:v>25.73</c:v>
                </c:pt>
                <c:pt idx="20">
                  <c:v>25.73</c:v>
                </c:pt>
                <c:pt idx="21">
                  <c:v>25.73</c:v>
                </c:pt>
                <c:pt idx="22">
                  <c:v>25.73</c:v>
                </c:pt>
                <c:pt idx="23">
                  <c:v>25.73</c:v>
                </c:pt>
                <c:pt idx="24">
                  <c:v>25.73</c:v>
                </c:pt>
                <c:pt idx="25">
                  <c:v>25.73</c:v>
                </c:pt>
                <c:pt idx="26">
                  <c:v>25.73</c:v>
                </c:pt>
                <c:pt idx="27">
                  <c:v>25.73</c:v>
                </c:pt>
                <c:pt idx="28">
                  <c:v>25.73</c:v>
                </c:pt>
                <c:pt idx="29">
                  <c:v>25.73</c:v>
                </c:pt>
                <c:pt idx="30">
                  <c:v>25.7</c:v>
                </c:pt>
                <c:pt idx="31">
                  <c:v>25.7</c:v>
                </c:pt>
                <c:pt idx="32">
                  <c:v>25.7</c:v>
                </c:pt>
                <c:pt idx="33">
                  <c:v>25.7</c:v>
                </c:pt>
                <c:pt idx="34">
                  <c:v>25.7</c:v>
                </c:pt>
                <c:pt idx="35">
                  <c:v>25.7</c:v>
                </c:pt>
                <c:pt idx="36">
                  <c:v>25.7</c:v>
                </c:pt>
                <c:pt idx="37">
                  <c:v>25.7</c:v>
                </c:pt>
                <c:pt idx="38">
                  <c:v>25.7</c:v>
                </c:pt>
                <c:pt idx="39">
                  <c:v>25.7</c:v>
                </c:pt>
                <c:pt idx="40">
                  <c:v>25.7</c:v>
                </c:pt>
                <c:pt idx="41">
                  <c:v>25.7</c:v>
                </c:pt>
                <c:pt idx="42">
                  <c:v>25.7</c:v>
                </c:pt>
                <c:pt idx="43">
                  <c:v>25.7</c:v>
                </c:pt>
                <c:pt idx="44">
                  <c:v>25.67</c:v>
                </c:pt>
                <c:pt idx="45">
                  <c:v>25.67</c:v>
                </c:pt>
                <c:pt idx="46">
                  <c:v>25.67</c:v>
                </c:pt>
                <c:pt idx="47">
                  <c:v>25.67</c:v>
                </c:pt>
                <c:pt idx="48">
                  <c:v>25.67</c:v>
                </c:pt>
                <c:pt idx="49">
                  <c:v>25.67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1C-4165-B7F7-7C1F7FCB1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工作表1!$D$2:$D$51</c:f>
              <c:numCache>
                <c:formatCode>General</c:formatCode>
                <c:ptCount val="50"/>
                <c:pt idx="0">
                  <c:v>35.619999999999997</c:v>
                </c:pt>
                <c:pt idx="1">
                  <c:v>31.42</c:v>
                </c:pt>
                <c:pt idx="2">
                  <c:v>28.17</c:v>
                </c:pt>
                <c:pt idx="3">
                  <c:v>24.76</c:v>
                </c:pt>
                <c:pt idx="4">
                  <c:v>22.76</c:v>
                </c:pt>
                <c:pt idx="5">
                  <c:v>22.03</c:v>
                </c:pt>
                <c:pt idx="6">
                  <c:v>34.28</c:v>
                </c:pt>
                <c:pt idx="7">
                  <c:v>30.01</c:v>
                </c:pt>
                <c:pt idx="8">
                  <c:v>27.65</c:v>
                </c:pt>
                <c:pt idx="9">
                  <c:v>26.26</c:v>
                </c:pt>
                <c:pt idx="10">
                  <c:v>25.12</c:v>
                </c:pt>
                <c:pt idx="11">
                  <c:v>24.45</c:v>
                </c:pt>
                <c:pt idx="12">
                  <c:v>23.89</c:v>
                </c:pt>
                <c:pt idx="13">
                  <c:v>23.4</c:v>
                </c:pt>
                <c:pt idx="14">
                  <c:v>23.03</c:v>
                </c:pt>
                <c:pt idx="15">
                  <c:v>22.82</c:v>
                </c:pt>
                <c:pt idx="16">
                  <c:v>22.27</c:v>
                </c:pt>
                <c:pt idx="17">
                  <c:v>29.92</c:v>
                </c:pt>
                <c:pt idx="18">
                  <c:v>28.9</c:v>
                </c:pt>
                <c:pt idx="19">
                  <c:v>28.01</c:v>
                </c:pt>
                <c:pt idx="20">
                  <c:v>27.74</c:v>
                </c:pt>
                <c:pt idx="21">
                  <c:v>27.16</c:v>
                </c:pt>
                <c:pt idx="22">
                  <c:v>26.56</c:v>
                </c:pt>
                <c:pt idx="23">
                  <c:v>26.12</c:v>
                </c:pt>
                <c:pt idx="24">
                  <c:v>25.82</c:v>
                </c:pt>
                <c:pt idx="25">
                  <c:v>25.91</c:v>
                </c:pt>
                <c:pt idx="26">
                  <c:v>24.86</c:v>
                </c:pt>
                <c:pt idx="27">
                  <c:v>24.23</c:v>
                </c:pt>
                <c:pt idx="28">
                  <c:v>24.83</c:v>
                </c:pt>
                <c:pt idx="29">
                  <c:v>24.25</c:v>
                </c:pt>
                <c:pt idx="30">
                  <c:v>37.74</c:v>
                </c:pt>
                <c:pt idx="31">
                  <c:v>27.36</c:v>
                </c:pt>
                <c:pt idx="32">
                  <c:v>27.08</c:v>
                </c:pt>
                <c:pt idx="33">
                  <c:v>25.99</c:v>
                </c:pt>
                <c:pt idx="34">
                  <c:v>25.22</c:v>
                </c:pt>
                <c:pt idx="35">
                  <c:v>25.09</c:v>
                </c:pt>
                <c:pt idx="36">
                  <c:v>23.62</c:v>
                </c:pt>
                <c:pt idx="37">
                  <c:v>23.7</c:v>
                </c:pt>
                <c:pt idx="38">
                  <c:v>23.15</c:v>
                </c:pt>
                <c:pt idx="39">
                  <c:v>23</c:v>
                </c:pt>
                <c:pt idx="40">
                  <c:v>23.73</c:v>
                </c:pt>
                <c:pt idx="41">
                  <c:v>23.77</c:v>
                </c:pt>
                <c:pt idx="42">
                  <c:v>21.07</c:v>
                </c:pt>
                <c:pt idx="43">
                  <c:v>19.18</c:v>
                </c:pt>
                <c:pt idx="44">
                  <c:v>28.83</c:v>
                </c:pt>
                <c:pt idx="45">
                  <c:v>28.13</c:v>
                </c:pt>
                <c:pt idx="46">
                  <c:v>28.1</c:v>
                </c:pt>
                <c:pt idx="47">
                  <c:v>27.37</c:v>
                </c:pt>
                <c:pt idx="48">
                  <c:v>26.05</c:v>
                </c:pt>
                <c:pt idx="49">
                  <c:v>26.56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BD-4872-9FEE-812169B3927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工作表1!$H$2:$H$51</c:f>
              <c:numCache>
                <c:formatCode>General</c:formatCode>
                <c:ptCount val="50"/>
                <c:pt idx="0">
                  <c:v>26.9</c:v>
                </c:pt>
                <c:pt idx="1">
                  <c:v>24.54</c:v>
                </c:pt>
                <c:pt idx="2">
                  <c:v>22.13</c:v>
                </c:pt>
                <c:pt idx="3">
                  <c:v>18.8</c:v>
                </c:pt>
                <c:pt idx="4">
                  <c:v>16.87</c:v>
                </c:pt>
                <c:pt idx="5">
                  <c:v>15.49</c:v>
                </c:pt>
                <c:pt idx="6">
                  <c:v>27.63</c:v>
                </c:pt>
                <c:pt idx="7">
                  <c:v>23.31</c:v>
                </c:pt>
                <c:pt idx="8">
                  <c:v>21.28</c:v>
                </c:pt>
                <c:pt idx="9">
                  <c:v>19.8</c:v>
                </c:pt>
                <c:pt idx="10">
                  <c:v>18.88</c:v>
                </c:pt>
                <c:pt idx="11">
                  <c:v>18.05</c:v>
                </c:pt>
                <c:pt idx="12">
                  <c:v>17.510000000000002</c:v>
                </c:pt>
                <c:pt idx="13">
                  <c:v>17.18</c:v>
                </c:pt>
                <c:pt idx="14">
                  <c:v>16.420000000000002</c:v>
                </c:pt>
                <c:pt idx="15">
                  <c:v>16.03</c:v>
                </c:pt>
                <c:pt idx="16">
                  <c:v>15.85</c:v>
                </c:pt>
                <c:pt idx="17">
                  <c:v>22.13</c:v>
                </c:pt>
                <c:pt idx="18">
                  <c:v>21.33</c:v>
                </c:pt>
                <c:pt idx="19">
                  <c:v>20.37</c:v>
                </c:pt>
                <c:pt idx="20">
                  <c:v>20.16</c:v>
                </c:pt>
                <c:pt idx="21">
                  <c:v>19.510000000000002</c:v>
                </c:pt>
                <c:pt idx="22">
                  <c:v>18.940000000000001</c:v>
                </c:pt>
                <c:pt idx="23">
                  <c:v>18.36</c:v>
                </c:pt>
                <c:pt idx="24">
                  <c:v>17.899999999999999</c:v>
                </c:pt>
                <c:pt idx="25">
                  <c:v>17.84</c:v>
                </c:pt>
                <c:pt idx="26">
                  <c:v>16.98</c:v>
                </c:pt>
                <c:pt idx="27">
                  <c:v>16.149999999999999</c:v>
                </c:pt>
                <c:pt idx="28">
                  <c:v>16.34</c:v>
                </c:pt>
                <c:pt idx="29">
                  <c:v>16.25</c:v>
                </c:pt>
                <c:pt idx="30">
                  <c:v>26.53</c:v>
                </c:pt>
                <c:pt idx="31">
                  <c:v>24.07</c:v>
                </c:pt>
                <c:pt idx="32">
                  <c:v>23.61</c:v>
                </c:pt>
                <c:pt idx="33">
                  <c:v>22.41</c:v>
                </c:pt>
                <c:pt idx="34">
                  <c:v>21.6</c:v>
                </c:pt>
                <c:pt idx="35">
                  <c:v>21.03</c:v>
                </c:pt>
                <c:pt idx="36">
                  <c:v>20.21</c:v>
                </c:pt>
                <c:pt idx="37">
                  <c:v>20.260000000000002</c:v>
                </c:pt>
                <c:pt idx="38">
                  <c:v>19.77</c:v>
                </c:pt>
                <c:pt idx="39">
                  <c:v>19.579999999999998</c:v>
                </c:pt>
                <c:pt idx="40">
                  <c:v>20.12</c:v>
                </c:pt>
                <c:pt idx="41">
                  <c:v>23.8</c:v>
                </c:pt>
                <c:pt idx="42">
                  <c:v>17.920000000000002</c:v>
                </c:pt>
                <c:pt idx="43">
                  <c:v>16.100000000000001</c:v>
                </c:pt>
                <c:pt idx="44">
                  <c:v>23.65</c:v>
                </c:pt>
                <c:pt idx="45">
                  <c:v>23.98</c:v>
                </c:pt>
                <c:pt idx="46">
                  <c:v>23.27</c:v>
                </c:pt>
                <c:pt idx="47">
                  <c:v>23.11</c:v>
                </c:pt>
                <c:pt idx="48">
                  <c:v>22.99</c:v>
                </c:pt>
                <c:pt idx="49">
                  <c:v>22.18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BD-4872-9FEE-812169B39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工作表1!$J$2:$J$51</c:f>
              <c:numCache>
                <c:formatCode>General</c:formatCode>
                <c:ptCount val="50"/>
                <c:pt idx="0">
                  <c:v>25.79</c:v>
                </c:pt>
                <c:pt idx="1">
                  <c:v>25.79</c:v>
                </c:pt>
                <c:pt idx="2">
                  <c:v>25.79</c:v>
                </c:pt>
                <c:pt idx="3">
                  <c:v>25.79</c:v>
                </c:pt>
                <c:pt idx="4">
                  <c:v>25.79</c:v>
                </c:pt>
                <c:pt idx="5">
                  <c:v>25.79</c:v>
                </c:pt>
                <c:pt idx="6">
                  <c:v>25.76</c:v>
                </c:pt>
                <c:pt idx="7">
                  <c:v>25.76</c:v>
                </c:pt>
                <c:pt idx="8">
                  <c:v>25.76</c:v>
                </c:pt>
                <c:pt idx="9">
                  <c:v>25.76</c:v>
                </c:pt>
                <c:pt idx="10">
                  <c:v>25.76</c:v>
                </c:pt>
                <c:pt idx="11">
                  <c:v>25.76</c:v>
                </c:pt>
                <c:pt idx="12">
                  <c:v>25.76</c:v>
                </c:pt>
                <c:pt idx="13">
                  <c:v>25.76</c:v>
                </c:pt>
                <c:pt idx="14">
                  <c:v>25.76</c:v>
                </c:pt>
                <c:pt idx="15">
                  <c:v>25.76</c:v>
                </c:pt>
                <c:pt idx="16">
                  <c:v>25.76</c:v>
                </c:pt>
                <c:pt idx="17">
                  <c:v>25.73</c:v>
                </c:pt>
                <c:pt idx="18">
                  <c:v>25.73</c:v>
                </c:pt>
                <c:pt idx="19">
                  <c:v>25.73</c:v>
                </c:pt>
                <c:pt idx="20">
                  <c:v>25.73</c:v>
                </c:pt>
                <c:pt idx="21">
                  <c:v>25.73</c:v>
                </c:pt>
                <c:pt idx="22">
                  <c:v>25.73</c:v>
                </c:pt>
                <c:pt idx="23">
                  <c:v>25.73</c:v>
                </c:pt>
                <c:pt idx="24">
                  <c:v>25.73</c:v>
                </c:pt>
                <c:pt idx="25">
                  <c:v>25.73</c:v>
                </c:pt>
                <c:pt idx="26">
                  <c:v>25.73</c:v>
                </c:pt>
                <c:pt idx="27">
                  <c:v>25.73</c:v>
                </c:pt>
                <c:pt idx="28">
                  <c:v>25.73</c:v>
                </c:pt>
                <c:pt idx="29">
                  <c:v>25.73</c:v>
                </c:pt>
                <c:pt idx="30">
                  <c:v>25.7</c:v>
                </c:pt>
                <c:pt idx="31">
                  <c:v>25.7</c:v>
                </c:pt>
                <c:pt idx="32">
                  <c:v>25.7</c:v>
                </c:pt>
                <c:pt idx="33">
                  <c:v>25.7</c:v>
                </c:pt>
                <c:pt idx="34">
                  <c:v>25.7</c:v>
                </c:pt>
                <c:pt idx="35">
                  <c:v>25.7</c:v>
                </c:pt>
                <c:pt idx="36">
                  <c:v>25.7</c:v>
                </c:pt>
                <c:pt idx="37">
                  <c:v>25.7</c:v>
                </c:pt>
                <c:pt idx="38">
                  <c:v>25.7</c:v>
                </c:pt>
                <c:pt idx="39">
                  <c:v>25.7</c:v>
                </c:pt>
                <c:pt idx="40">
                  <c:v>25.7</c:v>
                </c:pt>
                <c:pt idx="41">
                  <c:v>25.7</c:v>
                </c:pt>
                <c:pt idx="42">
                  <c:v>25.7</c:v>
                </c:pt>
                <c:pt idx="43">
                  <c:v>25.7</c:v>
                </c:pt>
                <c:pt idx="44">
                  <c:v>25.67</c:v>
                </c:pt>
                <c:pt idx="45">
                  <c:v>25.67</c:v>
                </c:pt>
                <c:pt idx="46">
                  <c:v>25.67</c:v>
                </c:pt>
                <c:pt idx="47">
                  <c:v>25.67</c:v>
                </c:pt>
                <c:pt idx="48">
                  <c:v>25.67</c:v>
                </c:pt>
                <c:pt idx="49">
                  <c:v>25.67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BD-4872-9FEE-812169B39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工作表1!$E$2:$E$51</c:f>
              <c:numCache>
                <c:formatCode>General</c:formatCode>
                <c:ptCount val="50"/>
                <c:pt idx="0">
                  <c:v>70.44</c:v>
                </c:pt>
                <c:pt idx="1">
                  <c:v>72.78</c:v>
                </c:pt>
                <c:pt idx="2">
                  <c:v>74.040000000000006</c:v>
                </c:pt>
                <c:pt idx="3">
                  <c:v>75.02</c:v>
                </c:pt>
                <c:pt idx="4">
                  <c:v>75.56</c:v>
                </c:pt>
                <c:pt idx="5">
                  <c:v>76</c:v>
                </c:pt>
                <c:pt idx="6">
                  <c:v>70.5</c:v>
                </c:pt>
                <c:pt idx="7">
                  <c:v>72.78</c:v>
                </c:pt>
                <c:pt idx="8">
                  <c:v>73.75</c:v>
                </c:pt>
                <c:pt idx="9">
                  <c:v>74.25</c:v>
                </c:pt>
                <c:pt idx="10">
                  <c:v>74.61</c:v>
                </c:pt>
                <c:pt idx="11">
                  <c:v>74.89</c:v>
                </c:pt>
                <c:pt idx="12">
                  <c:v>75.02</c:v>
                </c:pt>
                <c:pt idx="13">
                  <c:v>75.17</c:v>
                </c:pt>
                <c:pt idx="14">
                  <c:v>75.23</c:v>
                </c:pt>
                <c:pt idx="15">
                  <c:v>75.28</c:v>
                </c:pt>
                <c:pt idx="16">
                  <c:v>75.47</c:v>
                </c:pt>
                <c:pt idx="17">
                  <c:v>72.42</c:v>
                </c:pt>
                <c:pt idx="18">
                  <c:v>72.739999999999995</c:v>
                </c:pt>
                <c:pt idx="19">
                  <c:v>73.099999999999994</c:v>
                </c:pt>
                <c:pt idx="20">
                  <c:v>73.239999999999995</c:v>
                </c:pt>
                <c:pt idx="21">
                  <c:v>73.489999999999995</c:v>
                </c:pt>
                <c:pt idx="22">
                  <c:v>73.709999999999994</c:v>
                </c:pt>
                <c:pt idx="23">
                  <c:v>73.92</c:v>
                </c:pt>
                <c:pt idx="24">
                  <c:v>74.11</c:v>
                </c:pt>
                <c:pt idx="25">
                  <c:v>74.2</c:v>
                </c:pt>
                <c:pt idx="26">
                  <c:v>74.45</c:v>
                </c:pt>
                <c:pt idx="27">
                  <c:v>74.61</c:v>
                </c:pt>
                <c:pt idx="28">
                  <c:v>74.64</c:v>
                </c:pt>
                <c:pt idx="29">
                  <c:v>74.900000000000006</c:v>
                </c:pt>
                <c:pt idx="30">
                  <c:v>65.180000000000007</c:v>
                </c:pt>
                <c:pt idx="31">
                  <c:v>69.03</c:v>
                </c:pt>
                <c:pt idx="32">
                  <c:v>70.03</c:v>
                </c:pt>
                <c:pt idx="33">
                  <c:v>70.819999999999993</c:v>
                </c:pt>
                <c:pt idx="34">
                  <c:v>71.3</c:v>
                </c:pt>
                <c:pt idx="35">
                  <c:v>71.8</c:v>
                </c:pt>
                <c:pt idx="36">
                  <c:v>71.92</c:v>
                </c:pt>
                <c:pt idx="37">
                  <c:v>72.08</c:v>
                </c:pt>
                <c:pt idx="38">
                  <c:v>72.38</c:v>
                </c:pt>
                <c:pt idx="39">
                  <c:v>72.25</c:v>
                </c:pt>
                <c:pt idx="40">
                  <c:v>72.44</c:v>
                </c:pt>
                <c:pt idx="41">
                  <c:v>72.97</c:v>
                </c:pt>
                <c:pt idx="42">
                  <c:v>73.11</c:v>
                </c:pt>
                <c:pt idx="43">
                  <c:v>73.23</c:v>
                </c:pt>
                <c:pt idx="44">
                  <c:v>62.64</c:v>
                </c:pt>
                <c:pt idx="45">
                  <c:v>64.760000000000005</c:v>
                </c:pt>
                <c:pt idx="46">
                  <c:v>66.489999999999995</c:v>
                </c:pt>
                <c:pt idx="47">
                  <c:v>67</c:v>
                </c:pt>
                <c:pt idx="48">
                  <c:v>69.349999999999994</c:v>
                </c:pt>
                <c:pt idx="49">
                  <c:v>68.55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80-47AA-87EB-53798B8D27FF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工作表1!$I$2:$I$51</c:f>
              <c:numCache>
                <c:formatCode>General</c:formatCode>
                <c:ptCount val="50"/>
                <c:pt idx="0">
                  <c:v>63.47</c:v>
                </c:pt>
                <c:pt idx="1">
                  <c:v>66.599999999999994</c:v>
                </c:pt>
                <c:pt idx="2">
                  <c:v>68.849999999999994</c:v>
                </c:pt>
                <c:pt idx="3">
                  <c:v>71.69</c:v>
                </c:pt>
                <c:pt idx="4">
                  <c:v>73.209999999999994</c:v>
                </c:pt>
                <c:pt idx="5">
                  <c:v>74.44</c:v>
                </c:pt>
                <c:pt idx="6">
                  <c:v>60.27</c:v>
                </c:pt>
                <c:pt idx="7">
                  <c:v>66.099999999999994</c:v>
                </c:pt>
                <c:pt idx="8">
                  <c:v>68.150000000000006</c:v>
                </c:pt>
                <c:pt idx="9">
                  <c:v>69.53</c:v>
                </c:pt>
                <c:pt idx="10">
                  <c:v>70.290000000000006</c:v>
                </c:pt>
                <c:pt idx="11">
                  <c:v>71.06</c:v>
                </c:pt>
                <c:pt idx="12">
                  <c:v>71.53</c:v>
                </c:pt>
                <c:pt idx="13">
                  <c:v>71.760000000000005</c:v>
                </c:pt>
                <c:pt idx="14">
                  <c:v>72.59</c:v>
                </c:pt>
                <c:pt idx="15">
                  <c:v>72.98</c:v>
                </c:pt>
                <c:pt idx="16">
                  <c:v>73.02</c:v>
                </c:pt>
                <c:pt idx="17">
                  <c:v>67.91</c:v>
                </c:pt>
                <c:pt idx="18">
                  <c:v>68.599999999999994</c:v>
                </c:pt>
                <c:pt idx="19">
                  <c:v>69.569999999999993</c:v>
                </c:pt>
                <c:pt idx="20">
                  <c:v>69.760000000000005</c:v>
                </c:pt>
                <c:pt idx="21">
                  <c:v>70.52</c:v>
                </c:pt>
                <c:pt idx="22">
                  <c:v>70.989999999999995</c:v>
                </c:pt>
                <c:pt idx="23">
                  <c:v>71.62</c:v>
                </c:pt>
                <c:pt idx="24">
                  <c:v>72.02</c:v>
                </c:pt>
                <c:pt idx="25">
                  <c:v>72.2</c:v>
                </c:pt>
                <c:pt idx="26">
                  <c:v>72.84</c:v>
                </c:pt>
                <c:pt idx="27">
                  <c:v>73.61</c:v>
                </c:pt>
                <c:pt idx="28">
                  <c:v>73.616</c:v>
                </c:pt>
                <c:pt idx="29">
                  <c:v>73.540000000000006</c:v>
                </c:pt>
                <c:pt idx="30">
                  <c:v>60.28</c:v>
                </c:pt>
                <c:pt idx="31">
                  <c:v>62.81</c:v>
                </c:pt>
                <c:pt idx="32">
                  <c:v>63.98</c:v>
                </c:pt>
                <c:pt idx="33">
                  <c:v>65.56</c:v>
                </c:pt>
                <c:pt idx="34">
                  <c:v>66.53</c:v>
                </c:pt>
                <c:pt idx="35">
                  <c:v>67.44</c:v>
                </c:pt>
                <c:pt idx="36">
                  <c:v>67.599999999999994</c:v>
                </c:pt>
                <c:pt idx="37">
                  <c:v>67.680000000000007</c:v>
                </c:pt>
                <c:pt idx="38">
                  <c:v>68.209999999999994</c:v>
                </c:pt>
                <c:pt idx="39">
                  <c:v>68.56</c:v>
                </c:pt>
                <c:pt idx="40">
                  <c:v>68.11</c:v>
                </c:pt>
                <c:pt idx="41">
                  <c:v>68.569999999999993</c:v>
                </c:pt>
                <c:pt idx="42">
                  <c:v>69.83</c:v>
                </c:pt>
                <c:pt idx="43">
                  <c:v>71.11</c:v>
                </c:pt>
                <c:pt idx="44">
                  <c:v>58.94</c:v>
                </c:pt>
                <c:pt idx="45">
                  <c:v>60.08</c:v>
                </c:pt>
                <c:pt idx="46">
                  <c:v>63.26</c:v>
                </c:pt>
                <c:pt idx="47">
                  <c:v>63.68</c:v>
                </c:pt>
                <c:pt idx="48">
                  <c:v>63.7</c:v>
                </c:pt>
                <c:pt idx="49">
                  <c:v>65.239999999999995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80-47AA-87EB-53798B8D27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工作表1!$J$2:$J$51</c:f>
              <c:numCache>
                <c:formatCode>General</c:formatCode>
                <c:ptCount val="50"/>
                <c:pt idx="0">
                  <c:v>25.79</c:v>
                </c:pt>
                <c:pt idx="1">
                  <c:v>25.79</c:v>
                </c:pt>
                <c:pt idx="2">
                  <c:v>25.79</c:v>
                </c:pt>
                <c:pt idx="3">
                  <c:v>25.79</c:v>
                </c:pt>
                <c:pt idx="4">
                  <c:v>25.79</c:v>
                </c:pt>
                <c:pt idx="5">
                  <c:v>25.79</c:v>
                </c:pt>
                <c:pt idx="6">
                  <c:v>25.76</c:v>
                </c:pt>
                <c:pt idx="7">
                  <c:v>25.76</c:v>
                </c:pt>
                <c:pt idx="8">
                  <c:v>25.76</c:v>
                </c:pt>
                <c:pt idx="9">
                  <c:v>25.76</c:v>
                </c:pt>
                <c:pt idx="10">
                  <c:v>25.76</c:v>
                </c:pt>
                <c:pt idx="11">
                  <c:v>25.76</c:v>
                </c:pt>
                <c:pt idx="12">
                  <c:v>25.76</c:v>
                </c:pt>
                <c:pt idx="13">
                  <c:v>25.76</c:v>
                </c:pt>
                <c:pt idx="14">
                  <c:v>25.76</c:v>
                </c:pt>
                <c:pt idx="15">
                  <c:v>25.76</c:v>
                </c:pt>
                <c:pt idx="16">
                  <c:v>25.76</c:v>
                </c:pt>
                <c:pt idx="17">
                  <c:v>25.73</c:v>
                </c:pt>
                <c:pt idx="18">
                  <c:v>25.73</c:v>
                </c:pt>
                <c:pt idx="19">
                  <c:v>25.73</c:v>
                </c:pt>
                <c:pt idx="20">
                  <c:v>25.73</c:v>
                </c:pt>
                <c:pt idx="21">
                  <c:v>25.73</c:v>
                </c:pt>
                <c:pt idx="22">
                  <c:v>25.73</c:v>
                </c:pt>
                <c:pt idx="23">
                  <c:v>25.73</c:v>
                </c:pt>
                <c:pt idx="24">
                  <c:v>25.73</c:v>
                </c:pt>
                <c:pt idx="25">
                  <c:v>25.73</c:v>
                </c:pt>
                <c:pt idx="26">
                  <c:v>25.73</c:v>
                </c:pt>
                <c:pt idx="27">
                  <c:v>25.73</c:v>
                </c:pt>
                <c:pt idx="28">
                  <c:v>25.73</c:v>
                </c:pt>
                <c:pt idx="29">
                  <c:v>25.73</c:v>
                </c:pt>
                <c:pt idx="30">
                  <c:v>25.7</c:v>
                </c:pt>
                <c:pt idx="31">
                  <c:v>25.7</c:v>
                </c:pt>
                <c:pt idx="32">
                  <c:v>25.7</c:v>
                </c:pt>
                <c:pt idx="33">
                  <c:v>25.7</c:v>
                </c:pt>
                <c:pt idx="34">
                  <c:v>25.7</c:v>
                </c:pt>
                <c:pt idx="35">
                  <c:v>25.7</c:v>
                </c:pt>
                <c:pt idx="36">
                  <c:v>25.7</c:v>
                </c:pt>
                <c:pt idx="37">
                  <c:v>25.7</c:v>
                </c:pt>
                <c:pt idx="38">
                  <c:v>25.7</c:v>
                </c:pt>
                <c:pt idx="39">
                  <c:v>25.7</c:v>
                </c:pt>
                <c:pt idx="40">
                  <c:v>25.7</c:v>
                </c:pt>
                <c:pt idx="41">
                  <c:v>25.7</c:v>
                </c:pt>
                <c:pt idx="42">
                  <c:v>25.7</c:v>
                </c:pt>
                <c:pt idx="43">
                  <c:v>25.7</c:v>
                </c:pt>
                <c:pt idx="44">
                  <c:v>25.67</c:v>
                </c:pt>
                <c:pt idx="45">
                  <c:v>25.67</c:v>
                </c:pt>
                <c:pt idx="46">
                  <c:v>25.67</c:v>
                </c:pt>
                <c:pt idx="47">
                  <c:v>25.67</c:v>
                </c:pt>
                <c:pt idx="48">
                  <c:v>25.67</c:v>
                </c:pt>
                <c:pt idx="49">
                  <c:v>25.67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80-47AA-87EB-53798B8D27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3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4" Type="http://schemas.openxmlformats.org/officeDocument/2006/relationships/image" Target="../media/image3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Relationship Id="rId4" Type="http://schemas.openxmlformats.org/officeDocument/2006/relationships/image" Target="../media/image3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4" Type="http://schemas.openxmlformats.org/officeDocument/2006/relationships/image" Target="../media/image3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05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28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M4_100W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並聯長時間測試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3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8HR(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目前約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40HR)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修之前的電路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共扼電感嘗試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888726" y="2972340"/>
            <a:ext cx="7366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已使用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16HR)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28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5901BD-73B3-4EC2-B7F9-59E5A6A3E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" y="1330931"/>
            <a:ext cx="4559154" cy="261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840690-F58B-408F-B118-C3E9B97191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18D4874-1D54-4683-AEB0-470DC0A1B4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30931"/>
            <a:ext cx="4570652" cy="261866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11C9078-AD6C-41D1-B98E-F6E7FB4D3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949597"/>
            <a:ext cx="11669255" cy="236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418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6501877"/>
              </p:ext>
            </p:extLst>
          </p:nvPr>
        </p:nvGraphicFramePr>
        <p:xfrm>
          <a:off x="0" y="962176"/>
          <a:ext cx="4396152" cy="2525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130349"/>
              </p:ext>
            </p:extLst>
          </p:nvPr>
        </p:nvGraphicFramePr>
        <p:xfrm>
          <a:off x="4501662" y="1000963"/>
          <a:ext cx="4462338" cy="2428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773559"/>
              </p:ext>
            </p:extLst>
          </p:nvPr>
        </p:nvGraphicFramePr>
        <p:xfrm>
          <a:off x="0" y="3798715"/>
          <a:ext cx="4396152" cy="2525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4837056"/>
              </p:ext>
            </p:extLst>
          </p:nvPr>
        </p:nvGraphicFramePr>
        <p:xfrm>
          <a:off x="4501662" y="3717347"/>
          <a:ext cx="4462338" cy="2606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60911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8872385-DC7C-4A73-AA3E-4F0F797E05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91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C09BF15-CBFB-419F-B74F-85F74539FA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846" y="1330931"/>
            <a:ext cx="4559154" cy="261207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8617823-3C7A-4B5E-9BEE-EC15A3669A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68" y="1323571"/>
            <a:ext cx="4572000" cy="261943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93DE144-2E10-46A5-B1F3-512B77A7B3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054" y="1323571"/>
            <a:ext cx="4572001" cy="261943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ADA9E8E-42D9-4912-A4D6-FC5F26A402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087121"/>
            <a:ext cx="11725307" cy="2071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7096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888726" y="2972340"/>
            <a:ext cx="7366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已使用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24HR)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0285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5901BD-73B3-4EC2-B7F9-59E5A6A3E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" y="1330931"/>
            <a:ext cx="4559154" cy="261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0CCFE5F-F970-4DDB-B402-2DF4E6620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3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C9969F3-9B88-43D7-BBF9-4265BC9D1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977" y="1330931"/>
            <a:ext cx="4559154" cy="26120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D896F48-1D23-4835-8B1F-752361A05F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" y="1330931"/>
            <a:ext cx="4510305" cy="258409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C7D5235-D3B4-4C46-AC02-CF6E2A1E14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76" y="1330931"/>
            <a:ext cx="4535109" cy="259830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098107A-E7FE-477A-9540-FB25E5D600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003438"/>
            <a:ext cx="13892539" cy="24701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050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58356"/>
              </p:ext>
            </p:extLst>
          </p:nvPr>
        </p:nvGraphicFramePr>
        <p:xfrm>
          <a:off x="-61686" y="922751"/>
          <a:ext cx="4633684" cy="2566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055122"/>
              </p:ext>
            </p:extLst>
          </p:nvPr>
        </p:nvGraphicFramePr>
        <p:xfrm>
          <a:off x="4571998" y="925351"/>
          <a:ext cx="4572001" cy="2564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9147091"/>
              </p:ext>
            </p:extLst>
          </p:nvPr>
        </p:nvGraphicFramePr>
        <p:xfrm>
          <a:off x="1" y="3699732"/>
          <a:ext cx="4571998" cy="2713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3981824"/>
              </p:ext>
            </p:extLst>
          </p:nvPr>
        </p:nvGraphicFramePr>
        <p:xfrm>
          <a:off x="4571998" y="3699732"/>
          <a:ext cx="4633688" cy="2713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2295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888726" y="2972340"/>
            <a:ext cx="7366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已使用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32HR)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923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32HR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加載頭的劣化情形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D6AFEDE-65CB-4933-B645-923839723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10" y="1511993"/>
            <a:ext cx="3229581" cy="430513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D53612C-31E0-4830-85CD-5BEB30239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455" y="1516660"/>
            <a:ext cx="3229581" cy="43051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972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重鎖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42886E6-AF91-4098-A44A-AF665AA8C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" y="1330931"/>
            <a:ext cx="4572000" cy="261943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549F7F9-109E-43E3-8F99-2601B5DBF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2" y="1330931"/>
            <a:ext cx="4572001" cy="261943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EB08C98-9D3B-4610-A059-AFF6CA3F10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" y="1330931"/>
            <a:ext cx="4572001" cy="261943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104AF56-EBAA-4CAD-B18A-C709964907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1" y="1330931"/>
            <a:ext cx="4572001" cy="261943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891CD03-C076-42BE-BD6D-88DDF81EBE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849" y="3969599"/>
            <a:ext cx="9144000" cy="2349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8845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800862"/>
              </p:ext>
            </p:extLst>
          </p:nvPr>
        </p:nvGraphicFramePr>
        <p:xfrm>
          <a:off x="0" y="929077"/>
          <a:ext cx="4571997" cy="2570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8249323"/>
              </p:ext>
            </p:extLst>
          </p:nvPr>
        </p:nvGraphicFramePr>
        <p:xfrm>
          <a:off x="4571997" y="929077"/>
          <a:ext cx="4572001" cy="2570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1757645"/>
              </p:ext>
            </p:extLst>
          </p:nvPr>
        </p:nvGraphicFramePr>
        <p:xfrm>
          <a:off x="0" y="3838804"/>
          <a:ext cx="4571997" cy="2570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9311476"/>
              </p:ext>
            </p:extLst>
          </p:nvPr>
        </p:nvGraphicFramePr>
        <p:xfrm>
          <a:off x="4571996" y="3838804"/>
          <a:ext cx="4572002" cy="2588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89460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7D6FFF-D7B2-470E-95D3-D77F520A2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3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9F10260-AC4F-43DA-90D7-017D3EB85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3" y="1337518"/>
            <a:ext cx="4559154" cy="261207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88E11C-D026-4DFF-BAC5-5ED79C8BEB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" y="1324344"/>
            <a:ext cx="4559154" cy="261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9978732-1E8C-41B4-9DB3-74ED1A15FC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2" y="1324344"/>
            <a:ext cx="4559154" cy="261207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58E98CD-3877-4A09-9E9B-C2E9CB6446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92" y="3921230"/>
            <a:ext cx="9021593" cy="24024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413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共扼電感嘗試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EDDAFE2-0F7E-469C-B044-FC1048C3B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023" y="1967524"/>
            <a:ext cx="2937294" cy="391550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33908F7-AA00-4021-931A-ADEC4983C9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4" y="1967524"/>
            <a:ext cx="5043800" cy="37837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0948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6C7179-5329-4C17-961B-9413220D4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1721"/>
            <a:ext cx="9144000" cy="381476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8E3AEEB-33AD-4479-9BC5-CF076A28FC19}"/>
              </a:ext>
            </a:extLst>
          </p:cNvPr>
          <p:cNvSpPr txBox="1"/>
          <p:nvPr/>
        </p:nvSpPr>
        <p:spPr>
          <a:xfrm>
            <a:off x="6612770" y="5253134"/>
            <a:ext cx="26212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B1A709"/>
                </a:solidFill>
              </a:rPr>
              <a:t>C1:</a:t>
            </a:r>
            <a:r>
              <a:rPr lang="zh-TW" altLang="en-US" dirty="0">
                <a:solidFill>
                  <a:srgbClr val="B1A709"/>
                </a:solidFill>
              </a:rPr>
              <a:t>第一組電路</a:t>
            </a:r>
            <a:r>
              <a:rPr lang="en-US" altLang="zh-TW" dirty="0" err="1">
                <a:solidFill>
                  <a:srgbClr val="B1A709"/>
                </a:solidFill>
              </a:rPr>
              <a:t>Vds</a:t>
            </a:r>
            <a:endParaRPr lang="en-US" altLang="zh-TW" dirty="0">
              <a:solidFill>
                <a:srgbClr val="B1A709"/>
              </a:solidFill>
            </a:endParaRPr>
          </a:p>
          <a:p>
            <a:r>
              <a:rPr lang="en-US" altLang="zh-TW" dirty="0">
                <a:solidFill>
                  <a:srgbClr val="FB0275"/>
                </a:solidFill>
              </a:rPr>
              <a:t>C2:</a:t>
            </a:r>
            <a:r>
              <a:rPr lang="zh-TW" altLang="en-US" dirty="0">
                <a:solidFill>
                  <a:srgbClr val="FB0275"/>
                </a:solidFill>
              </a:rPr>
              <a:t>第二組電路</a:t>
            </a:r>
            <a:r>
              <a:rPr lang="en-US" altLang="zh-TW" dirty="0" err="1">
                <a:solidFill>
                  <a:srgbClr val="FB0275"/>
                </a:solidFill>
              </a:rPr>
              <a:t>Vds</a:t>
            </a:r>
            <a:endParaRPr lang="en-US" altLang="zh-TW" dirty="0">
              <a:solidFill>
                <a:srgbClr val="FB0275"/>
              </a:solidFill>
            </a:endParaRPr>
          </a:p>
          <a:p>
            <a:r>
              <a:rPr lang="en-US" altLang="zh-TW" dirty="0">
                <a:solidFill>
                  <a:srgbClr val="0000FD"/>
                </a:solidFill>
              </a:rPr>
              <a:t>C3:</a:t>
            </a:r>
            <a:r>
              <a:rPr lang="zh-TW" altLang="en-US" dirty="0">
                <a:solidFill>
                  <a:srgbClr val="0000FD"/>
                </a:solidFill>
              </a:rPr>
              <a:t>第二組電路電感電流</a:t>
            </a:r>
            <a:br>
              <a:rPr lang="en-US" altLang="zh-TW" dirty="0"/>
            </a:br>
            <a:r>
              <a:rPr lang="en-US" altLang="zh-TW" dirty="0">
                <a:solidFill>
                  <a:srgbClr val="07FC05"/>
                </a:solidFill>
              </a:rPr>
              <a:t>C4:</a:t>
            </a:r>
            <a:r>
              <a:rPr lang="zh-TW" altLang="en-US" dirty="0">
                <a:solidFill>
                  <a:srgbClr val="07FC05"/>
                </a:solidFill>
              </a:rPr>
              <a:t>第一組電路電感電流</a:t>
            </a:r>
            <a:endParaRPr lang="en-US" altLang="zh-TW" dirty="0">
              <a:solidFill>
                <a:srgbClr val="07FC05"/>
              </a:solidFill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67A3BFCC-9461-49A8-8F5A-7FF9A7BCE68D}"/>
              </a:ext>
            </a:extLst>
          </p:cNvPr>
          <p:cNvSpPr/>
          <p:nvPr/>
        </p:nvSpPr>
        <p:spPr>
          <a:xfrm>
            <a:off x="315000" y="635816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只開第二組電路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第一組開關因為感應電勢也被導通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開始亂打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1774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9C34E8E-79AC-4898-896B-0C2BEDFDAE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5" y="1761848"/>
            <a:ext cx="9144000" cy="3814763"/>
          </a:xfrm>
          <a:prstGeom prst="rect">
            <a:avLst/>
          </a:prstGeom>
        </p:spPr>
      </p:pic>
      <p:sp>
        <p:nvSpPr>
          <p:cNvPr id="9" name="CustomShape 2">
            <a:extLst>
              <a:ext uri="{FF2B5EF4-FFF2-40B4-BE49-F238E27FC236}">
                <a16:creationId xmlns:a16="http://schemas.microsoft.com/office/drawing/2014/main" id="{A77BB83D-EB74-4491-AFE4-393ACBFDCF64}"/>
              </a:ext>
            </a:extLst>
          </p:cNvPr>
          <p:cNvSpPr/>
          <p:nvPr/>
        </p:nvSpPr>
        <p:spPr>
          <a:xfrm>
            <a:off x="315000" y="635816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只看電感電流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相位相反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425A025-0C89-4172-83CD-22F054A661D4}"/>
              </a:ext>
            </a:extLst>
          </p:cNvPr>
          <p:cNvSpPr txBox="1"/>
          <p:nvPr/>
        </p:nvSpPr>
        <p:spPr>
          <a:xfrm>
            <a:off x="6612770" y="5253134"/>
            <a:ext cx="26212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B1A709"/>
                </a:solidFill>
              </a:rPr>
              <a:t>C1:</a:t>
            </a:r>
            <a:r>
              <a:rPr lang="zh-TW" altLang="en-US" dirty="0">
                <a:solidFill>
                  <a:srgbClr val="B1A709"/>
                </a:solidFill>
              </a:rPr>
              <a:t>第一組電路</a:t>
            </a:r>
            <a:r>
              <a:rPr lang="en-US" altLang="zh-TW" dirty="0" err="1">
                <a:solidFill>
                  <a:srgbClr val="B1A709"/>
                </a:solidFill>
              </a:rPr>
              <a:t>Vds</a:t>
            </a:r>
            <a:endParaRPr lang="en-US" altLang="zh-TW" dirty="0">
              <a:solidFill>
                <a:srgbClr val="B1A709"/>
              </a:solidFill>
            </a:endParaRPr>
          </a:p>
          <a:p>
            <a:r>
              <a:rPr lang="en-US" altLang="zh-TW" dirty="0">
                <a:solidFill>
                  <a:srgbClr val="FB0275"/>
                </a:solidFill>
              </a:rPr>
              <a:t>C2:</a:t>
            </a:r>
            <a:r>
              <a:rPr lang="zh-TW" altLang="en-US" dirty="0">
                <a:solidFill>
                  <a:srgbClr val="FB0275"/>
                </a:solidFill>
              </a:rPr>
              <a:t>第二組電路</a:t>
            </a:r>
            <a:r>
              <a:rPr lang="en-US" altLang="zh-TW" dirty="0" err="1">
                <a:solidFill>
                  <a:srgbClr val="FB0275"/>
                </a:solidFill>
              </a:rPr>
              <a:t>Vds</a:t>
            </a:r>
            <a:endParaRPr lang="en-US" altLang="zh-TW" dirty="0">
              <a:solidFill>
                <a:srgbClr val="FB0275"/>
              </a:solidFill>
            </a:endParaRPr>
          </a:p>
          <a:p>
            <a:r>
              <a:rPr lang="en-US" altLang="zh-TW" dirty="0">
                <a:solidFill>
                  <a:srgbClr val="0000FD"/>
                </a:solidFill>
              </a:rPr>
              <a:t>C3:</a:t>
            </a:r>
            <a:r>
              <a:rPr lang="zh-TW" altLang="en-US" dirty="0">
                <a:solidFill>
                  <a:srgbClr val="0000FD"/>
                </a:solidFill>
              </a:rPr>
              <a:t>第二組電路電感電流</a:t>
            </a:r>
            <a:br>
              <a:rPr lang="en-US" altLang="zh-TW" dirty="0"/>
            </a:br>
            <a:r>
              <a:rPr lang="en-US" altLang="zh-TW" dirty="0">
                <a:solidFill>
                  <a:srgbClr val="07FC05"/>
                </a:solidFill>
              </a:rPr>
              <a:t>C4:</a:t>
            </a:r>
            <a:r>
              <a:rPr lang="zh-TW" altLang="en-US" dirty="0">
                <a:solidFill>
                  <a:srgbClr val="07FC05"/>
                </a:solidFill>
              </a:rPr>
              <a:t>第一組電路電感電流</a:t>
            </a:r>
            <a:endParaRPr lang="en-US" altLang="zh-TW" dirty="0">
              <a:solidFill>
                <a:srgbClr val="07FC05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6476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E284A00-FEB8-435E-9A18-10AAEBAA87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F2A53291-CC16-406F-9E8F-6E43ACCF0D1C}"/>
              </a:ext>
            </a:extLst>
          </p:cNvPr>
          <p:cNvSpPr/>
          <p:nvPr/>
        </p:nvSpPr>
        <p:spPr>
          <a:xfrm>
            <a:off x="315000" y="635816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兩個電路同時上電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Vds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無重疊部分的電感電流較正常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93613C9-9415-4970-8E58-4840C25D78C3}"/>
              </a:ext>
            </a:extLst>
          </p:cNvPr>
          <p:cNvSpPr txBox="1"/>
          <p:nvPr/>
        </p:nvSpPr>
        <p:spPr>
          <a:xfrm>
            <a:off x="6612770" y="5253134"/>
            <a:ext cx="26212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B1A709"/>
                </a:solidFill>
              </a:rPr>
              <a:t>C1:</a:t>
            </a:r>
            <a:r>
              <a:rPr lang="zh-TW" altLang="en-US" dirty="0">
                <a:solidFill>
                  <a:srgbClr val="B1A709"/>
                </a:solidFill>
              </a:rPr>
              <a:t>第一組電路</a:t>
            </a:r>
            <a:r>
              <a:rPr lang="en-US" altLang="zh-TW" dirty="0" err="1">
                <a:solidFill>
                  <a:srgbClr val="B1A709"/>
                </a:solidFill>
              </a:rPr>
              <a:t>Vds</a:t>
            </a:r>
            <a:endParaRPr lang="en-US" altLang="zh-TW" dirty="0">
              <a:solidFill>
                <a:srgbClr val="B1A709"/>
              </a:solidFill>
            </a:endParaRPr>
          </a:p>
          <a:p>
            <a:r>
              <a:rPr lang="en-US" altLang="zh-TW" dirty="0">
                <a:solidFill>
                  <a:srgbClr val="FB0275"/>
                </a:solidFill>
              </a:rPr>
              <a:t>C2:</a:t>
            </a:r>
            <a:r>
              <a:rPr lang="zh-TW" altLang="en-US" dirty="0">
                <a:solidFill>
                  <a:srgbClr val="FB0275"/>
                </a:solidFill>
              </a:rPr>
              <a:t>第二組電路</a:t>
            </a:r>
            <a:r>
              <a:rPr lang="en-US" altLang="zh-TW" dirty="0" err="1">
                <a:solidFill>
                  <a:srgbClr val="FB0275"/>
                </a:solidFill>
              </a:rPr>
              <a:t>Vds</a:t>
            </a:r>
            <a:endParaRPr lang="en-US" altLang="zh-TW" dirty="0">
              <a:solidFill>
                <a:srgbClr val="FB0275"/>
              </a:solidFill>
            </a:endParaRPr>
          </a:p>
          <a:p>
            <a:r>
              <a:rPr lang="en-US" altLang="zh-TW" dirty="0">
                <a:solidFill>
                  <a:srgbClr val="0000FD"/>
                </a:solidFill>
              </a:rPr>
              <a:t>C3:</a:t>
            </a:r>
            <a:r>
              <a:rPr lang="zh-TW" altLang="en-US" dirty="0">
                <a:solidFill>
                  <a:srgbClr val="0000FD"/>
                </a:solidFill>
              </a:rPr>
              <a:t>第二組電路電感電流</a:t>
            </a:r>
            <a:br>
              <a:rPr lang="en-US" altLang="zh-TW" dirty="0"/>
            </a:br>
            <a:r>
              <a:rPr lang="en-US" altLang="zh-TW" dirty="0">
                <a:solidFill>
                  <a:srgbClr val="07FC05"/>
                </a:solidFill>
              </a:rPr>
              <a:t>C4:</a:t>
            </a:r>
            <a:r>
              <a:rPr lang="zh-TW" altLang="en-US" dirty="0">
                <a:solidFill>
                  <a:srgbClr val="07FC05"/>
                </a:solidFill>
              </a:rPr>
              <a:t>第一組電路電感電流</a:t>
            </a:r>
            <a:endParaRPr lang="en-US" altLang="zh-TW" dirty="0">
              <a:solidFill>
                <a:srgbClr val="07FC05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3272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9FC443-3326-467E-AA08-7E1E10187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1371"/>
            <a:ext cx="9144000" cy="3814763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F52D4B38-D995-4D94-9DA1-336D5AC6467A}"/>
              </a:ext>
            </a:extLst>
          </p:cNvPr>
          <p:cNvSpPr/>
          <p:nvPr/>
        </p:nvSpPr>
        <p:spPr>
          <a:xfrm>
            <a:off x="315000" y="635816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兩個電路同時上電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Vds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無重疊部分的電感電流較正常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BB99769-E25D-4D56-8555-907142D030FB}"/>
              </a:ext>
            </a:extLst>
          </p:cNvPr>
          <p:cNvSpPr txBox="1"/>
          <p:nvPr/>
        </p:nvSpPr>
        <p:spPr>
          <a:xfrm>
            <a:off x="6612770" y="5253134"/>
            <a:ext cx="26212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B1A709"/>
                </a:solidFill>
              </a:rPr>
              <a:t>C1:</a:t>
            </a:r>
            <a:r>
              <a:rPr lang="zh-TW" altLang="en-US" dirty="0">
                <a:solidFill>
                  <a:srgbClr val="B1A709"/>
                </a:solidFill>
              </a:rPr>
              <a:t>第一組電路</a:t>
            </a:r>
            <a:r>
              <a:rPr lang="en-US" altLang="zh-TW" dirty="0" err="1">
                <a:solidFill>
                  <a:srgbClr val="B1A709"/>
                </a:solidFill>
              </a:rPr>
              <a:t>Vds</a:t>
            </a:r>
            <a:endParaRPr lang="en-US" altLang="zh-TW" dirty="0">
              <a:solidFill>
                <a:srgbClr val="B1A709"/>
              </a:solidFill>
            </a:endParaRPr>
          </a:p>
          <a:p>
            <a:r>
              <a:rPr lang="en-US" altLang="zh-TW" dirty="0">
                <a:solidFill>
                  <a:srgbClr val="FB0275"/>
                </a:solidFill>
              </a:rPr>
              <a:t>C2:</a:t>
            </a:r>
            <a:r>
              <a:rPr lang="zh-TW" altLang="en-US" dirty="0">
                <a:solidFill>
                  <a:srgbClr val="FB0275"/>
                </a:solidFill>
              </a:rPr>
              <a:t>第二組電路</a:t>
            </a:r>
            <a:r>
              <a:rPr lang="en-US" altLang="zh-TW" dirty="0" err="1">
                <a:solidFill>
                  <a:srgbClr val="FB0275"/>
                </a:solidFill>
              </a:rPr>
              <a:t>Vds</a:t>
            </a:r>
            <a:endParaRPr lang="en-US" altLang="zh-TW" dirty="0">
              <a:solidFill>
                <a:srgbClr val="FB0275"/>
              </a:solidFill>
            </a:endParaRPr>
          </a:p>
          <a:p>
            <a:r>
              <a:rPr lang="en-US" altLang="zh-TW" dirty="0">
                <a:solidFill>
                  <a:srgbClr val="0000FD"/>
                </a:solidFill>
              </a:rPr>
              <a:t>C3:</a:t>
            </a:r>
            <a:r>
              <a:rPr lang="zh-TW" altLang="en-US" dirty="0">
                <a:solidFill>
                  <a:srgbClr val="0000FD"/>
                </a:solidFill>
              </a:rPr>
              <a:t>第二組電路電感電流</a:t>
            </a:r>
            <a:br>
              <a:rPr lang="en-US" altLang="zh-TW" dirty="0"/>
            </a:br>
            <a:r>
              <a:rPr lang="en-US" altLang="zh-TW" dirty="0">
                <a:solidFill>
                  <a:srgbClr val="07FC05"/>
                </a:solidFill>
              </a:rPr>
              <a:t>C4:</a:t>
            </a:r>
            <a:r>
              <a:rPr lang="zh-TW" altLang="en-US" dirty="0">
                <a:solidFill>
                  <a:srgbClr val="07FC05"/>
                </a:solidFill>
              </a:rPr>
              <a:t>第一組電路電感電流</a:t>
            </a:r>
            <a:endParaRPr lang="en-US" altLang="zh-TW" dirty="0">
              <a:solidFill>
                <a:srgbClr val="07FC05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5343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1E6A302-A6CA-43CB-A3ED-951ED799E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810"/>
            <a:ext cx="9144000" cy="381476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FA02594-BFCB-4096-9791-848D949959B0}"/>
              </a:ext>
            </a:extLst>
          </p:cNvPr>
          <p:cNvSpPr txBox="1"/>
          <p:nvPr/>
        </p:nvSpPr>
        <p:spPr>
          <a:xfrm>
            <a:off x="6433016" y="5194360"/>
            <a:ext cx="28520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B1A709"/>
                </a:solidFill>
              </a:rPr>
              <a:t>C1:</a:t>
            </a:r>
            <a:r>
              <a:rPr lang="zh-TW" altLang="en-US" dirty="0">
                <a:solidFill>
                  <a:srgbClr val="B1A709"/>
                </a:solidFill>
              </a:rPr>
              <a:t>第二組電路</a:t>
            </a:r>
            <a:r>
              <a:rPr lang="en-US" altLang="zh-TW" dirty="0" err="1">
                <a:solidFill>
                  <a:srgbClr val="B1A709"/>
                </a:solidFill>
              </a:rPr>
              <a:t>Vds</a:t>
            </a:r>
            <a:endParaRPr lang="en-US" altLang="zh-TW" dirty="0">
              <a:solidFill>
                <a:srgbClr val="B1A709"/>
              </a:solidFill>
            </a:endParaRPr>
          </a:p>
          <a:p>
            <a:r>
              <a:rPr lang="en-US" altLang="zh-TW" dirty="0">
                <a:solidFill>
                  <a:srgbClr val="FB0275"/>
                </a:solidFill>
              </a:rPr>
              <a:t>C2:</a:t>
            </a:r>
            <a:r>
              <a:rPr lang="zh-TW" altLang="en-US" dirty="0">
                <a:solidFill>
                  <a:srgbClr val="FB0275"/>
                </a:solidFill>
              </a:rPr>
              <a:t>第二組電路震盪子電壓</a:t>
            </a:r>
            <a:endParaRPr lang="en-US" altLang="zh-TW" dirty="0">
              <a:solidFill>
                <a:srgbClr val="FB0275"/>
              </a:solidFill>
            </a:endParaRPr>
          </a:p>
          <a:p>
            <a:r>
              <a:rPr lang="en-US" altLang="zh-TW" dirty="0">
                <a:solidFill>
                  <a:srgbClr val="0000FD"/>
                </a:solidFill>
              </a:rPr>
              <a:t>C3:</a:t>
            </a:r>
            <a:r>
              <a:rPr lang="zh-TW" altLang="en-US" dirty="0">
                <a:solidFill>
                  <a:srgbClr val="0000FD"/>
                </a:solidFill>
              </a:rPr>
              <a:t>第二組電路電感電流</a:t>
            </a:r>
            <a:br>
              <a:rPr lang="en-US" altLang="zh-TW" dirty="0"/>
            </a:br>
            <a:r>
              <a:rPr lang="en-US" altLang="zh-TW" dirty="0">
                <a:solidFill>
                  <a:srgbClr val="07FC05"/>
                </a:solidFill>
              </a:rPr>
              <a:t>C4:</a:t>
            </a:r>
            <a:r>
              <a:rPr lang="zh-TW" altLang="en-US" dirty="0">
                <a:solidFill>
                  <a:srgbClr val="07FC05"/>
                </a:solidFill>
              </a:rPr>
              <a:t>第一組電路電感電流</a:t>
            </a:r>
            <a:endParaRPr lang="en-US" altLang="zh-TW" dirty="0">
              <a:solidFill>
                <a:srgbClr val="07FC05"/>
              </a:solidFill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DA9CB16C-B27F-4CEC-89C7-2B6B8655C2BE}"/>
              </a:ext>
            </a:extLst>
          </p:cNvPr>
          <p:cNvSpPr/>
          <p:nvPr/>
        </p:nvSpPr>
        <p:spPr>
          <a:xfrm>
            <a:off x="315000" y="635816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兩個電路同時上電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震盪子電壓異常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震盪子亂震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可能是兩顆震盪子相位互相拉扯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378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kumimoji="1" lang="zh-TW" altLang="en-US" sz="2400" kern="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並聯長時間測試</a:t>
            </a: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196138</TotalTime>
  <Words>471</Words>
  <Application>Microsoft Office PowerPoint</Application>
  <PresentationFormat>如螢幕大小 (4:3)</PresentationFormat>
  <Paragraphs>113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31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2289</cp:revision>
  <dcterms:created xsi:type="dcterms:W3CDTF">2001-07-18T23:57:34Z</dcterms:created>
  <dcterms:modified xsi:type="dcterms:W3CDTF">2025-05-27T13:53:34Z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