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0"/>
  </p:notesMasterIdLst>
  <p:sldIdLst>
    <p:sldId id="256" r:id="rId3"/>
    <p:sldId id="492" r:id="rId4"/>
    <p:sldId id="1543" r:id="rId5"/>
    <p:sldId id="1553" r:id="rId6"/>
    <p:sldId id="1544" r:id="rId7"/>
    <p:sldId id="1559" r:id="rId8"/>
    <p:sldId id="1548" r:id="rId9"/>
    <p:sldId id="1550" r:id="rId10"/>
    <p:sldId id="1551" r:id="rId11"/>
    <p:sldId id="1552" r:id="rId12"/>
    <p:sldId id="1554" r:id="rId13"/>
    <p:sldId id="1556" r:id="rId14"/>
    <p:sldId id="1555" r:id="rId15"/>
    <p:sldId id="1557" r:id="rId16"/>
    <p:sldId id="1558" r:id="rId17"/>
    <p:sldId id="1549" r:id="rId18"/>
    <p:sldId id="493" r:id="rId19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543"/>
            <p14:sldId id="1553"/>
            <p14:sldId id="1544"/>
            <p14:sldId id="1559"/>
            <p14:sldId id="1548"/>
            <p14:sldId id="1550"/>
            <p14:sldId id="1551"/>
            <p14:sldId id="1552"/>
            <p14:sldId id="1554"/>
            <p14:sldId id="1556"/>
            <p14:sldId id="1555"/>
            <p14:sldId id="1557"/>
            <p14:sldId id="1558"/>
            <p14:sldId id="1549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63" d="100"/>
          <a:sy n="163" d="100"/>
        </p:scale>
        <p:origin x="17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video" Target="../media/media3.mp4"/><Relationship Id="rId2" Type="http://schemas.microsoft.com/office/2007/relationships/media" Target="../media/media3.mp4"/><Relationship Id="rId1" Type="http://schemas.openxmlformats.org/officeDocument/2006/relationships/tags" Target="../tags/tag6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video" Target="../media/media4.mp4"/><Relationship Id="rId2" Type="http://schemas.microsoft.com/office/2007/relationships/media" Target="../media/media4.mp4"/><Relationship Id="rId1" Type="http://schemas.openxmlformats.org/officeDocument/2006/relationships/tags" Target="../tags/tag8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video" Target="../media/media5.mp4"/><Relationship Id="rId2" Type="http://schemas.microsoft.com/office/2007/relationships/media" Target="../media/media5.mp4"/><Relationship Id="rId1" Type="http://schemas.openxmlformats.org/officeDocument/2006/relationships/tags" Target="../tags/tag10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video" Target="../media/media6.mp4"/><Relationship Id="rId2" Type="http://schemas.microsoft.com/office/2007/relationships/media" Target="../media/media6.mp4"/><Relationship Id="rId1" Type="http://schemas.openxmlformats.org/officeDocument/2006/relationships/tags" Target="../tags/tag12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Relationship Id="rId4" Type="http://schemas.openxmlformats.org/officeDocument/2006/relationships/image" Target="../media/image2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.xml"/><Relationship Id="rId4" Type="http://schemas.openxmlformats.org/officeDocument/2006/relationships/image" Target="../media/image2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8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14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震盪子窄波控制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單顆震盪子震盪子窄波控制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(1Hz)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2" name="IMG_0816">
            <a:hlinkClick r:id="" action="ppaction://media"/>
            <a:extLst>
              <a:ext uri="{FF2B5EF4-FFF2-40B4-BE49-F238E27FC236}">
                <a16:creationId xmlns:a16="http://schemas.microsoft.com/office/drawing/2014/main" id="{F6AC5ED6-7992-4504-81AE-FFDDE66B5BCA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8123" y="1276522"/>
            <a:ext cx="8507406" cy="47854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707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21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單顆震盪子震盪子窄波控制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(1Hz)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659E8BC-21D1-4455-9AA0-20EEC65B60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1618"/>
            <a:ext cx="9144000" cy="381476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17E825B-D09F-4288-8FE4-6AFD35EC1822}"/>
              </a:ext>
            </a:extLst>
          </p:cNvPr>
          <p:cNvSpPr txBox="1"/>
          <p:nvPr/>
        </p:nvSpPr>
        <p:spPr>
          <a:xfrm>
            <a:off x="7475415" y="5496713"/>
            <a:ext cx="1697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A9A911"/>
                </a:solidFill>
              </a:rPr>
              <a:t>C1:</a:t>
            </a:r>
            <a:r>
              <a:rPr lang="zh-TW" altLang="en-US" dirty="0">
                <a:solidFill>
                  <a:srgbClr val="A9A911"/>
                </a:solidFill>
              </a:rPr>
              <a:t>震盪子電壓</a:t>
            </a:r>
            <a:br>
              <a:rPr lang="en-US" altLang="zh-TW" dirty="0"/>
            </a:br>
            <a:r>
              <a:rPr lang="en-US" altLang="zh-TW" dirty="0">
                <a:solidFill>
                  <a:srgbClr val="FE0086"/>
                </a:solidFill>
              </a:rPr>
              <a:t>C2:</a:t>
            </a:r>
            <a:r>
              <a:rPr lang="zh-TW" altLang="en-US" dirty="0">
                <a:solidFill>
                  <a:srgbClr val="FE0086"/>
                </a:solidFill>
              </a:rPr>
              <a:t>震盪子電流</a:t>
            </a:r>
            <a:br>
              <a:rPr lang="en-US" altLang="zh-TW" dirty="0"/>
            </a:br>
            <a:r>
              <a:rPr lang="en-US" altLang="zh-TW" dirty="0">
                <a:solidFill>
                  <a:srgbClr val="0003D7"/>
                </a:solidFill>
              </a:rPr>
              <a:t>C3:Vds</a:t>
            </a:r>
            <a:endParaRPr lang="zh-TW" altLang="en-US" dirty="0">
              <a:solidFill>
                <a:srgbClr val="0003D7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4499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單顆震盪子震盪子窄波控制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(25Hz)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4" name="776843864.859331">
            <a:hlinkClick r:id="" action="ppaction://media"/>
            <a:extLst>
              <a:ext uri="{FF2B5EF4-FFF2-40B4-BE49-F238E27FC236}">
                <a16:creationId xmlns:a16="http://schemas.microsoft.com/office/drawing/2014/main" id="{9B0A226F-4028-439F-BC74-2BB0A0855BBA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38366" y="1231561"/>
            <a:ext cx="8667268" cy="48753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5025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0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單顆震盪子震盪子窄波控制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(1Hz)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2EB9049-E9F8-4024-8308-B710B3457C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01" y="913320"/>
            <a:ext cx="6925357" cy="519518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5225CCD8-AC63-4C2D-9686-1ABB60F71851}"/>
              </a:ext>
            </a:extLst>
          </p:cNvPr>
          <p:cNvSpPr txBox="1"/>
          <p:nvPr/>
        </p:nvSpPr>
        <p:spPr>
          <a:xfrm>
            <a:off x="7475415" y="5496713"/>
            <a:ext cx="1697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A9A911"/>
                </a:solidFill>
              </a:rPr>
              <a:t>C1:</a:t>
            </a:r>
            <a:r>
              <a:rPr lang="zh-TW" altLang="en-US" dirty="0">
                <a:solidFill>
                  <a:srgbClr val="A9A911"/>
                </a:solidFill>
              </a:rPr>
              <a:t>震盪子電壓</a:t>
            </a:r>
            <a:br>
              <a:rPr lang="en-US" altLang="zh-TW" dirty="0"/>
            </a:br>
            <a:r>
              <a:rPr lang="en-US" altLang="zh-TW" dirty="0">
                <a:solidFill>
                  <a:srgbClr val="FE0086"/>
                </a:solidFill>
              </a:rPr>
              <a:t>C2:</a:t>
            </a:r>
            <a:r>
              <a:rPr lang="zh-TW" altLang="en-US" dirty="0">
                <a:solidFill>
                  <a:srgbClr val="FE0086"/>
                </a:solidFill>
              </a:rPr>
              <a:t>震盪子電流</a:t>
            </a:r>
            <a:br>
              <a:rPr lang="en-US" altLang="zh-TW" dirty="0"/>
            </a:br>
            <a:r>
              <a:rPr lang="en-US" altLang="zh-TW" dirty="0">
                <a:solidFill>
                  <a:srgbClr val="0003D7"/>
                </a:solidFill>
              </a:rPr>
              <a:t>C3:Vds</a:t>
            </a:r>
            <a:endParaRPr lang="zh-TW" altLang="en-US" dirty="0">
              <a:solidFill>
                <a:srgbClr val="0003D7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5098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39465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在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duty50%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時間過短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(100Hz)</a:t>
            </a:r>
            <a:endParaRPr kumimoji="1" lang="zh-TW" altLang="en-US" sz="3200" b="1" kern="0" spc="-1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7E6D509E-8E03-42D4-A258-2106B1CD8A34}"/>
              </a:ext>
            </a:extLst>
          </p:cNvPr>
          <p:cNvSpPr/>
          <p:nvPr/>
        </p:nvSpPr>
        <p:spPr>
          <a:xfrm>
            <a:off x="332400" y="8650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CFD4DEE8-88D5-4487-8561-BA1BF06AD10E}"/>
              </a:ext>
            </a:extLst>
          </p:cNvPr>
          <p:cNvSpPr/>
          <p:nvPr/>
        </p:nvSpPr>
        <p:spPr>
          <a:xfrm>
            <a:off x="180000" y="560217"/>
            <a:ext cx="8784000" cy="54553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76835115.333323">
            <a:hlinkClick r:id="" action="ppaction://media"/>
            <a:extLst>
              <a:ext uri="{FF2B5EF4-FFF2-40B4-BE49-F238E27FC236}">
                <a16:creationId xmlns:a16="http://schemas.microsoft.com/office/drawing/2014/main" id="{2BB8CC74-C78B-4CDF-97A5-CDF1BB86E3B4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82919" y="1473537"/>
            <a:ext cx="7786998" cy="43801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02492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7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39465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在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duty50%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時間過短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(100Hz)</a:t>
            </a:r>
            <a:endParaRPr kumimoji="1" lang="zh-TW" altLang="en-US" sz="3200" b="1" kern="0" spc="-1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7E6D509E-8E03-42D4-A258-2106B1CD8A34}"/>
              </a:ext>
            </a:extLst>
          </p:cNvPr>
          <p:cNvSpPr/>
          <p:nvPr/>
        </p:nvSpPr>
        <p:spPr>
          <a:xfrm>
            <a:off x="332400" y="8650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CFD4DEE8-88D5-4487-8561-BA1BF06AD10E}"/>
              </a:ext>
            </a:extLst>
          </p:cNvPr>
          <p:cNvSpPr/>
          <p:nvPr/>
        </p:nvSpPr>
        <p:spPr>
          <a:xfrm>
            <a:off x="180000" y="560217"/>
            <a:ext cx="8784000" cy="54553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9740288-CC57-46BA-902B-4A93CB43EB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0935"/>
            <a:ext cx="4621353" cy="346679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C49AD1B-1D8E-4BA6-BD0C-CF371036E2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353" y="1860742"/>
            <a:ext cx="4527531" cy="33964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79935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39465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在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duty50%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時間過短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,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提高輸入電壓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(100Hz)</a:t>
            </a:r>
            <a:endParaRPr kumimoji="1" lang="zh-TW" altLang="en-US" sz="3200" b="1" kern="0" spc="-1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7E6D509E-8E03-42D4-A258-2106B1CD8A34}"/>
              </a:ext>
            </a:extLst>
          </p:cNvPr>
          <p:cNvSpPr/>
          <p:nvPr/>
        </p:nvSpPr>
        <p:spPr>
          <a:xfrm>
            <a:off x="332400" y="8650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CFD4DEE8-88D5-4487-8561-BA1BF06AD10E}"/>
              </a:ext>
            </a:extLst>
          </p:cNvPr>
          <p:cNvSpPr/>
          <p:nvPr/>
        </p:nvSpPr>
        <p:spPr>
          <a:xfrm>
            <a:off x="180000" y="560217"/>
            <a:ext cx="8784000" cy="54553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776835121.318650">
            <a:hlinkClick r:id="" action="ppaction://media"/>
            <a:extLst>
              <a:ext uri="{FF2B5EF4-FFF2-40B4-BE49-F238E27FC236}">
                <a16:creationId xmlns:a16="http://schemas.microsoft.com/office/drawing/2014/main" id="{A5E967EC-B93D-4194-8351-5B262BA2A6E0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62674" y="1269904"/>
            <a:ext cx="8218651" cy="46229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8502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4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7E6D509E-8E03-42D4-A258-2106B1CD8A34}"/>
              </a:ext>
            </a:extLst>
          </p:cNvPr>
          <p:cNvSpPr/>
          <p:nvPr/>
        </p:nvSpPr>
        <p:spPr>
          <a:xfrm>
            <a:off x="332400" y="8650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CFD4DEE8-88D5-4487-8561-BA1BF06AD10E}"/>
              </a:ext>
            </a:extLst>
          </p:cNvPr>
          <p:cNvSpPr/>
          <p:nvPr/>
        </p:nvSpPr>
        <p:spPr>
          <a:xfrm>
            <a:off x="180000" y="560217"/>
            <a:ext cx="8784000" cy="54553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EEA6F90-E600-4146-8002-24AC5B1425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1" y="1837229"/>
            <a:ext cx="4571999" cy="342977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878D059-5AEA-46B0-B14C-D42AA8EFD8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7229"/>
            <a:ext cx="4572000" cy="3429774"/>
          </a:xfrm>
          <a:prstGeom prst="rect">
            <a:avLst/>
          </a:prstGeom>
        </p:spPr>
      </p:pic>
      <p:sp>
        <p:nvSpPr>
          <p:cNvPr id="15" name="CustomShape 1">
            <a:extLst>
              <a:ext uri="{FF2B5EF4-FFF2-40B4-BE49-F238E27FC236}">
                <a16:creationId xmlns:a16="http://schemas.microsoft.com/office/drawing/2014/main" id="{A6EE6E5A-564D-490F-AACE-894DFC60AE44}"/>
              </a:ext>
            </a:extLst>
          </p:cNvPr>
          <p:cNvSpPr/>
          <p:nvPr/>
        </p:nvSpPr>
        <p:spPr>
          <a:xfrm>
            <a:off x="682919" y="0"/>
            <a:ext cx="839465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在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duty50%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時間過短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,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提高輸入電壓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(100Hz)</a:t>
            </a:r>
            <a:endParaRPr kumimoji="1" lang="zh-TW" altLang="en-US" sz="3200" b="1" kern="0" spc="-1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881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7E6D509E-8E03-42D4-A258-2106B1CD8A34}"/>
              </a:ext>
            </a:extLst>
          </p:cNvPr>
          <p:cNvSpPr/>
          <p:nvPr/>
        </p:nvSpPr>
        <p:spPr>
          <a:xfrm>
            <a:off x="332400" y="8650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CFD4DEE8-88D5-4487-8561-BA1BF06AD10E}"/>
              </a:ext>
            </a:extLst>
          </p:cNvPr>
          <p:cNvSpPr/>
          <p:nvPr/>
        </p:nvSpPr>
        <p:spPr>
          <a:xfrm>
            <a:off x="180000" y="560217"/>
            <a:ext cx="8784000" cy="54553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CustomShape 1">
            <a:extLst>
              <a:ext uri="{FF2B5EF4-FFF2-40B4-BE49-F238E27FC236}">
                <a16:creationId xmlns:a16="http://schemas.microsoft.com/office/drawing/2014/main" id="{A6EE6E5A-564D-490F-AACE-894DFC60AE44}"/>
              </a:ext>
            </a:extLst>
          </p:cNvPr>
          <p:cNvSpPr/>
          <p:nvPr/>
        </p:nvSpPr>
        <p:spPr>
          <a:xfrm>
            <a:off x="682919" y="0"/>
            <a:ext cx="839465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在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duty50%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時間過短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,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提高輸入電壓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(2kHz)</a:t>
            </a:r>
            <a:endParaRPr kumimoji="1" lang="zh-TW" altLang="en-US" sz="3200" b="1" kern="0" spc="-1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pic>
        <p:nvPicPr>
          <p:cNvPr id="3" name="776843216.900771">
            <a:hlinkClick r:id="" action="ppaction://media"/>
            <a:extLst>
              <a:ext uri="{FF2B5EF4-FFF2-40B4-BE49-F238E27FC236}">
                <a16:creationId xmlns:a16="http://schemas.microsoft.com/office/drawing/2014/main" id="{E2E026BE-E2D0-40E3-9FCD-B1794A9CD1F0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05206" y="1437908"/>
            <a:ext cx="7933588" cy="44626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985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0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7E6D509E-8E03-42D4-A258-2106B1CD8A34}"/>
              </a:ext>
            </a:extLst>
          </p:cNvPr>
          <p:cNvSpPr/>
          <p:nvPr/>
        </p:nvSpPr>
        <p:spPr>
          <a:xfrm>
            <a:off x="332400" y="8650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CFD4DEE8-88D5-4487-8561-BA1BF06AD10E}"/>
              </a:ext>
            </a:extLst>
          </p:cNvPr>
          <p:cNvSpPr/>
          <p:nvPr/>
        </p:nvSpPr>
        <p:spPr>
          <a:xfrm>
            <a:off x="180000" y="560217"/>
            <a:ext cx="8784000" cy="54553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CustomShape 1">
            <a:extLst>
              <a:ext uri="{FF2B5EF4-FFF2-40B4-BE49-F238E27FC236}">
                <a16:creationId xmlns:a16="http://schemas.microsoft.com/office/drawing/2014/main" id="{A6EE6E5A-564D-490F-AACE-894DFC60AE44}"/>
              </a:ext>
            </a:extLst>
          </p:cNvPr>
          <p:cNvSpPr/>
          <p:nvPr/>
        </p:nvSpPr>
        <p:spPr>
          <a:xfrm>
            <a:off x="682919" y="0"/>
            <a:ext cx="839465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在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duty50%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時間過短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,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提高輸入電壓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(2kHz)</a:t>
            </a:r>
            <a:endParaRPr kumimoji="1" lang="zh-TW" altLang="en-US" sz="3200" b="1" kern="0" spc="-1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8BB04A2-8708-4171-AEF7-450467DD58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6089"/>
            <a:ext cx="4462424" cy="334757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022301D-EB5B-4D8F-9D5B-1395F51870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424" y="1743211"/>
            <a:ext cx="4681576" cy="35119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15374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7E6D509E-8E03-42D4-A258-2106B1CD8A34}"/>
              </a:ext>
            </a:extLst>
          </p:cNvPr>
          <p:cNvSpPr/>
          <p:nvPr/>
        </p:nvSpPr>
        <p:spPr>
          <a:xfrm>
            <a:off x="332400" y="8650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CFD4DEE8-88D5-4487-8561-BA1BF06AD10E}"/>
              </a:ext>
            </a:extLst>
          </p:cNvPr>
          <p:cNvSpPr/>
          <p:nvPr/>
        </p:nvSpPr>
        <p:spPr>
          <a:xfrm>
            <a:off x="180000" y="560217"/>
            <a:ext cx="8784000" cy="54553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CustomShape 1">
            <a:extLst>
              <a:ext uri="{FF2B5EF4-FFF2-40B4-BE49-F238E27FC236}">
                <a16:creationId xmlns:a16="http://schemas.microsoft.com/office/drawing/2014/main" id="{A6EE6E5A-564D-490F-AACE-894DFC60AE44}"/>
              </a:ext>
            </a:extLst>
          </p:cNvPr>
          <p:cNvSpPr/>
          <p:nvPr/>
        </p:nvSpPr>
        <p:spPr>
          <a:xfrm>
            <a:off x="682919" y="0"/>
            <a:ext cx="839465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在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duty50%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時間過短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,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提高輸入電壓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(2kHz)</a:t>
            </a:r>
            <a:endParaRPr kumimoji="1" lang="zh-TW" altLang="en-US" sz="3200" b="1" kern="0" spc="-1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pic>
        <p:nvPicPr>
          <p:cNvPr id="3" name="776843216.950396">
            <a:hlinkClick r:id="" action="ppaction://media"/>
            <a:extLst>
              <a:ext uri="{FF2B5EF4-FFF2-40B4-BE49-F238E27FC236}">
                <a16:creationId xmlns:a16="http://schemas.microsoft.com/office/drawing/2014/main" id="{0EEC2263-CE33-45CC-99CD-A666E5511EF5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32400" y="1294277"/>
            <a:ext cx="8444277" cy="47499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6960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7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7E6D509E-8E03-42D4-A258-2106B1CD8A34}"/>
              </a:ext>
            </a:extLst>
          </p:cNvPr>
          <p:cNvSpPr/>
          <p:nvPr/>
        </p:nvSpPr>
        <p:spPr>
          <a:xfrm>
            <a:off x="332400" y="8650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CFD4DEE8-88D5-4487-8561-BA1BF06AD10E}"/>
              </a:ext>
            </a:extLst>
          </p:cNvPr>
          <p:cNvSpPr/>
          <p:nvPr/>
        </p:nvSpPr>
        <p:spPr>
          <a:xfrm>
            <a:off x="180000" y="560217"/>
            <a:ext cx="8784000" cy="54553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CustomShape 1">
            <a:extLst>
              <a:ext uri="{FF2B5EF4-FFF2-40B4-BE49-F238E27FC236}">
                <a16:creationId xmlns:a16="http://schemas.microsoft.com/office/drawing/2014/main" id="{A6EE6E5A-564D-490F-AACE-894DFC60AE44}"/>
              </a:ext>
            </a:extLst>
          </p:cNvPr>
          <p:cNvSpPr/>
          <p:nvPr/>
        </p:nvSpPr>
        <p:spPr>
          <a:xfrm>
            <a:off x="682919" y="0"/>
            <a:ext cx="839465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在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duty50%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時間過短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,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提高輸入電壓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(2kHz)</a:t>
            </a:r>
            <a:endParaRPr kumimoji="1" lang="zh-TW" altLang="en-US" sz="3200" b="1" kern="0" spc="-1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794DD7B-C3DE-40B9-9AEC-DF2A120CC5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749544"/>
            <a:ext cx="4572000" cy="342977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9A9A802-F9F0-4826-93DF-3FA9103DEC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3579"/>
            <a:ext cx="4572000" cy="34297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41206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7E6D509E-8E03-42D4-A258-2106B1CD8A34}"/>
              </a:ext>
            </a:extLst>
          </p:cNvPr>
          <p:cNvSpPr/>
          <p:nvPr/>
        </p:nvSpPr>
        <p:spPr>
          <a:xfrm>
            <a:off x="332400" y="8650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CFD4DEE8-88D5-4487-8561-BA1BF06AD10E}"/>
              </a:ext>
            </a:extLst>
          </p:cNvPr>
          <p:cNvSpPr/>
          <p:nvPr/>
        </p:nvSpPr>
        <p:spPr>
          <a:xfrm>
            <a:off x="180000" y="560217"/>
            <a:ext cx="8784000" cy="54553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CustomShape 1">
            <a:extLst>
              <a:ext uri="{FF2B5EF4-FFF2-40B4-BE49-F238E27FC236}">
                <a16:creationId xmlns:a16="http://schemas.microsoft.com/office/drawing/2014/main" id="{A6EE6E5A-564D-490F-AACE-894DFC60AE44}"/>
              </a:ext>
            </a:extLst>
          </p:cNvPr>
          <p:cNvSpPr/>
          <p:nvPr/>
        </p:nvSpPr>
        <p:spPr>
          <a:xfrm>
            <a:off x="682919" y="0"/>
            <a:ext cx="839465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在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duty50%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時間過短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,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提高輸入電壓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(2kHz)</a:t>
            </a:r>
            <a:endParaRPr kumimoji="1" lang="zh-TW" altLang="en-US" sz="3200" b="1" kern="0" spc="-1" dirty="0"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/>
              <a:ea typeface="標楷體"/>
              <a:cs typeface="+mj-cs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918EFBD-AF52-44C7-828D-73CA9F952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600" y="1729256"/>
            <a:ext cx="9144000" cy="3814763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D21C7C0-97D0-4268-8A0D-89236F38B9E1}"/>
              </a:ext>
            </a:extLst>
          </p:cNvPr>
          <p:cNvSpPr txBox="1"/>
          <p:nvPr/>
        </p:nvSpPr>
        <p:spPr>
          <a:xfrm>
            <a:off x="7475415" y="5496713"/>
            <a:ext cx="1697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A9A911"/>
                </a:solidFill>
              </a:rPr>
              <a:t>C1:</a:t>
            </a:r>
            <a:r>
              <a:rPr lang="zh-TW" altLang="en-US" dirty="0">
                <a:solidFill>
                  <a:srgbClr val="A9A911"/>
                </a:solidFill>
              </a:rPr>
              <a:t>震盪子電壓</a:t>
            </a:r>
            <a:br>
              <a:rPr lang="en-US" altLang="zh-TW" dirty="0"/>
            </a:br>
            <a:r>
              <a:rPr lang="en-US" altLang="zh-TW" dirty="0">
                <a:solidFill>
                  <a:srgbClr val="FE0086"/>
                </a:solidFill>
              </a:rPr>
              <a:t>C2:</a:t>
            </a:r>
            <a:r>
              <a:rPr lang="zh-TW" altLang="en-US" dirty="0">
                <a:solidFill>
                  <a:srgbClr val="FE0086"/>
                </a:solidFill>
              </a:rPr>
              <a:t>震盪子電流</a:t>
            </a:r>
            <a:br>
              <a:rPr lang="en-US" altLang="zh-TW" dirty="0"/>
            </a:br>
            <a:r>
              <a:rPr lang="en-US" altLang="zh-TW" dirty="0">
                <a:solidFill>
                  <a:srgbClr val="0003D7"/>
                </a:solidFill>
              </a:rPr>
              <a:t>C3:Vds</a:t>
            </a:r>
            <a:endParaRPr lang="zh-TW" altLang="en-US" dirty="0">
              <a:solidFill>
                <a:srgbClr val="0003D7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9507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39465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追頻時功率計算錯誤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7E6D509E-8E03-42D4-A258-2106B1CD8A34}"/>
              </a:ext>
            </a:extLst>
          </p:cNvPr>
          <p:cNvSpPr/>
          <p:nvPr/>
        </p:nvSpPr>
        <p:spPr>
          <a:xfrm>
            <a:off x="332400" y="8650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CFD4DEE8-88D5-4487-8561-BA1BF06AD10E}"/>
              </a:ext>
            </a:extLst>
          </p:cNvPr>
          <p:cNvSpPr/>
          <p:nvPr/>
        </p:nvSpPr>
        <p:spPr>
          <a:xfrm>
            <a:off x="180000" y="560217"/>
            <a:ext cx="8784000" cy="54553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3D43CB-94D8-4B63-BD04-E5907F47D9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1618"/>
            <a:ext cx="9144000" cy="381476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958A96A-2CAE-45B6-8D28-B8CBC90BE4F7}"/>
              </a:ext>
            </a:extLst>
          </p:cNvPr>
          <p:cNvSpPr txBox="1"/>
          <p:nvPr/>
        </p:nvSpPr>
        <p:spPr>
          <a:xfrm>
            <a:off x="7475415" y="5496713"/>
            <a:ext cx="1697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A9A911"/>
                </a:solidFill>
              </a:rPr>
              <a:t>C1:</a:t>
            </a:r>
            <a:r>
              <a:rPr lang="zh-TW" altLang="en-US" dirty="0">
                <a:solidFill>
                  <a:srgbClr val="A9A911"/>
                </a:solidFill>
              </a:rPr>
              <a:t>震盪子電壓</a:t>
            </a:r>
            <a:br>
              <a:rPr lang="en-US" altLang="zh-TW" dirty="0"/>
            </a:br>
            <a:r>
              <a:rPr lang="en-US" altLang="zh-TW" dirty="0">
                <a:solidFill>
                  <a:srgbClr val="FE0086"/>
                </a:solidFill>
              </a:rPr>
              <a:t>C2:</a:t>
            </a:r>
            <a:r>
              <a:rPr lang="zh-TW" altLang="en-US" dirty="0">
                <a:solidFill>
                  <a:srgbClr val="FE0086"/>
                </a:solidFill>
              </a:rPr>
              <a:t>震盪子電流</a:t>
            </a:r>
            <a:br>
              <a:rPr lang="en-US" altLang="zh-TW" dirty="0"/>
            </a:br>
            <a:r>
              <a:rPr lang="en-US" altLang="zh-TW" dirty="0">
                <a:solidFill>
                  <a:srgbClr val="0003D7"/>
                </a:solidFill>
              </a:rPr>
              <a:t>C3:Vds</a:t>
            </a:r>
            <a:endParaRPr lang="zh-TW" altLang="en-US" dirty="0">
              <a:solidFill>
                <a:srgbClr val="0003D7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502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修改功率計算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207298</TotalTime>
  <Words>285</Words>
  <Application>Microsoft Office PowerPoint</Application>
  <PresentationFormat>如螢幕大小 (4:3)</PresentationFormat>
  <Paragraphs>75</Paragraphs>
  <Slides>17</Slides>
  <Notes>1</Notes>
  <HiddenSlides>0</HiddenSlides>
  <MMClips>6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17</vt:i4>
      </vt:variant>
    </vt:vector>
  </HeadingPairs>
  <TitlesOfParts>
    <vt:vector size="27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2377</cp:revision>
  <dcterms:created xsi:type="dcterms:W3CDTF">2001-07-18T23:57:34Z</dcterms:created>
  <dcterms:modified xsi:type="dcterms:W3CDTF">2025-08-14T06:00:51Z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