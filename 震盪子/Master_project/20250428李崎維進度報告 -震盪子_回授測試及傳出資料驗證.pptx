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6.xml" ContentType="application/vnd.openxmlformats-officedocument.presentationml.tag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7.xml" ContentType="application/vnd.openxmlformats-officedocument.presentationml.tag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3"/>
  </p:notesMasterIdLst>
  <p:sldIdLst>
    <p:sldId id="256" r:id="rId3"/>
    <p:sldId id="492" r:id="rId4"/>
    <p:sldId id="1343" r:id="rId5"/>
    <p:sldId id="1373" r:id="rId6"/>
    <p:sldId id="1351" r:id="rId7"/>
    <p:sldId id="1375" r:id="rId8"/>
    <p:sldId id="1374" r:id="rId9"/>
    <p:sldId id="1370" r:id="rId10"/>
    <p:sldId id="1372" r:id="rId11"/>
    <p:sldId id="493" r:id="rId12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343"/>
            <p14:sldId id="1373"/>
            <p14:sldId id="1351"/>
            <p14:sldId id="1375"/>
            <p14:sldId id="1374"/>
            <p14:sldId id="1370"/>
            <p14:sldId id="1372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3333CC"/>
    <a:srgbClr val="6868D9"/>
    <a:srgbClr val="00A077"/>
    <a:srgbClr val="C00000"/>
    <a:srgbClr val="FFFFFF"/>
    <a:srgbClr val="262699"/>
    <a:srgbClr val="262626"/>
    <a:srgbClr val="03FA10"/>
    <a:srgbClr val="0001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71F2BB-D075-4B32-9AAC-3E1368496A2F}" v="120" dt="2025-04-28T05:47:13.2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8" autoAdjust="0"/>
    <p:restoredTop sz="96242" autoAdjust="0"/>
  </p:normalViewPr>
  <p:slideViewPr>
    <p:cSldViewPr snapToGrid="0">
      <p:cViewPr varScale="1">
        <p:scale>
          <a:sx n="63" d="100"/>
          <a:sy n="63" d="100"/>
        </p:scale>
        <p:origin x="15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C76B5540-AA54-478A-A442-5601E68A8536}"/>
    <pc:docChg chg="undo redo custSel addSld delSld modSld modSection">
      <pc:chgData name="崎維 李" userId="d4390ee11c1fc6cf" providerId="LiveId" clId="{C76B5540-AA54-478A-A442-5601E68A8536}" dt="2025-04-22T02:13:03.641" v="822"/>
      <pc:docMkLst>
        <pc:docMk/>
      </pc:docMkLst>
      <pc:sldChg chg="modSp mod">
        <pc:chgData name="崎維 李" userId="d4390ee11c1fc6cf" providerId="LiveId" clId="{C76B5540-AA54-478A-A442-5601E68A8536}" dt="2025-04-22T02:13:03.641" v="822"/>
        <pc:sldMkLst>
          <pc:docMk/>
          <pc:sldMk cId="1759611898" sldId="492"/>
        </pc:sldMkLst>
        <pc:spChg chg="mod">
          <ac:chgData name="崎維 李" userId="d4390ee11c1fc6cf" providerId="LiveId" clId="{C76B5540-AA54-478A-A442-5601E68A8536}" dt="2025-04-22T02:13:03.641" v="822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C76B5540-AA54-478A-A442-5601E68A8536}" dt="2025-04-22T02:05:10.824" v="813"/>
        <pc:sldMkLst>
          <pc:docMk/>
          <pc:sldMk cId="1870929783" sldId="493"/>
        </pc:sldMkLst>
        <pc:spChg chg="mod">
          <ac:chgData name="崎維 李" userId="d4390ee11c1fc6cf" providerId="LiveId" clId="{C76B5540-AA54-478A-A442-5601E68A8536}" dt="2025-04-22T02:05:10.824" v="813"/>
          <ac:spMkLst>
            <pc:docMk/>
            <pc:sldMk cId="1870929783" sldId="493"/>
            <ac:spMk id="6" creationId="{254CC07A-9104-BFF8-CC32-E6A910233C69}"/>
          </ac:spMkLst>
        </pc:spChg>
      </pc:sldChg>
      <pc:sldChg chg="addSp delSp modSp mod delAnim">
        <pc:chgData name="崎維 李" userId="d4390ee11c1fc6cf" providerId="LiveId" clId="{C76B5540-AA54-478A-A442-5601E68A8536}" dt="2025-04-21T13:00:33.112" v="76"/>
        <pc:sldMkLst>
          <pc:docMk/>
          <pc:sldMk cId="3456917613" sldId="1343"/>
        </pc:sldMkLst>
        <pc:spChg chg="mod">
          <ac:chgData name="崎維 李" userId="d4390ee11c1fc6cf" providerId="LiveId" clId="{C76B5540-AA54-478A-A442-5601E68A8536}" dt="2025-04-21T12:59:27.215" v="55" actId="20577"/>
          <ac:spMkLst>
            <pc:docMk/>
            <pc:sldMk cId="3456917613" sldId="1343"/>
            <ac:spMk id="2" creationId="{DA08E2BE-59F9-8468-A5AF-75E583A950C4}"/>
          </ac:spMkLst>
        </pc:spChg>
        <pc:spChg chg="mod">
          <ac:chgData name="崎維 李" userId="d4390ee11c1fc6cf" providerId="LiveId" clId="{C76B5540-AA54-478A-A442-5601E68A8536}" dt="2025-04-21T13:00:33.112" v="76"/>
          <ac:spMkLst>
            <pc:docMk/>
            <pc:sldMk cId="3456917613" sldId="1343"/>
            <ac:spMk id="5" creationId="{0039AD83-3A78-F2C5-7091-C7D4FD265AAB}"/>
          </ac:spMkLst>
        </pc:spChg>
      </pc:sldChg>
      <pc:sldChg chg="delSp modSp add del mod delAnim">
        <pc:chgData name="崎維 李" userId="d4390ee11c1fc6cf" providerId="LiveId" clId="{C76B5540-AA54-478A-A442-5601E68A8536}" dt="2025-04-21T13:10:29.248" v="406" actId="478"/>
        <pc:sldMkLst>
          <pc:docMk/>
          <pc:sldMk cId="3381575590" sldId="1351"/>
        </pc:sldMkLst>
        <pc:spChg chg="mod">
          <ac:chgData name="崎維 李" userId="d4390ee11c1fc6cf" providerId="LiveId" clId="{C76B5540-AA54-478A-A442-5601E68A8536}" dt="2025-04-21T13:08:40.690" v="300"/>
          <ac:spMkLst>
            <pc:docMk/>
            <pc:sldMk cId="3381575590" sldId="1351"/>
            <ac:spMk id="2" creationId="{0B77A5D7-76AD-6F07-5FCE-1CE93D2A9F9A}"/>
          </ac:spMkLst>
        </pc:spChg>
      </pc:sldChg>
      <pc:sldChg chg="del">
        <pc:chgData name="崎維 李" userId="d4390ee11c1fc6cf" providerId="LiveId" clId="{C76B5540-AA54-478A-A442-5601E68A8536}" dt="2025-04-21T13:03:10.058" v="79" actId="47"/>
        <pc:sldMkLst>
          <pc:docMk/>
          <pc:sldMk cId="3915415583" sldId="1352"/>
        </pc:sldMkLst>
      </pc:sldChg>
      <pc:sldChg chg="del">
        <pc:chgData name="崎維 李" userId="d4390ee11c1fc6cf" providerId="LiveId" clId="{C76B5540-AA54-478A-A442-5601E68A8536}" dt="2025-04-21T13:03:13.621" v="82" actId="47"/>
        <pc:sldMkLst>
          <pc:docMk/>
          <pc:sldMk cId="1508537114" sldId="1353"/>
        </pc:sldMkLst>
      </pc:sldChg>
      <pc:sldChg chg="del">
        <pc:chgData name="崎維 李" userId="d4390ee11c1fc6cf" providerId="LiveId" clId="{C76B5540-AA54-478A-A442-5601E68A8536}" dt="2025-04-21T13:03:07.881" v="78" actId="47"/>
        <pc:sldMkLst>
          <pc:docMk/>
          <pc:sldMk cId="4160821948" sldId="1354"/>
        </pc:sldMkLst>
      </pc:sldChg>
      <pc:sldChg chg="del">
        <pc:chgData name="崎維 李" userId="d4390ee11c1fc6cf" providerId="LiveId" clId="{C76B5540-AA54-478A-A442-5601E68A8536}" dt="2025-04-21T13:04:59.618" v="186" actId="47"/>
        <pc:sldMkLst>
          <pc:docMk/>
          <pc:sldMk cId="1520577412" sldId="1356"/>
        </pc:sldMkLst>
      </pc:sldChg>
      <pc:sldChg chg="del">
        <pc:chgData name="崎維 李" userId="d4390ee11c1fc6cf" providerId="LiveId" clId="{C76B5540-AA54-478A-A442-5601E68A8536}" dt="2025-04-21T13:05:01.041" v="187" actId="47"/>
        <pc:sldMkLst>
          <pc:docMk/>
          <pc:sldMk cId="2374944766" sldId="1357"/>
        </pc:sldMkLst>
      </pc:sldChg>
      <pc:sldChg chg="del">
        <pc:chgData name="崎維 李" userId="d4390ee11c1fc6cf" providerId="LiveId" clId="{C76B5540-AA54-478A-A442-5601E68A8536}" dt="2025-04-21T13:05:01.829" v="188" actId="47"/>
        <pc:sldMkLst>
          <pc:docMk/>
          <pc:sldMk cId="4263852372" sldId="1360"/>
        </pc:sldMkLst>
      </pc:sldChg>
      <pc:sldChg chg="del">
        <pc:chgData name="崎維 李" userId="d4390ee11c1fc6cf" providerId="LiveId" clId="{C76B5540-AA54-478A-A442-5601E68A8536}" dt="2025-04-21T13:05:04.363" v="190" actId="47"/>
        <pc:sldMkLst>
          <pc:docMk/>
          <pc:sldMk cId="2775753511" sldId="1361"/>
        </pc:sldMkLst>
      </pc:sldChg>
      <pc:sldChg chg="del">
        <pc:chgData name="崎維 李" userId="d4390ee11c1fc6cf" providerId="LiveId" clId="{C76B5540-AA54-478A-A442-5601E68A8536}" dt="2025-04-21T13:05:02.670" v="189" actId="47"/>
        <pc:sldMkLst>
          <pc:docMk/>
          <pc:sldMk cId="93345129" sldId="1362"/>
        </pc:sldMkLst>
      </pc:sldChg>
      <pc:sldChg chg="del">
        <pc:chgData name="崎維 李" userId="d4390ee11c1fc6cf" providerId="LiveId" clId="{C76B5540-AA54-478A-A442-5601E68A8536}" dt="2025-04-21T13:05:05.394" v="191" actId="47"/>
        <pc:sldMkLst>
          <pc:docMk/>
          <pc:sldMk cId="2232465649" sldId="1363"/>
        </pc:sldMkLst>
      </pc:sldChg>
      <pc:sldChg chg="del">
        <pc:chgData name="崎維 李" userId="d4390ee11c1fc6cf" providerId="LiveId" clId="{C76B5540-AA54-478A-A442-5601E68A8536}" dt="2025-04-21T13:05:07.620" v="192" actId="47"/>
        <pc:sldMkLst>
          <pc:docMk/>
          <pc:sldMk cId="129375499" sldId="1364"/>
        </pc:sldMkLst>
      </pc:sldChg>
      <pc:sldChg chg="del">
        <pc:chgData name="崎維 李" userId="d4390ee11c1fc6cf" providerId="LiveId" clId="{C76B5540-AA54-478A-A442-5601E68A8536}" dt="2025-04-21T13:04:54.532" v="185" actId="47"/>
        <pc:sldMkLst>
          <pc:docMk/>
          <pc:sldMk cId="3889140533" sldId="1365"/>
        </pc:sldMkLst>
      </pc:sldChg>
      <pc:sldChg chg="del">
        <pc:chgData name="崎維 李" userId="d4390ee11c1fc6cf" providerId="LiveId" clId="{C76B5540-AA54-478A-A442-5601E68A8536}" dt="2025-04-21T13:03:11.189" v="80" actId="47"/>
        <pc:sldMkLst>
          <pc:docMk/>
          <pc:sldMk cId="44684805" sldId="1366"/>
        </pc:sldMkLst>
      </pc:sldChg>
      <pc:sldChg chg="del">
        <pc:chgData name="崎維 李" userId="d4390ee11c1fc6cf" providerId="LiveId" clId="{C76B5540-AA54-478A-A442-5601E68A8536}" dt="2025-04-21T13:03:12.458" v="81" actId="47"/>
        <pc:sldMkLst>
          <pc:docMk/>
          <pc:sldMk cId="2412774342" sldId="1367"/>
        </pc:sldMkLst>
      </pc:sldChg>
      <pc:sldChg chg="addSp delSp modSp mod">
        <pc:chgData name="崎維 李" userId="d4390ee11c1fc6cf" providerId="LiveId" clId="{C76B5540-AA54-478A-A442-5601E68A8536}" dt="2025-04-21T13:14:06.171" v="521"/>
        <pc:sldMkLst>
          <pc:docMk/>
          <pc:sldMk cId="583664983" sldId="1368"/>
        </pc:sldMkLst>
      </pc:sldChg>
      <pc:sldChg chg="addSp delSp modSp add mod">
        <pc:chgData name="崎維 李" userId="d4390ee11c1fc6cf" providerId="LiveId" clId="{C76B5540-AA54-478A-A442-5601E68A8536}" dt="2025-04-21T13:14:38.941" v="525" actId="962"/>
        <pc:sldMkLst>
          <pc:docMk/>
          <pc:sldMk cId="937097883" sldId="1369"/>
        </pc:sldMkLst>
      </pc:sldChg>
      <pc:sldChg chg="new del">
        <pc:chgData name="崎維 李" userId="d4390ee11c1fc6cf" providerId="LiveId" clId="{C76B5540-AA54-478A-A442-5601E68A8536}" dt="2025-04-21T13:08:57.046" v="303" actId="680"/>
        <pc:sldMkLst>
          <pc:docMk/>
          <pc:sldMk cId="2957233208" sldId="1369"/>
        </pc:sldMkLst>
      </pc:sldChg>
      <pc:sldChg chg="addSp delSp modSp add mod">
        <pc:chgData name="崎維 李" userId="d4390ee11c1fc6cf" providerId="LiveId" clId="{C76B5540-AA54-478A-A442-5601E68A8536}" dt="2025-04-21T13:11:58.455" v="464" actId="1076"/>
        <pc:sldMkLst>
          <pc:docMk/>
          <pc:sldMk cId="3220393828" sldId="1370"/>
        </pc:sldMkLst>
        <pc:spChg chg="mod">
          <ac:chgData name="崎維 李" userId="d4390ee11c1fc6cf" providerId="LiveId" clId="{C76B5540-AA54-478A-A442-5601E68A8536}" dt="2025-04-21T13:10:45.339" v="427" actId="20577"/>
          <ac:spMkLst>
            <pc:docMk/>
            <pc:sldMk cId="3220393828" sldId="1370"/>
            <ac:spMk id="2" creationId="{E5B95153-4BA5-12DF-5091-BC817CF0F6FE}"/>
          </ac:spMkLst>
        </pc:spChg>
        <pc:spChg chg="add mod">
          <ac:chgData name="崎維 李" userId="d4390ee11c1fc6cf" providerId="LiveId" clId="{C76B5540-AA54-478A-A442-5601E68A8536}" dt="2025-04-21T13:11:58.455" v="464" actId="1076"/>
          <ac:spMkLst>
            <pc:docMk/>
            <pc:sldMk cId="3220393828" sldId="1370"/>
            <ac:spMk id="9" creationId="{15695E30-659E-090B-8AD5-07234444DE0D}"/>
          </ac:spMkLst>
        </pc:spChg>
      </pc:sldChg>
      <pc:sldChg chg="addSp delSp modSp add mod">
        <pc:chgData name="崎維 李" userId="d4390ee11c1fc6cf" providerId="LiveId" clId="{C76B5540-AA54-478A-A442-5601E68A8536}" dt="2025-04-21T13:16:00.608" v="581" actId="20577"/>
        <pc:sldMkLst>
          <pc:docMk/>
          <pc:sldMk cId="1996696023" sldId="1371"/>
        </pc:sldMkLst>
      </pc:sldChg>
      <pc:sldChg chg="modSp add mod">
        <pc:chgData name="崎維 李" userId="d4390ee11c1fc6cf" providerId="LiveId" clId="{C76B5540-AA54-478A-A442-5601E68A8536}" dt="2025-04-22T02:04:27.646" v="784"/>
        <pc:sldMkLst>
          <pc:docMk/>
          <pc:sldMk cId="3071030646" sldId="1372"/>
        </pc:sldMkLst>
        <pc:spChg chg="mod">
          <ac:chgData name="崎維 李" userId="d4390ee11c1fc6cf" providerId="LiveId" clId="{C76B5540-AA54-478A-A442-5601E68A8536}" dt="2025-04-22T02:04:27.646" v="784"/>
          <ac:spMkLst>
            <pc:docMk/>
            <pc:sldMk cId="3071030646" sldId="1372"/>
            <ac:spMk id="2" creationId="{BA6081EC-CB72-E78A-0F2D-D612357E5F6B}"/>
          </ac:spMkLst>
        </pc:spChg>
        <pc:spChg chg="mod">
          <ac:chgData name="崎維 李" userId="d4390ee11c1fc6cf" providerId="LiveId" clId="{C76B5540-AA54-478A-A442-5601E68A8536}" dt="2025-04-21T13:21:13.690" v="595"/>
          <ac:spMkLst>
            <pc:docMk/>
            <pc:sldMk cId="3071030646" sldId="1372"/>
            <ac:spMk id="5" creationId="{26B1CF91-F5E9-66C3-6D7E-B5D0FD413AC8}"/>
          </ac:spMkLst>
        </pc:spChg>
      </pc:sldChg>
    </pc:docChg>
  </pc:docChgLst>
  <pc:docChgLst>
    <pc:chgData name="崎維 李" userId="d4390ee11c1fc6cf" providerId="LiveId" clId="{60E9DF39-7A3B-4BE9-BAA2-ED8A82F7AEF5}"/>
    <pc:docChg chg="undo redo custSel addSld delSld modSld sldOrd modSection">
      <pc:chgData name="崎維 李" userId="d4390ee11c1fc6cf" providerId="LiveId" clId="{60E9DF39-7A3B-4BE9-BAA2-ED8A82F7AEF5}" dt="2025-04-07T12:55:47.135" v="708"/>
      <pc:docMkLst>
        <pc:docMk/>
      </pc:docMkLst>
      <pc:sldChg chg="modSp mod">
        <pc:chgData name="崎維 李" userId="d4390ee11c1fc6cf" providerId="LiveId" clId="{60E9DF39-7A3B-4BE9-BAA2-ED8A82F7AEF5}" dt="2025-04-07T12:55:24.100" v="674" actId="20577"/>
        <pc:sldMkLst>
          <pc:docMk/>
          <pc:sldMk cId="0" sldId="256"/>
        </pc:sldMkLst>
        <pc:spChg chg="mod">
          <ac:chgData name="崎維 李" userId="d4390ee11c1fc6cf" providerId="LiveId" clId="{60E9DF39-7A3B-4BE9-BAA2-ED8A82F7AEF5}" dt="2025-04-07T12:55:24.100" v="674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60E9DF39-7A3B-4BE9-BAA2-ED8A82F7AEF5}" dt="2025-04-07T12:36:02.711" v="314"/>
        <pc:sldMkLst>
          <pc:docMk/>
          <pc:sldMk cId="1759611898" sldId="492"/>
        </pc:sldMkLst>
        <pc:spChg chg="mod">
          <ac:chgData name="崎維 李" userId="d4390ee11c1fc6cf" providerId="LiveId" clId="{60E9DF39-7A3B-4BE9-BAA2-ED8A82F7AEF5}" dt="2025-04-07T12:36:02.711" v="314"/>
          <ac:spMkLst>
            <pc:docMk/>
            <pc:sldMk cId="1759611898" sldId="492"/>
            <ac:spMk id="2" creationId="{FFDA5E2A-651A-2221-C4E1-4B3C8ABE1EF6}"/>
          </ac:spMkLst>
        </pc:spChg>
      </pc:sldChg>
      <pc:sldChg chg="del">
        <pc:chgData name="崎維 李" userId="d4390ee11c1fc6cf" providerId="LiveId" clId="{60E9DF39-7A3B-4BE9-BAA2-ED8A82F7AEF5}" dt="2025-04-07T09:43:47.308" v="48" actId="47"/>
        <pc:sldMkLst>
          <pc:docMk/>
          <pc:sldMk cId="2267703662" sldId="549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2478516092" sldId="551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2295738213" sldId="554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3417314128" sldId="555"/>
        </pc:sldMkLst>
      </pc:sldChg>
      <pc:sldChg chg="addSp delSp modSp mod ord">
        <pc:chgData name="崎維 李" userId="d4390ee11c1fc6cf" providerId="LiveId" clId="{60E9DF39-7A3B-4BE9-BAA2-ED8A82F7AEF5}" dt="2025-04-07T12:43:23.394" v="328"/>
        <pc:sldMkLst>
          <pc:docMk/>
          <pc:sldMk cId="3606609377" sldId="1331"/>
        </pc:sldMkLst>
      </pc:sldChg>
      <pc:sldChg chg="addSp delSp modSp mod ord">
        <pc:chgData name="崎維 李" userId="d4390ee11c1fc6cf" providerId="LiveId" clId="{60E9DF39-7A3B-4BE9-BAA2-ED8A82F7AEF5}" dt="2025-04-07T10:08:44.493" v="178"/>
        <pc:sldMkLst>
          <pc:docMk/>
          <pc:sldMk cId="3878843723" sldId="1334"/>
        </pc:sldMkLst>
      </pc:sldChg>
      <pc:sldChg chg="addSp delSp modSp mod delAnim">
        <pc:chgData name="崎維 李" userId="d4390ee11c1fc6cf" providerId="LiveId" clId="{60E9DF39-7A3B-4BE9-BAA2-ED8A82F7AEF5}" dt="2025-04-07T12:45:16.859" v="369"/>
        <pc:sldMkLst>
          <pc:docMk/>
          <pc:sldMk cId="3456917613" sldId="1343"/>
        </pc:sldMkLst>
        <pc:spChg chg="mod">
          <ac:chgData name="崎維 李" userId="d4390ee11c1fc6cf" providerId="LiveId" clId="{60E9DF39-7A3B-4BE9-BAA2-ED8A82F7AEF5}" dt="2025-04-07T12:45:16.859" v="369"/>
          <ac:spMkLst>
            <pc:docMk/>
            <pc:sldMk cId="3456917613" sldId="1343"/>
            <ac:spMk id="2" creationId="{DA08E2BE-59F9-8468-A5AF-75E583A950C4}"/>
          </ac:spMkLst>
        </pc:spChg>
        <pc:spChg chg="mod">
          <ac:chgData name="崎維 李" userId="d4390ee11c1fc6cf" providerId="LiveId" clId="{60E9DF39-7A3B-4BE9-BAA2-ED8A82F7AEF5}" dt="2025-04-07T10:22:59.998" v="255"/>
          <ac:spMkLst>
            <pc:docMk/>
            <pc:sldMk cId="3456917613" sldId="1343"/>
            <ac:spMk id="5" creationId="{0039AD83-3A78-F2C5-7091-C7D4FD265AAB}"/>
          </ac:spMkLst>
        </pc:spChg>
      </pc:sldChg>
      <pc:sldChg chg="del">
        <pc:chgData name="崎維 李" userId="d4390ee11c1fc6cf" providerId="LiveId" clId="{60E9DF39-7A3B-4BE9-BAA2-ED8A82F7AEF5}" dt="2025-04-07T12:34:59.547" v="256" actId="47"/>
        <pc:sldMkLst>
          <pc:docMk/>
          <pc:sldMk cId="4077794704" sldId="1346"/>
        </pc:sldMkLst>
      </pc:sldChg>
      <pc:sldChg chg="del">
        <pc:chgData name="崎維 李" userId="d4390ee11c1fc6cf" providerId="LiveId" clId="{60E9DF39-7A3B-4BE9-BAA2-ED8A82F7AEF5}" dt="2025-04-07T12:35:01.434" v="257" actId="47"/>
        <pc:sldMkLst>
          <pc:docMk/>
          <pc:sldMk cId="3406171149" sldId="1349"/>
        </pc:sldMkLst>
      </pc:sldChg>
      <pc:sldChg chg="addSp delSp modSp mod ord">
        <pc:chgData name="崎維 李" userId="d4390ee11c1fc6cf" providerId="LiveId" clId="{60E9DF39-7A3B-4BE9-BAA2-ED8A82F7AEF5}" dt="2025-04-07T12:41:07.328" v="317" actId="1076"/>
        <pc:sldMkLst>
          <pc:docMk/>
          <pc:sldMk cId="864881604" sldId="1350"/>
        </pc:sldMkLst>
      </pc:sldChg>
      <pc:sldChg chg="addSp delSp modSp add mod modAnim">
        <pc:chgData name="崎維 李" userId="d4390ee11c1fc6cf" providerId="LiveId" clId="{60E9DF39-7A3B-4BE9-BAA2-ED8A82F7AEF5}" dt="2025-04-07T12:55:47.135" v="708"/>
        <pc:sldMkLst>
          <pc:docMk/>
          <pc:sldMk cId="3381575590" sldId="1351"/>
        </pc:sldMkLst>
        <pc:spChg chg="mod">
          <ac:chgData name="崎維 李" userId="d4390ee11c1fc6cf" providerId="LiveId" clId="{60E9DF39-7A3B-4BE9-BAA2-ED8A82F7AEF5}" dt="2025-04-07T12:55:47.135" v="708"/>
          <ac:spMkLst>
            <pc:docMk/>
            <pc:sldMk cId="3381575590" sldId="1351"/>
            <ac:spMk id="2" creationId="{0B77A5D7-76AD-6F07-5FCE-1CE93D2A9F9A}"/>
          </ac:spMkLst>
        </pc:spChg>
        <pc:spChg chg="mod">
          <ac:chgData name="崎維 李" userId="d4390ee11c1fc6cf" providerId="LiveId" clId="{60E9DF39-7A3B-4BE9-BAA2-ED8A82F7AEF5}" dt="2025-04-07T12:46:08.522" v="420"/>
          <ac:spMkLst>
            <pc:docMk/>
            <pc:sldMk cId="3381575590" sldId="1351"/>
            <ac:spMk id="5" creationId="{7EC8C250-C770-4415-59A1-511BEDF5A2F4}"/>
          </ac:spMkLst>
        </pc:spChg>
      </pc:sldChg>
      <pc:sldChg chg="del">
        <pc:chgData name="崎維 李" userId="d4390ee11c1fc6cf" providerId="LiveId" clId="{60E9DF39-7A3B-4BE9-BAA2-ED8A82F7AEF5}" dt="2025-04-07T10:03:20.604" v="136" actId="47"/>
        <pc:sldMkLst>
          <pc:docMk/>
          <pc:sldMk cId="4180593866" sldId="1351"/>
        </pc:sldMkLst>
      </pc:sldChg>
      <pc:sldChg chg="del">
        <pc:chgData name="崎維 李" userId="d4390ee11c1fc6cf" providerId="LiveId" clId="{60E9DF39-7A3B-4BE9-BAA2-ED8A82F7AEF5}" dt="2025-04-07T10:03:22.229" v="137" actId="47"/>
        <pc:sldMkLst>
          <pc:docMk/>
          <pc:sldMk cId="397706198" sldId="1352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3833741144" sldId="1353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789642820" sldId="1354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689451845" sldId="1355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416178664" sldId="1356"/>
        </pc:sldMkLst>
      </pc:sldChg>
      <pc:sldChg chg="del">
        <pc:chgData name="崎維 李" userId="d4390ee11c1fc6cf" providerId="LiveId" clId="{60E9DF39-7A3B-4BE9-BAA2-ED8A82F7AEF5}" dt="2025-04-07T10:09:03.546" v="180" actId="47"/>
        <pc:sldMkLst>
          <pc:docMk/>
          <pc:sldMk cId="1640180639" sldId="1357"/>
        </pc:sldMkLst>
      </pc:sldChg>
      <pc:sldMasterChg chg="delSldLayout">
        <pc:chgData name="崎維 李" userId="d4390ee11c1fc6cf" providerId="LiveId" clId="{60E9DF39-7A3B-4BE9-BAA2-ED8A82F7AEF5}" dt="2025-04-07T10:08:48.937" v="179" actId="47"/>
        <pc:sldMasterMkLst>
          <pc:docMk/>
          <pc:sldMasterMk cId="0" sldId="2147483661"/>
        </pc:sldMasterMkLst>
        <pc:sldLayoutChg chg="del">
          <pc:chgData name="崎維 李" userId="d4390ee11c1fc6cf" providerId="LiveId" clId="{60E9DF39-7A3B-4BE9-BAA2-ED8A82F7AEF5}" dt="2025-04-07T10:08:48.937" v="179" actId="47"/>
          <pc:sldLayoutMkLst>
            <pc:docMk/>
            <pc:sldMasterMk cId="0" sldId="2147483661"/>
            <pc:sldLayoutMk cId="4244496052" sldId="2147483674"/>
          </pc:sldLayoutMkLst>
        </pc:sldLayoutChg>
      </pc:sldMasterChg>
    </pc:docChg>
  </pc:docChgLst>
  <pc:docChgLst>
    <pc:chgData name="崎維 李" userId="d4390ee11c1fc6cf" providerId="LiveId" clId="{BA37044B-838A-4A35-A0DE-961E4BA7B9B0}"/>
    <pc:docChg chg="undo redo custSel addSld delSld modSld sldOrd modSection">
      <pc:chgData name="崎維 李" userId="d4390ee11c1fc6cf" providerId="LiveId" clId="{BA37044B-838A-4A35-A0DE-961E4BA7B9B0}" dt="2025-04-15T05:26:25.236" v="1312" actId="20577"/>
      <pc:docMkLst>
        <pc:docMk/>
      </pc:docMkLst>
      <pc:sldChg chg="modSp mod">
        <pc:chgData name="崎維 李" userId="d4390ee11c1fc6cf" providerId="LiveId" clId="{BA37044B-838A-4A35-A0DE-961E4BA7B9B0}" dt="2025-04-15T05:26:25.236" v="1312" actId="20577"/>
        <pc:sldMkLst>
          <pc:docMk/>
          <pc:sldMk cId="0" sldId="256"/>
        </pc:sldMkLst>
        <pc:spChg chg="mod">
          <ac:chgData name="崎維 李" userId="d4390ee11c1fc6cf" providerId="LiveId" clId="{BA37044B-838A-4A35-A0DE-961E4BA7B9B0}" dt="2025-04-15T05:26:25.236" v="1312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BA37044B-838A-4A35-A0DE-961E4BA7B9B0}" dt="2025-04-15T05:23:29.853" v="1210" actId="20577"/>
        <pc:sldMkLst>
          <pc:docMk/>
          <pc:sldMk cId="1759611898" sldId="492"/>
        </pc:sldMkLst>
        <pc:spChg chg="mod">
          <ac:chgData name="崎維 李" userId="d4390ee11c1fc6cf" providerId="LiveId" clId="{BA37044B-838A-4A35-A0DE-961E4BA7B9B0}" dt="2025-04-15T05:23:29.853" v="1210" actId="20577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BA37044B-838A-4A35-A0DE-961E4BA7B9B0}" dt="2025-04-15T05:24:56.999" v="1309"/>
        <pc:sldMkLst>
          <pc:docMk/>
          <pc:sldMk cId="1870929783" sldId="493"/>
        </pc:sldMkLst>
        <pc:spChg chg="mod">
          <ac:chgData name="崎維 李" userId="d4390ee11c1fc6cf" providerId="LiveId" clId="{BA37044B-838A-4A35-A0DE-961E4BA7B9B0}" dt="2025-04-15T05:23:50.952" v="1211" actId="1076"/>
          <ac:spMkLst>
            <pc:docMk/>
            <pc:sldMk cId="1870929783" sldId="493"/>
            <ac:spMk id="3" creationId="{E1AA806A-5F35-3E68-504B-CBB909CDBD48}"/>
          </ac:spMkLst>
        </pc:spChg>
        <pc:spChg chg="mod">
          <ac:chgData name="崎維 李" userId="d4390ee11c1fc6cf" providerId="LiveId" clId="{BA37044B-838A-4A35-A0DE-961E4BA7B9B0}" dt="2025-04-15T05:24:56.999" v="1309"/>
          <ac:spMkLst>
            <pc:docMk/>
            <pc:sldMk cId="1870929783" sldId="493"/>
            <ac:spMk id="6" creationId="{254CC07A-9104-BFF8-CC32-E6A910233C69}"/>
          </ac:spMkLst>
        </pc:spChg>
      </pc:sldChg>
      <pc:sldChg chg="del">
        <pc:chgData name="崎維 李" userId="d4390ee11c1fc6cf" providerId="LiveId" clId="{BA37044B-838A-4A35-A0DE-961E4BA7B9B0}" dt="2025-04-14T14:18:56.995" v="505" actId="47"/>
        <pc:sldMkLst>
          <pc:docMk/>
          <pc:sldMk cId="3606609377" sldId="1331"/>
        </pc:sldMkLst>
      </pc:sldChg>
      <pc:sldChg chg="del">
        <pc:chgData name="崎維 李" userId="d4390ee11c1fc6cf" providerId="LiveId" clId="{BA37044B-838A-4A35-A0DE-961E4BA7B9B0}" dt="2025-04-14T14:18:58.601" v="506" actId="47"/>
        <pc:sldMkLst>
          <pc:docMk/>
          <pc:sldMk cId="3878843723" sldId="1334"/>
        </pc:sldMkLst>
      </pc:sldChg>
      <pc:sldChg chg="addSp delSp modSp mod delAnim modAnim">
        <pc:chgData name="崎維 李" userId="d4390ee11c1fc6cf" providerId="LiveId" clId="{BA37044B-838A-4A35-A0DE-961E4BA7B9B0}" dt="2025-04-14T14:29:40.061" v="869" actId="1076"/>
        <pc:sldMkLst>
          <pc:docMk/>
          <pc:sldMk cId="3456917613" sldId="1343"/>
        </pc:sldMkLst>
        <pc:spChg chg="mod">
          <ac:chgData name="崎維 李" userId="d4390ee11c1fc6cf" providerId="LiveId" clId="{BA37044B-838A-4A35-A0DE-961E4BA7B9B0}" dt="2025-04-14T14:29:06.827" v="862" actId="5793"/>
          <ac:spMkLst>
            <pc:docMk/>
            <pc:sldMk cId="3456917613" sldId="1343"/>
            <ac:spMk id="2" creationId="{DA08E2BE-59F9-8468-A5AF-75E583A950C4}"/>
          </ac:spMkLst>
        </pc:spChg>
        <pc:spChg chg="mod">
          <ac:chgData name="崎維 李" userId="d4390ee11c1fc6cf" providerId="LiveId" clId="{BA37044B-838A-4A35-A0DE-961E4BA7B9B0}" dt="2025-04-14T13:57:32.978" v="49" actId="20577"/>
          <ac:spMkLst>
            <pc:docMk/>
            <pc:sldMk cId="3456917613" sldId="1343"/>
            <ac:spMk id="5" creationId="{0039AD83-3A78-F2C5-7091-C7D4FD265AAB}"/>
          </ac:spMkLst>
        </pc:spChg>
      </pc:sldChg>
      <pc:sldChg chg="del">
        <pc:chgData name="崎維 李" userId="d4390ee11c1fc6cf" providerId="LiveId" clId="{BA37044B-838A-4A35-A0DE-961E4BA7B9B0}" dt="2025-04-14T14:18:59.828" v="507" actId="47"/>
        <pc:sldMkLst>
          <pc:docMk/>
          <pc:sldMk cId="864881604" sldId="1350"/>
        </pc:sldMkLst>
      </pc:sldChg>
      <pc:sldChg chg="addSp delSp modSp mod delAnim modAnim">
        <pc:chgData name="崎維 李" userId="d4390ee11c1fc6cf" providerId="LiveId" clId="{BA37044B-838A-4A35-A0DE-961E4BA7B9B0}" dt="2025-04-14T14:33:23.349" v="909"/>
        <pc:sldMkLst>
          <pc:docMk/>
          <pc:sldMk cId="3381575590" sldId="1351"/>
        </pc:sldMkLst>
        <pc:spChg chg="mod">
          <ac:chgData name="崎維 李" userId="d4390ee11c1fc6cf" providerId="LiveId" clId="{BA37044B-838A-4A35-A0DE-961E4BA7B9B0}" dt="2025-04-14T14:33:23.349" v="909"/>
          <ac:spMkLst>
            <pc:docMk/>
            <pc:sldMk cId="3381575590" sldId="1351"/>
            <ac:spMk id="2" creationId="{0B77A5D7-76AD-6F07-5FCE-1CE93D2A9F9A}"/>
          </ac:spMkLst>
        </pc:spChg>
      </pc:sldChg>
      <pc:sldChg chg="addSp delSp modSp add mod ord delAnim modAnim">
        <pc:chgData name="崎維 李" userId="d4390ee11c1fc6cf" providerId="LiveId" clId="{BA37044B-838A-4A35-A0DE-961E4BA7B9B0}" dt="2025-04-14T14:34:37.803" v="921" actId="1076"/>
        <pc:sldMkLst>
          <pc:docMk/>
          <pc:sldMk cId="3915415583" sldId="1352"/>
        </pc:sldMkLst>
      </pc:sldChg>
      <pc:sldChg chg="addSp modSp add mod ord">
        <pc:chgData name="崎維 李" userId="d4390ee11c1fc6cf" providerId="LiveId" clId="{BA37044B-838A-4A35-A0DE-961E4BA7B9B0}" dt="2025-04-14T14:34:21.377" v="914"/>
        <pc:sldMkLst>
          <pc:docMk/>
          <pc:sldMk cId="1508537114" sldId="1353"/>
        </pc:sldMkLst>
      </pc:sldChg>
      <pc:sldChg chg="addSp modSp add mod">
        <pc:chgData name="崎維 李" userId="d4390ee11c1fc6cf" providerId="LiveId" clId="{BA37044B-838A-4A35-A0DE-961E4BA7B9B0}" dt="2025-04-14T14:34:04.621" v="912" actId="20577"/>
        <pc:sldMkLst>
          <pc:docMk/>
          <pc:sldMk cId="4160821948" sldId="1354"/>
        </pc:sldMkLst>
      </pc:sldChg>
      <pc:sldChg chg="add del">
        <pc:chgData name="崎維 李" userId="d4390ee11c1fc6cf" providerId="LiveId" clId="{BA37044B-838A-4A35-A0DE-961E4BA7B9B0}" dt="2025-04-14T14:33:55.974" v="911" actId="47"/>
        <pc:sldMkLst>
          <pc:docMk/>
          <pc:sldMk cId="118649503" sldId="1355"/>
        </pc:sldMkLst>
      </pc:sldChg>
      <pc:sldChg chg="addSp delSp modSp add mod delAnim">
        <pc:chgData name="崎維 李" userId="d4390ee11c1fc6cf" providerId="LiveId" clId="{BA37044B-838A-4A35-A0DE-961E4BA7B9B0}" dt="2025-04-14T14:20:21.696" v="569" actId="1076"/>
        <pc:sldMkLst>
          <pc:docMk/>
          <pc:sldMk cId="1520577412" sldId="1356"/>
        </pc:sldMkLst>
      </pc:sldChg>
      <pc:sldChg chg="addSp delSp modSp add mod">
        <pc:chgData name="崎維 李" userId="d4390ee11c1fc6cf" providerId="LiveId" clId="{BA37044B-838A-4A35-A0DE-961E4BA7B9B0}" dt="2025-04-14T14:52:44.769" v="1140" actId="1076"/>
        <pc:sldMkLst>
          <pc:docMk/>
          <pc:sldMk cId="2374944766" sldId="1357"/>
        </pc:sldMkLst>
      </pc:sldChg>
      <pc:sldChg chg="add del">
        <pc:chgData name="崎維 李" userId="d4390ee11c1fc6cf" providerId="LiveId" clId="{BA37044B-838A-4A35-A0DE-961E4BA7B9B0}" dt="2025-04-14T14:21:03.742" v="587" actId="47"/>
        <pc:sldMkLst>
          <pc:docMk/>
          <pc:sldMk cId="2501085111" sldId="1358"/>
        </pc:sldMkLst>
      </pc:sldChg>
      <pc:sldChg chg="add del">
        <pc:chgData name="崎維 李" userId="d4390ee11c1fc6cf" providerId="LiveId" clId="{BA37044B-838A-4A35-A0DE-961E4BA7B9B0}" dt="2025-04-14T14:21:05.588" v="588" actId="47"/>
        <pc:sldMkLst>
          <pc:docMk/>
          <pc:sldMk cId="2116586618" sldId="1359"/>
        </pc:sldMkLst>
      </pc:sldChg>
      <pc:sldChg chg="addSp delSp modSp add mod">
        <pc:chgData name="崎維 李" userId="d4390ee11c1fc6cf" providerId="LiveId" clId="{BA37044B-838A-4A35-A0DE-961E4BA7B9B0}" dt="2025-04-14T14:52:48.981" v="1141"/>
        <pc:sldMkLst>
          <pc:docMk/>
          <pc:sldMk cId="4263852372" sldId="1360"/>
        </pc:sldMkLst>
      </pc:sldChg>
      <pc:sldChg chg="addSp delSp modSp add mod">
        <pc:chgData name="崎維 李" userId="d4390ee11c1fc6cf" providerId="LiveId" clId="{BA37044B-838A-4A35-A0DE-961E4BA7B9B0}" dt="2025-04-14T14:52:55.415" v="1143"/>
        <pc:sldMkLst>
          <pc:docMk/>
          <pc:sldMk cId="2775753511" sldId="1361"/>
        </pc:sldMkLst>
      </pc:sldChg>
      <pc:sldChg chg="addSp delSp modSp add mod ord">
        <pc:chgData name="崎維 李" userId="d4390ee11c1fc6cf" providerId="LiveId" clId="{BA37044B-838A-4A35-A0DE-961E4BA7B9B0}" dt="2025-04-14T14:52:54.319" v="1142"/>
        <pc:sldMkLst>
          <pc:docMk/>
          <pc:sldMk cId="93345129" sldId="1362"/>
        </pc:sldMkLst>
      </pc:sldChg>
      <pc:sldChg chg="addSp delSp modSp add mod">
        <pc:chgData name="崎維 李" userId="d4390ee11c1fc6cf" providerId="LiveId" clId="{BA37044B-838A-4A35-A0DE-961E4BA7B9B0}" dt="2025-04-14T14:53:06.981" v="1151"/>
        <pc:sldMkLst>
          <pc:docMk/>
          <pc:sldMk cId="2232465649" sldId="1363"/>
        </pc:sldMkLst>
      </pc:sldChg>
      <pc:sldChg chg="addSp delSp modSp add mod">
        <pc:chgData name="崎維 李" userId="d4390ee11c1fc6cf" providerId="LiveId" clId="{BA37044B-838A-4A35-A0DE-961E4BA7B9B0}" dt="2025-04-14T14:53:12.136" v="1157"/>
        <pc:sldMkLst>
          <pc:docMk/>
          <pc:sldMk cId="129375499" sldId="1364"/>
        </pc:sldMkLst>
      </pc:sldChg>
      <pc:sldChg chg="new del">
        <pc:chgData name="崎維 李" userId="d4390ee11c1fc6cf" providerId="LiveId" clId="{BA37044B-838A-4A35-A0DE-961E4BA7B9B0}" dt="2025-04-14T14:23:57.993" v="678" actId="47"/>
        <pc:sldMkLst>
          <pc:docMk/>
          <pc:sldMk cId="2888700265" sldId="1365"/>
        </pc:sldMkLst>
      </pc:sldChg>
      <pc:sldChg chg="addSp delSp modSp add mod delAnim">
        <pc:chgData name="崎維 李" userId="d4390ee11c1fc6cf" providerId="LiveId" clId="{BA37044B-838A-4A35-A0DE-961E4BA7B9B0}" dt="2025-04-14T14:50:17.812" v="1067" actId="20577"/>
        <pc:sldMkLst>
          <pc:docMk/>
          <pc:sldMk cId="3889140533" sldId="1365"/>
        </pc:sldMkLst>
      </pc:sldChg>
      <pc:sldChg chg="addSp delSp modSp add mod ord">
        <pc:chgData name="崎維 李" userId="d4390ee11c1fc6cf" providerId="LiveId" clId="{BA37044B-838A-4A35-A0DE-961E4BA7B9B0}" dt="2025-04-14T14:34:32.382" v="918"/>
        <pc:sldMkLst>
          <pc:docMk/>
          <pc:sldMk cId="44684805" sldId="1366"/>
        </pc:sldMkLst>
      </pc:sldChg>
      <pc:sldChg chg="addSp delSp modSp add mod ord">
        <pc:chgData name="崎維 李" userId="d4390ee11c1fc6cf" providerId="LiveId" clId="{BA37044B-838A-4A35-A0DE-961E4BA7B9B0}" dt="2025-04-14T14:46:39.045" v="1004" actId="1076"/>
        <pc:sldMkLst>
          <pc:docMk/>
          <pc:sldMk cId="2412774342" sldId="1367"/>
        </pc:sldMkLst>
      </pc:sldChg>
      <pc:sldChg chg="add">
        <pc:chgData name="崎維 李" userId="d4390ee11c1fc6cf" providerId="LiveId" clId="{BA37044B-838A-4A35-A0DE-961E4BA7B9B0}" dt="2025-04-14T14:28:59.527" v="858"/>
        <pc:sldMkLst>
          <pc:docMk/>
          <pc:sldMk cId="583664983" sldId="1368"/>
        </pc:sldMkLst>
      </pc:sldChg>
    </pc:docChg>
  </pc:docChgLst>
  <pc:docChgLst>
    <pc:chgData name="崎維 李" userId="d4390ee11c1fc6cf" providerId="LiveId" clId="{F871F2BB-D075-4B32-9AAC-3E1368496A2F}"/>
    <pc:docChg chg="undo redo custSel addSld delSld modSld sldOrd modSection">
      <pc:chgData name="崎維 李" userId="d4390ee11c1fc6cf" providerId="LiveId" clId="{F871F2BB-D075-4B32-9AAC-3E1368496A2F}" dt="2025-04-28T06:05:51.460" v="841" actId="20577"/>
      <pc:docMkLst>
        <pc:docMk/>
      </pc:docMkLst>
      <pc:sldChg chg="modSp mod">
        <pc:chgData name="崎維 李" userId="d4390ee11c1fc6cf" providerId="LiveId" clId="{F871F2BB-D075-4B32-9AAC-3E1368496A2F}" dt="2025-04-28T06:05:51.460" v="841" actId="20577"/>
        <pc:sldMkLst>
          <pc:docMk/>
          <pc:sldMk cId="0" sldId="256"/>
        </pc:sldMkLst>
        <pc:spChg chg="mod">
          <ac:chgData name="崎維 李" userId="d4390ee11c1fc6cf" providerId="LiveId" clId="{F871F2BB-D075-4B32-9AAC-3E1368496A2F}" dt="2025-04-28T06:05:51.460" v="841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F871F2BB-D075-4B32-9AAC-3E1368496A2F}" dt="2025-04-27T12:57:50.296" v="480"/>
        <pc:sldMkLst>
          <pc:docMk/>
          <pc:sldMk cId="1759611898" sldId="492"/>
        </pc:sldMkLst>
        <pc:spChg chg="mod">
          <ac:chgData name="崎維 李" userId="d4390ee11c1fc6cf" providerId="LiveId" clId="{F871F2BB-D075-4B32-9AAC-3E1368496A2F}" dt="2025-04-27T12:57:50.296" v="480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F871F2BB-D075-4B32-9AAC-3E1368496A2F}" dt="2025-04-28T05:47:13.210" v="837"/>
        <pc:sldMkLst>
          <pc:docMk/>
          <pc:sldMk cId="1870929783" sldId="493"/>
        </pc:sldMkLst>
        <pc:spChg chg="mod">
          <ac:chgData name="崎維 李" userId="d4390ee11c1fc6cf" providerId="LiveId" clId="{F871F2BB-D075-4B32-9AAC-3E1368496A2F}" dt="2025-04-28T05:47:13.210" v="837"/>
          <ac:spMkLst>
            <pc:docMk/>
            <pc:sldMk cId="1870929783" sldId="493"/>
            <ac:spMk id="6" creationId="{254CC07A-9104-BFF8-CC32-E6A910233C69}"/>
          </ac:spMkLst>
        </pc:spChg>
      </pc:sldChg>
      <pc:sldChg chg="addSp delSp modSp mod ord">
        <pc:chgData name="崎維 李" userId="d4390ee11c1fc6cf" providerId="LiveId" clId="{F871F2BB-D075-4B32-9AAC-3E1368496A2F}" dt="2025-04-28T04:57:44.971" v="486"/>
        <pc:sldMkLst>
          <pc:docMk/>
          <pc:sldMk cId="3456917613" sldId="1343"/>
        </pc:sldMkLst>
        <pc:spChg chg="mod">
          <ac:chgData name="崎維 李" userId="d4390ee11c1fc6cf" providerId="LiveId" clId="{F871F2BB-D075-4B32-9AAC-3E1368496A2F}" dt="2025-04-27T12:55:36.783" v="405" actId="20577"/>
          <ac:spMkLst>
            <pc:docMk/>
            <pc:sldMk cId="3456917613" sldId="1343"/>
            <ac:spMk id="2" creationId="{DA08E2BE-59F9-8468-A5AF-75E583A950C4}"/>
          </ac:spMkLst>
        </pc:spChg>
        <pc:spChg chg="mod">
          <ac:chgData name="崎維 李" userId="d4390ee11c1fc6cf" providerId="LiveId" clId="{F871F2BB-D075-4B32-9AAC-3E1368496A2F}" dt="2025-04-27T12:55:11.171" v="401"/>
          <ac:spMkLst>
            <pc:docMk/>
            <pc:sldMk cId="3456917613" sldId="1343"/>
            <ac:spMk id="5" creationId="{0039AD83-3A78-F2C5-7091-C7D4FD265AAB}"/>
          </ac:spMkLst>
        </pc:spChg>
        <pc:picChg chg="del">
          <ac:chgData name="崎維 李" userId="d4390ee11c1fc6cf" providerId="LiveId" clId="{F871F2BB-D075-4B32-9AAC-3E1368496A2F}" dt="2025-04-27T12:32:28.617" v="33" actId="478"/>
          <ac:picMkLst>
            <pc:docMk/>
            <pc:sldMk cId="3456917613" sldId="1343"/>
            <ac:picMk id="4" creationId="{8108CDFB-32F4-E2E7-2CEE-3300B947EC78}"/>
          </ac:picMkLst>
        </pc:picChg>
        <pc:picChg chg="add del mod">
          <ac:chgData name="崎維 李" userId="d4390ee11c1fc6cf" providerId="LiveId" clId="{F871F2BB-D075-4B32-9AAC-3E1368496A2F}" dt="2025-04-27T12:33:11.542" v="53" actId="478"/>
          <ac:picMkLst>
            <pc:docMk/>
            <pc:sldMk cId="3456917613" sldId="1343"/>
            <ac:picMk id="6" creationId="{FE64EEDB-316C-7C08-FC9D-8A1C6A894685}"/>
          </ac:picMkLst>
        </pc:picChg>
        <pc:picChg chg="del">
          <ac:chgData name="崎維 李" userId="d4390ee11c1fc6cf" providerId="LiveId" clId="{F871F2BB-D075-4B32-9AAC-3E1368496A2F}" dt="2025-04-27T12:32:28.941" v="34" actId="478"/>
          <ac:picMkLst>
            <pc:docMk/>
            <pc:sldMk cId="3456917613" sldId="1343"/>
            <ac:picMk id="8" creationId="{0C4CE99D-8C83-98D1-7C31-3AD6786D9AF4}"/>
          </ac:picMkLst>
        </pc:picChg>
        <pc:picChg chg="add del mod">
          <ac:chgData name="崎維 李" userId="d4390ee11c1fc6cf" providerId="LiveId" clId="{F871F2BB-D075-4B32-9AAC-3E1368496A2F}" dt="2025-04-27T12:55:54.824" v="407" actId="478"/>
          <ac:picMkLst>
            <pc:docMk/>
            <pc:sldMk cId="3456917613" sldId="1343"/>
            <ac:picMk id="10" creationId="{1EF85C63-B6AA-EA3D-D200-9CDB652A8F47}"/>
          </ac:picMkLst>
        </pc:picChg>
        <pc:picChg chg="add mod">
          <ac:chgData name="崎維 李" userId="d4390ee11c1fc6cf" providerId="LiveId" clId="{F871F2BB-D075-4B32-9AAC-3E1368496A2F}" dt="2025-04-27T12:56:05.204" v="411" actId="1076"/>
          <ac:picMkLst>
            <pc:docMk/>
            <pc:sldMk cId="3456917613" sldId="1343"/>
            <ac:picMk id="12" creationId="{B0E97423-0EC0-3C15-D79A-066A94D190C4}"/>
          </ac:picMkLst>
        </pc:picChg>
      </pc:sldChg>
      <pc:sldChg chg="addSp delSp modSp mod">
        <pc:chgData name="崎維 李" userId="d4390ee11c1fc6cf" providerId="LiveId" clId="{F871F2BB-D075-4B32-9AAC-3E1368496A2F}" dt="2025-04-27T12:50:58.686" v="380" actId="1076"/>
        <pc:sldMkLst>
          <pc:docMk/>
          <pc:sldMk cId="3381575590" sldId="1351"/>
        </pc:sldMkLst>
        <pc:spChg chg="mod">
          <ac:chgData name="崎維 李" userId="d4390ee11c1fc6cf" providerId="LiveId" clId="{F871F2BB-D075-4B32-9AAC-3E1368496A2F}" dt="2025-04-27T12:50:27.400" v="350" actId="1076"/>
          <ac:spMkLst>
            <pc:docMk/>
            <pc:sldMk cId="3381575590" sldId="1351"/>
            <ac:spMk id="2" creationId="{0B77A5D7-76AD-6F07-5FCE-1CE93D2A9F9A}"/>
          </ac:spMkLst>
        </pc:spChg>
        <pc:spChg chg="add mod">
          <ac:chgData name="崎維 李" userId="d4390ee11c1fc6cf" providerId="LiveId" clId="{F871F2BB-D075-4B32-9AAC-3E1368496A2F}" dt="2025-04-27T12:50:58.686" v="380" actId="1076"/>
          <ac:spMkLst>
            <pc:docMk/>
            <pc:sldMk cId="3381575590" sldId="1351"/>
            <ac:spMk id="9" creationId="{DD9A5809-4556-435C-E067-E26A2668E4EA}"/>
          </ac:spMkLst>
        </pc:spChg>
        <pc:picChg chg="add del mod">
          <ac:chgData name="崎維 李" userId="d4390ee11c1fc6cf" providerId="LiveId" clId="{F871F2BB-D075-4B32-9AAC-3E1368496A2F}" dt="2025-04-27T12:34:28.836" v="122" actId="478"/>
          <ac:picMkLst>
            <pc:docMk/>
            <pc:sldMk cId="3381575590" sldId="1351"/>
            <ac:picMk id="4" creationId="{25F4424A-CD67-7841-E758-C72A98DAB5EA}"/>
          </ac:picMkLst>
        </pc:picChg>
        <pc:picChg chg="add mod">
          <ac:chgData name="崎維 李" userId="d4390ee11c1fc6cf" providerId="LiveId" clId="{F871F2BB-D075-4B32-9AAC-3E1368496A2F}" dt="2025-04-27T12:50:29.465" v="351" actId="1076"/>
          <ac:picMkLst>
            <pc:docMk/>
            <pc:sldMk cId="3381575590" sldId="1351"/>
            <ac:picMk id="8" creationId="{79EDCDB7-B129-5447-E9BE-7D5C7AF307ED}"/>
          </ac:picMkLst>
        </pc:picChg>
      </pc:sldChg>
      <pc:sldChg chg="modSp del mod">
        <pc:chgData name="崎維 李" userId="d4390ee11c1fc6cf" providerId="LiveId" clId="{F871F2BB-D075-4B32-9AAC-3E1368496A2F}" dt="2025-04-27T12:56:13.969" v="415" actId="47"/>
        <pc:sldMkLst>
          <pc:docMk/>
          <pc:sldMk cId="583664983" sldId="1368"/>
        </pc:sldMkLst>
        <pc:spChg chg="mod">
          <ac:chgData name="崎維 李" userId="d4390ee11c1fc6cf" providerId="LiveId" clId="{F871F2BB-D075-4B32-9AAC-3E1368496A2F}" dt="2025-04-27T12:32:44.937" v="48"/>
          <ac:spMkLst>
            <pc:docMk/>
            <pc:sldMk cId="583664983" sldId="1368"/>
            <ac:spMk id="5" creationId="{C0213857-7288-DAF7-B382-E9313E01C01B}"/>
          </ac:spMkLst>
        </pc:spChg>
      </pc:sldChg>
      <pc:sldChg chg="del">
        <pc:chgData name="崎維 李" userId="d4390ee11c1fc6cf" providerId="LiveId" clId="{F871F2BB-D075-4B32-9AAC-3E1368496A2F}" dt="2025-04-27T12:32:36.207" v="35" actId="47"/>
        <pc:sldMkLst>
          <pc:docMk/>
          <pc:sldMk cId="937097883" sldId="1369"/>
        </pc:sldMkLst>
      </pc:sldChg>
      <pc:sldChg chg="addSp delSp modSp mod">
        <pc:chgData name="崎維 李" userId="d4390ee11c1fc6cf" providerId="LiveId" clId="{F871F2BB-D075-4B32-9AAC-3E1368496A2F}" dt="2025-04-28T05:06:40.601" v="604" actId="1076"/>
        <pc:sldMkLst>
          <pc:docMk/>
          <pc:sldMk cId="3220393828" sldId="1370"/>
        </pc:sldMkLst>
        <pc:spChg chg="mod">
          <ac:chgData name="崎維 李" userId="d4390ee11c1fc6cf" providerId="LiveId" clId="{F871F2BB-D075-4B32-9AAC-3E1368496A2F}" dt="2025-04-27T12:40:20.521" v="195" actId="20577"/>
          <ac:spMkLst>
            <pc:docMk/>
            <pc:sldMk cId="3220393828" sldId="1370"/>
            <ac:spMk id="2" creationId="{E5B95153-4BA5-12DF-5091-BC817CF0F6FE}"/>
          </ac:spMkLst>
        </pc:spChg>
        <pc:spChg chg="mod">
          <ac:chgData name="崎維 李" userId="d4390ee11c1fc6cf" providerId="LiveId" clId="{F871F2BB-D075-4B32-9AAC-3E1368496A2F}" dt="2025-04-28T05:03:56.664" v="562"/>
          <ac:spMkLst>
            <pc:docMk/>
            <pc:sldMk cId="3220393828" sldId="1370"/>
            <ac:spMk id="5" creationId="{5C370957-60F5-3C6C-BA63-0707FCDE5933}"/>
          </ac:spMkLst>
        </pc:spChg>
        <pc:graphicFrameChg chg="add mod">
          <ac:chgData name="崎維 李" userId="d4390ee11c1fc6cf" providerId="LiveId" clId="{F871F2BB-D075-4B32-9AAC-3E1368496A2F}" dt="2025-04-28T04:43:22.040" v="483" actId="1076"/>
          <ac:graphicFrameMkLst>
            <pc:docMk/>
            <pc:sldMk cId="3220393828" sldId="1370"/>
            <ac:graphicFrameMk id="3" creationId="{223D204C-3B27-36AB-1DF7-278F08330227}"/>
          </ac:graphicFrameMkLst>
        </pc:graphicFrameChg>
        <pc:graphicFrameChg chg="add mod">
          <ac:chgData name="崎維 李" userId="d4390ee11c1fc6cf" providerId="LiveId" clId="{F871F2BB-D075-4B32-9AAC-3E1368496A2F}" dt="2025-04-28T05:06:34.559" v="602" actId="1076"/>
          <ac:graphicFrameMkLst>
            <pc:docMk/>
            <pc:sldMk cId="3220393828" sldId="1370"/>
            <ac:graphicFrameMk id="4" creationId="{32357D4E-48C9-8369-89B7-5322602EC76E}"/>
          </ac:graphicFrameMkLst>
        </pc:graphicFrameChg>
        <pc:graphicFrameChg chg="add mod">
          <ac:chgData name="崎維 李" userId="d4390ee11c1fc6cf" providerId="LiveId" clId="{F871F2BB-D075-4B32-9AAC-3E1368496A2F}" dt="2025-04-28T05:06:40.601" v="604" actId="1076"/>
          <ac:graphicFrameMkLst>
            <pc:docMk/>
            <pc:sldMk cId="3220393828" sldId="1370"/>
            <ac:graphicFrameMk id="8" creationId="{9449D433-50BF-2A43-6BBA-ADE99BF03264}"/>
          </ac:graphicFrameMkLst>
        </pc:graphicFrameChg>
        <pc:picChg chg="del">
          <ac:chgData name="崎維 李" userId="d4390ee11c1fc6cf" providerId="LiveId" clId="{F871F2BB-D075-4B32-9AAC-3E1368496A2F}" dt="2025-04-27T12:38:23.907" v="130" actId="478"/>
          <ac:picMkLst>
            <pc:docMk/>
            <pc:sldMk cId="3220393828" sldId="1370"/>
            <ac:picMk id="6" creationId="{03CEB5BC-6E3A-6296-D37D-0318FDBE979B}"/>
          </ac:picMkLst>
        </pc:picChg>
      </pc:sldChg>
      <pc:sldChg chg="del">
        <pc:chgData name="崎維 李" userId="d4390ee11c1fc6cf" providerId="LiveId" clId="{F871F2BB-D075-4B32-9AAC-3E1368496A2F}" dt="2025-04-27T12:32:37.073" v="36" actId="47"/>
        <pc:sldMkLst>
          <pc:docMk/>
          <pc:sldMk cId="1996696023" sldId="1371"/>
        </pc:sldMkLst>
      </pc:sldChg>
      <pc:sldChg chg="addSp modSp mod">
        <pc:chgData name="崎維 李" userId="d4390ee11c1fc6cf" providerId="LiveId" clId="{F871F2BB-D075-4B32-9AAC-3E1368496A2F}" dt="2025-04-28T05:04:55.410" v="598" actId="20577"/>
        <pc:sldMkLst>
          <pc:docMk/>
          <pc:sldMk cId="3071030646" sldId="1372"/>
        </pc:sldMkLst>
        <pc:spChg chg="mod">
          <ac:chgData name="崎維 李" userId="d4390ee11c1fc6cf" providerId="LiveId" clId="{F871F2BB-D075-4B32-9AAC-3E1368496A2F}" dt="2025-04-27T12:41:35.149" v="209" actId="20577"/>
          <ac:spMkLst>
            <pc:docMk/>
            <pc:sldMk cId="3071030646" sldId="1372"/>
            <ac:spMk id="2" creationId="{BA6081EC-CB72-E78A-0F2D-D612357E5F6B}"/>
          </ac:spMkLst>
        </pc:spChg>
        <pc:spChg chg="add mod">
          <ac:chgData name="崎維 李" userId="d4390ee11c1fc6cf" providerId="LiveId" clId="{F871F2BB-D075-4B32-9AAC-3E1368496A2F}" dt="2025-04-28T05:04:55.410" v="598" actId="20577"/>
          <ac:spMkLst>
            <pc:docMk/>
            <pc:sldMk cId="3071030646" sldId="1372"/>
            <ac:spMk id="3" creationId="{43A56A98-4DAC-5530-A802-2292AECA9E80}"/>
          </ac:spMkLst>
        </pc:spChg>
        <pc:spChg chg="mod">
          <ac:chgData name="崎維 李" userId="d4390ee11c1fc6cf" providerId="LiveId" clId="{F871F2BB-D075-4B32-9AAC-3E1368496A2F}" dt="2025-04-28T05:00:48.502" v="513"/>
          <ac:spMkLst>
            <pc:docMk/>
            <pc:sldMk cId="3071030646" sldId="1372"/>
            <ac:spMk id="5" creationId="{26B1CF91-F5E9-66C3-6D7E-B5D0FD413AC8}"/>
          </ac:spMkLst>
        </pc:spChg>
        <pc:picChg chg="add mod">
          <ac:chgData name="崎維 李" userId="d4390ee11c1fc6cf" providerId="LiveId" clId="{F871F2BB-D075-4B32-9AAC-3E1368496A2F}" dt="2025-04-27T12:46:45.434" v="226" actId="962"/>
          <ac:picMkLst>
            <pc:docMk/>
            <pc:sldMk cId="3071030646" sldId="1372"/>
            <ac:picMk id="4" creationId="{C45E11F1-F388-CC67-2095-363B5893219B}"/>
          </ac:picMkLst>
        </pc:picChg>
      </pc:sldChg>
      <pc:sldChg chg="addSp delSp modSp add mod">
        <pc:chgData name="崎維 李" userId="d4390ee11c1fc6cf" providerId="LiveId" clId="{F871F2BB-D075-4B32-9AAC-3E1368496A2F}" dt="2025-04-27T12:56:52.988" v="434"/>
        <pc:sldMkLst>
          <pc:docMk/>
          <pc:sldMk cId="567767187" sldId="1373"/>
        </pc:sldMkLst>
        <pc:spChg chg="mod">
          <ac:chgData name="崎維 李" userId="d4390ee11c1fc6cf" providerId="LiveId" clId="{F871F2BB-D075-4B32-9AAC-3E1368496A2F}" dt="2025-04-27T12:56:52.988" v="434"/>
          <ac:spMkLst>
            <pc:docMk/>
            <pc:sldMk cId="567767187" sldId="1373"/>
            <ac:spMk id="5" creationId="{541F9209-A5FA-AC5C-CE41-9250AF93B733}"/>
          </ac:spMkLst>
        </pc:spChg>
        <pc:picChg chg="add mod">
          <ac:chgData name="崎維 李" userId="d4390ee11c1fc6cf" providerId="LiveId" clId="{F871F2BB-D075-4B32-9AAC-3E1368496A2F}" dt="2025-04-27T12:56:41.296" v="420" actId="1076"/>
          <ac:picMkLst>
            <pc:docMk/>
            <pc:sldMk cId="567767187" sldId="1373"/>
            <ac:picMk id="4" creationId="{6E73DFD0-C787-DA0E-D103-FCED8B205520}"/>
          </ac:picMkLst>
        </pc:picChg>
        <pc:picChg chg="del">
          <ac:chgData name="崎維 李" userId="d4390ee11c1fc6cf" providerId="LiveId" clId="{F871F2BB-D075-4B32-9AAC-3E1368496A2F}" dt="2025-04-27T12:56:22.133" v="416" actId="478"/>
          <ac:picMkLst>
            <pc:docMk/>
            <pc:sldMk cId="567767187" sldId="1373"/>
            <ac:picMk id="12" creationId="{AF305257-8D68-49C2-BB83-62C0ED48141A}"/>
          </ac:picMkLst>
        </pc:picChg>
      </pc:sldChg>
      <pc:sldChg chg="addSp delSp modSp add mod">
        <pc:chgData name="崎維 李" userId="d4390ee11c1fc6cf" providerId="LiveId" clId="{F871F2BB-D075-4B32-9AAC-3E1368496A2F}" dt="2025-04-28T05:33:14.503" v="763" actId="478"/>
        <pc:sldMkLst>
          <pc:docMk/>
          <pc:sldMk cId="3531968244" sldId="1374"/>
        </pc:sldMkLst>
        <pc:spChg chg="mod">
          <ac:chgData name="崎維 李" userId="d4390ee11c1fc6cf" providerId="LiveId" clId="{F871F2BB-D075-4B32-9AAC-3E1368496A2F}" dt="2025-04-28T05:19:47.551" v="721"/>
          <ac:spMkLst>
            <pc:docMk/>
            <pc:sldMk cId="3531968244" sldId="1374"/>
            <ac:spMk id="2" creationId="{F0988BDC-52FE-6A96-7520-4ACA7A409AFB}"/>
          </ac:spMkLst>
        </pc:spChg>
        <pc:spChg chg="mod">
          <ac:chgData name="崎維 李" userId="d4390ee11c1fc6cf" providerId="LiveId" clId="{F871F2BB-D075-4B32-9AAC-3E1368496A2F}" dt="2025-04-28T05:32:44.016" v="761" actId="20577"/>
          <ac:spMkLst>
            <pc:docMk/>
            <pc:sldMk cId="3531968244" sldId="1374"/>
            <ac:spMk id="5" creationId="{668632FF-8D7A-0032-257C-692E3EBDADD0}"/>
          </ac:spMkLst>
        </pc:spChg>
        <pc:spChg chg="del">
          <ac:chgData name="崎維 李" userId="d4390ee11c1fc6cf" providerId="LiveId" clId="{F871F2BB-D075-4B32-9AAC-3E1368496A2F}" dt="2025-04-28T05:33:14.503" v="763" actId="478"/>
          <ac:spMkLst>
            <pc:docMk/>
            <pc:sldMk cId="3531968244" sldId="1374"/>
            <ac:spMk id="9" creationId="{88166628-8A55-B226-EB4F-DA7020939497}"/>
          </ac:spMkLst>
        </pc:spChg>
        <pc:graphicFrameChg chg="add mod">
          <ac:chgData name="崎維 李" userId="d4390ee11c1fc6cf" providerId="LiveId" clId="{F871F2BB-D075-4B32-9AAC-3E1368496A2F}" dt="2025-04-28T05:20:27.322" v="733" actId="1076"/>
          <ac:graphicFrameMkLst>
            <pc:docMk/>
            <pc:sldMk cId="3531968244" sldId="1374"/>
            <ac:graphicFrameMk id="3" creationId="{AAFD0BB9-1625-3986-BCC3-2D58F73D90B8}"/>
          </ac:graphicFrameMkLst>
        </pc:graphicFrameChg>
        <pc:graphicFrameChg chg="add mod">
          <ac:chgData name="崎維 李" userId="d4390ee11c1fc6cf" providerId="LiveId" clId="{F871F2BB-D075-4B32-9AAC-3E1368496A2F}" dt="2025-04-28T05:20:29.474" v="734" actId="1076"/>
          <ac:graphicFrameMkLst>
            <pc:docMk/>
            <pc:sldMk cId="3531968244" sldId="1374"/>
            <ac:graphicFrameMk id="4" creationId="{3BA3AE92-3FA2-2241-CF5C-BEAAFDE61AFF}"/>
          </ac:graphicFrameMkLst>
        </pc:graphicFrameChg>
        <pc:graphicFrameChg chg="add mod">
          <ac:chgData name="崎維 李" userId="d4390ee11c1fc6cf" providerId="LiveId" clId="{F871F2BB-D075-4B32-9AAC-3E1368496A2F}" dt="2025-04-28T05:20:24.409" v="732" actId="1076"/>
          <ac:graphicFrameMkLst>
            <pc:docMk/>
            <pc:sldMk cId="3531968244" sldId="1374"/>
            <ac:graphicFrameMk id="6" creationId="{D13824EC-E0F1-281E-2E5C-C1B919083032}"/>
          </ac:graphicFrameMkLst>
        </pc:graphicFrameChg>
        <pc:picChg chg="del">
          <ac:chgData name="崎維 李" userId="d4390ee11c1fc6cf" providerId="LiveId" clId="{F871F2BB-D075-4B32-9AAC-3E1368496A2F}" dt="2025-04-28T05:19:50.657" v="722" actId="478"/>
          <ac:picMkLst>
            <pc:docMk/>
            <pc:sldMk cId="3531968244" sldId="1374"/>
            <ac:picMk id="8" creationId="{F35A8929-2AAF-B849-8FAE-F98EEF22DA67}"/>
          </ac:picMkLst>
        </pc:picChg>
      </pc:sldChg>
      <pc:sldChg chg="addSp delSp modSp add mod ord">
        <pc:chgData name="崎維 李" userId="d4390ee11c1fc6cf" providerId="LiveId" clId="{F871F2BB-D075-4B32-9AAC-3E1368496A2F}" dt="2025-04-28T05:33:10.201" v="762" actId="478"/>
        <pc:sldMkLst>
          <pc:docMk/>
          <pc:sldMk cId="2192967920" sldId="1375"/>
        </pc:sldMkLst>
        <pc:spChg chg="mod">
          <ac:chgData name="崎維 李" userId="d4390ee11c1fc6cf" providerId="LiveId" clId="{F871F2BB-D075-4B32-9AAC-3E1368496A2F}" dt="2025-04-28T05:17:19.079" v="670"/>
          <ac:spMkLst>
            <pc:docMk/>
            <pc:sldMk cId="2192967920" sldId="1375"/>
            <ac:spMk id="2" creationId="{459C5CAA-1408-3AC5-AA3B-2638356CA51B}"/>
          </ac:spMkLst>
        </pc:spChg>
        <pc:spChg chg="mod">
          <ac:chgData name="崎維 李" userId="d4390ee11c1fc6cf" providerId="LiveId" clId="{F871F2BB-D075-4B32-9AAC-3E1368496A2F}" dt="2025-04-28T05:21:05.391" v="758" actId="20577"/>
          <ac:spMkLst>
            <pc:docMk/>
            <pc:sldMk cId="2192967920" sldId="1375"/>
            <ac:spMk id="5" creationId="{614E0EF8-1D5E-AB17-6CAB-F4047808AC2C}"/>
          </ac:spMkLst>
        </pc:spChg>
        <pc:spChg chg="del">
          <ac:chgData name="崎維 李" userId="d4390ee11c1fc6cf" providerId="LiveId" clId="{F871F2BB-D075-4B32-9AAC-3E1368496A2F}" dt="2025-04-28T05:33:10.201" v="762" actId="478"/>
          <ac:spMkLst>
            <pc:docMk/>
            <pc:sldMk cId="2192967920" sldId="1375"/>
            <ac:spMk id="9" creationId="{A8A958A7-DD79-33F1-43F3-8208374370FE}"/>
          </ac:spMkLst>
        </pc:spChg>
        <pc:graphicFrameChg chg="add del mod">
          <ac:chgData name="崎維 李" userId="d4390ee11c1fc6cf" providerId="LiveId" clId="{F871F2BB-D075-4B32-9AAC-3E1368496A2F}" dt="2025-04-28T05:18:38.157" v="683" actId="478"/>
          <ac:graphicFrameMkLst>
            <pc:docMk/>
            <pc:sldMk cId="2192967920" sldId="1375"/>
            <ac:graphicFrameMk id="3" creationId="{9449D433-50BF-2A43-6BBA-ADE99BF03264}"/>
          </ac:graphicFrameMkLst>
        </pc:graphicFrameChg>
        <pc:graphicFrameChg chg="add del mod">
          <ac:chgData name="崎維 李" userId="d4390ee11c1fc6cf" providerId="LiveId" clId="{F871F2BB-D075-4B32-9AAC-3E1368496A2F}" dt="2025-04-28T05:18:45.735" v="687" actId="478"/>
          <ac:graphicFrameMkLst>
            <pc:docMk/>
            <pc:sldMk cId="2192967920" sldId="1375"/>
            <ac:graphicFrameMk id="4" creationId="{32357D4E-48C9-8369-89B7-5322602EC76E}"/>
          </ac:graphicFrameMkLst>
        </pc:graphicFrameChg>
        <pc:graphicFrameChg chg="add mod">
          <ac:chgData name="崎維 李" userId="d4390ee11c1fc6cf" providerId="LiveId" clId="{F871F2BB-D075-4B32-9AAC-3E1368496A2F}" dt="2025-04-28T05:18:44.118" v="686" actId="1076"/>
          <ac:graphicFrameMkLst>
            <pc:docMk/>
            <pc:sldMk cId="2192967920" sldId="1375"/>
            <ac:graphicFrameMk id="6" creationId="{AAFD0BB9-1625-3986-BCC3-2D58F73D90B8}"/>
          </ac:graphicFrameMkLst>
        </pc:graphicFrameChg>
        <pc:graphicFrameChg chg="add mod">
          <ac:chgData name="崎維 李" userId="d4390ee11c1fc6cf" providerId="LiveId" clId="{F871F2BB-D075-4B32-9AAC-3E1368496A2F}" dt="2025-04-28T05:18:55.345" v="690" actId="1076"/>
          <ac:graphicFrameMkLst>
            <pc:docMk/>
            <pc:sldMk cId="2192967920" sldId="1375"/>
            <ac:graphicFrameMk id="10" creationId="{3BA3AE92-3FA2-2241-CF5C-BEAAFDE61AFF}"/>
          </ac:graphicFrameMkLst>
        </pc:graphicFrameChg>
        <pc:graphicFrameChg chg="add mod">
          <ac:chgData name="崎維 李" userId="d4390ee11c1fc6cf" providerId="LiveId" clId="{F871F2BB-D075-4B32-9AAC-3E1368496A2F}" dt="2025-04-28T05:19:05.421" v="693" actId="1076"/>
          <ac:graphicFrameMkLst>
            <pc:docMk/>
            <pc:sldMk cId="2192967920" sldId="1375"/>
            <ac:graphicFrameMk id="11" creationId="{D13824EC-E0F1-281E-2E5C-C1B919083032}"/>
          </ac:graphicFrameMkLst>
        </pc:graphicFrameChg>
        <pc:picChg chg="del">
          <ac:chgData name="崎維 李" userId="d4390ee11c1fc6cf" providerId="LiveId" clId="{F871F2BB-D075-4B32-9AAC-3E1368496A2F}" dt="2025-04-28T05:12:29.773" v="644" actId="478"/>
          <ac:picMkLst>
            <pc:docMk/>
            <pc:sldMk cId="2192967920" sldId="1375"/>
            <ac:picMk id="8" creationId="{29D13CE0-38B1-DD67-EB93-FC2B50CB5205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I%20%20FB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I%20%20FB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I%20%20FB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I%20%20FB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I%20%20FB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I%20%20FB2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2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2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2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I</a:t>
            </a:r>
            <a:r>
              <a:rPr lang="en-US" altLang="zh-TW" baseline="0"/>
              <a:t> FB1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工作表1!$D$1:$D$1000</c:f>
              <c:numCache>
                <c:formatCode>General</c:formatCode>
                <c:ptCount val="1000"/>
                <c:pt idx="0">
                  <c:v>1584</c:v>
                </c:pt>
                <c:pt idx="1">
                  <c:v>1614</c:v>
                </c:pt>
                <c:pt idx="2">
                  <c:v>1699</c:v>
                </c:pt>
                <c:pt idx="3">
                  <c:v>1843</c:v>
                </c:pt>
                <c:pt idx="4">
                  <c:v>1775</c:v>
                </c:pt>
                <c:pt idx="5">
                  <c:v>1902</c:v>
                </c:pt>
                <c:pt idx="6">
                  <c:v>2027</c:v>
                </c:pt>
                <c:pt idx="7">
                  <c:v>2058</c:v>
                </c:pt>
                <c:pt idx="8">
                  <c:v>2140</c:v>
                </c:pt>
                <c:pt idx="9">
                  <c:v>2246</c:v>
                </c:pt>
                <c:pt idx="10">
                  <c:v>2306</c:v>
                </c:pt>
                <c:pt idx="11">
                  <c:v>2378</c:v>
                </c:pt>
                <c:pt idx="12">
                  <c:v>2425</c:v>
                </c:pt>
                <c:pt idx="13">
                  <c:v>2481</c:v>
                </c:pt>
                <c:pt idx="14">
                  <c:v>2520</c:v>
                </c:pt>
                <c:pt idx="15">
                  <c:v>2542</c:v>
                </c:pt>
                <c:pt idx="16">
                  <c:v>2563</c:v>
                </c:pt>
                <c:pt idx="17">
                  <c:v>2563</c:v>
                </c:pt>
                <c:pt idx="18">
                  <c:v>2546</c:v>
                </c:pt>
                <c:pt idx="19">
                  <c:v>2526</c:v>
                </c:pt>
                <c:pt idx="20">
                  <c:v>2491</c:v>
                </c:pt>
                <c:pt idx="21">
                  <c:v>2443</c:v>
                </c:pt>
                <c:pt idx="22">
                  <c:v>2290</c:v>
                </c:pt>
                <c:pt idx="23">
                  <c:v>2346</c:v>
                </c:pt>
                <c:pt idx="24">
                  <c:v>2255</c:v>
                </c:pt>
                <c:pt idx="25">
                  <c:v>2121</c:v>
                </c:pt>
                <c:pt idx="26">
                  <c:v>2056</c:v>
                </c:pt>
                <c:pt idx="27">
                  <c:v>1990</c:v>
                </c:pt>
                <c:pt idx="28">
                  <c:v>1891</c:v>
                </c:pt>
                <c:pt idx="29">
                  <c:v>1819</c:v>
                </c:pt>
                <c:pt idx="30">
                  <c:v>1763</c:v>
                </c:pt>
                <c:pt idx="31">
                  <c:v>1691</c:v>
                </c:pt>
                <c:pt idx="32">
                  <c:v>1658</c:v>
                </c:pt>
                <c:pt idx="33">
                  <c:v>1614</c:v>
                </c:pt>
                <c:pt idx="34">
                  <c:v>1588</c:v>
                </c:pt>
                <c:pt idx="35">
                  <c:v>1580</c:v>
                </c:pt>
                <c:pt idx="36">
                  <c:v>1579</c:v>
                </c:pt>
                <c:pt idx="37">
                  <c:v>1594</c:v>
                </c:pt>
                <c:pt idx="38">
                  <c:v>1618</c:v>
                </c:pt>
                <c:pt idx="39">
                  <c:v>1656</c:v>
                </c:pt>
                <c:pt idx="40">
                  <c:v>1862</c:v>
                </c:pt>
                <c:pt idx="41">
                  <c:v>1822</c:v>
                </c:pt>
                <c:pt idx="42">
                  <c:v>1891</c:v>
                </c:pt>
                <c:pt idx="43">
                  <c:v>2008</c:v>
                </c:pt>
                <c:pt idx="44">
                  <c:v>2105</c:v>
                </c:pt>
                <c:pt idx="45">
                  <c:v>2158</c:v>
                </c:pt>
                <c:pt idx="46">
                  <c:v>2239</c:v>
                </c:pt>
                <c:pt idx="47">
                  <c:v>2336</c:v>
                </c:pt>
                <c:pt idx="48">
                  <c:v>2379</c:v>
                </c:pt>
                <c:pt idx="49">
                  <c:v>2438</c:v>
                </c:pt>
                <c:pt idx="50">
                  <c:v>2483</c:v>
                </c:pt>
                <c:pt idx="51">
                  <c:v>2520</c:v>
                </c:pt>
                <c:pt idx="52">
                  <c:v>2543</c:v>
                </c:pt>
                <c:pt idx="53">
                  <c:v>2554</c:v>
                </c:pt>
                <c:pt idx="54">
                  <c:v>2561</c:v>
                </c:pt>
                <c:pt idx="55">
                  <c:v>2543</c:v>
                </c:pt>
                <c:pt idx="56">
                  <c:v>2515</c:v>
                </c:pt>
                <c:pt idx="57">
                  <c:v>2474</c:v>
                </c:pt>
                <c:pt idx="58">
                  <c:v>2432</c:v>
                </c:pt>
                <c:pt idx="59">
                  <c:v>2273</c:v>
                </c:pt>
                <c:pt idx="60">
                  <c:v>2282</c:v>
                </c:pt>
                <c:pt idx="61">
                  <c:v>2246</c:v>
                </c:pt>
                <c:pt idx="62">
                  <c:v>2123</c:v>
                </c:pt>
                <c:pt idx="63">
                  <c:v>2047</c:v>
                </c:pt>
                <c:pt idx="64">
                  <c:v>1960</c:v>
                </c:pt>
                <c:pt idx="65">
                  <c:v>1886</c:v>
                </c:pt>
                <c:pt idx="66">
                  <c:v>1815</c:v>
                </c:pt>
                <c:pt idx="67">
                  <c:v>1750</c:v>
                </c:pt>
                <c:pt idx="68">
                  <c:v>1704</c:v>
                </c:pt>
                <c:pt idx="69">
                  <c:v>1654</c:v>
                </c:pt>
                <c:pt idx="70">
                  <c:v>1621</c:v>
                </c:pt>
                <c:pt idx="71">
                  <c:v>1597</c:v>
                </c:pt>
                <c:pt idx="72">
                  <c:v>1579</c:v>
                </c:pt>
                <c:pt idx="73">
                  <c:v>1586</c:v>
                </c:pt>
                <c:pt idx="74">
                  <c:v>1610</c:v>
                </c:pt>
                <c:pt idx="75">
                  <c:v>1632</c:v>
                </c:pt>
                <c:pt idx="76">
                  <c:v>1672</c:v>
                </c:pt>
                <c:pt idx="77">
                  <c:v>1848</c:v>
                </c:pt>
                <c:pt idx="78">
                  <c:v>1890</c:v>
                </c:pt>
                <c:pt idx="79">
                  <c:v>1907</c:v>
                </c:pt>
                <c:pt idx="80">
                  <c:v>2015</c:v>
                </c:pt>
                <c:pt idx="81">
                  <c:v>2123</c:v>
                </c:pt>
                <c:pt idx="82">
                  <c:v>2175</c:v>
                </c:pt>
                <c:pt idx="83">
                  <c:v>2258</c:v>
                </c:pt>
                <c:pt idx="84">
                  <c:v>2328</c:v>
                </c:pt>
                <c:pt idx="85">
                  <c:v>2390</c:v>
                </c:pt>
                <c:pt idx="86">
                  <c:v>2443</c:v>
                </c:pt>
                <c:pt idx="87">
                  <c:v>2488</c:v>
                </c:pt>
                <c:pt idx="88">
                  <c:v>2527</c:v>
                </c:pt>
                <c:pt idx="89">
                  <c:v>2547</c:v>
                </c:pt>
                <c:pt idx="90">
                  <c:v>2558</c:v>
                </c:pt>
                <c:pt idx="91">
                  <c:v>2554</c:v>
                </c:pt>
                <c:pt idx="92">
                  <c:v>2539</c:v>
                </c:pt>
                <c:pt idx="93">
                  <c:v>2514</c:v>
                </c:pt>
                <c:pt idx="94">
                  <c:v>2478</c:v>
                </c:pt>
                <c:pt idx="95">
                  <c:v>2424</c:v>
                </c:pt>
                <c:pt idx="96">
                  <c:v>2334</c:v>
                </c:pt>
                <c:pt idx="97">
                  <c:v>2257</c:v>
                </c:pt>
                <c:pt idx="98">
                  <c:v>2214</c:v>
                </c:pt>
                <c:pt idx="99">
                  <c:v>2120</c:v>
                </c:pt>
                <c:pt idx="100">
                  <c:v>2022</c:v>
                </c:pt>
                <c:pt idx="101">
                  <c:v>1957</c:v>
                </c:pt>
                <c:pt idx="102">
                  <c:v>1883</c:v>
                </c:pt>
                <c:pt idx="103">
                  <c:v>1794</c:v>
                </c:pt>
                <c:pt idx="104">
                  <c:v>1742</c:v>
                </c:pt>
                <c:pt idx="105">
                  <c:v>1685</c:v>
                </c:pt>
                <c:pt idx="106">
                  <c:v>1641</c:v>
                </c:pt>
                <c:pt idx="107">
                  <c:v>1603</c:v>
                </c:pt>
                <c:pt idx="108">
                  <c:v>1590</c:v>
                </c:pt>
                <c:pt idx="109">
                  <c:v>1579</c:v>
                </c:pt>
                <c:pt idx="110">
                  <c:v>1580</c:v>
                </c:pt>
                <c:pt idx="111">
                  <c:v>1595</c:v>
                </c:pt>
                <c:pt idx="112">
                  <c:v>1626</c:v>
                </c:pt>
                <c:pt idx="113">
                  <c:v>1671</c:v>
                </c:pt>
                <c:pt idx="114">
                  <c:v>1805</c:v>
                </c:pt>
                <c:pt idx="115">
                  <c:v>1874</c:v>
                </c:pt>
                <c:pt idx="116">
                  <c:v>1939</c:v>
                </c:pt>
                <c:pt idx="117">
                  <c:v>2024</c:v>
                </c:pt>
                <c:pt idx="118">
                  <c:v>2120</c:v>
                </c:pt>
                <c:pt idx="119">
                  <c:v>2206</c:v>
                </c:pt>
                <c:pt idx="120">
                  <c:v>2263</c:v>
                </c:pt>
                <c:pt idx="121">
                  <c:v>2344</c:v>
                </c:pt>
                <c:pt idx="122">
                  <c:v>2400</c:v>
                </c:pt>
                <c:pt idx="123">
                  <c:v>2454</c:v>
                </c:pt>
                <c:pt idx="124">
                  <c:v>2507</c:v>
                </c:pt>
                <c:pt idx="125">
                  <c:v>2531</c:v>
                </c:pt>
                <c:pt idx="126">
                  <c:v>2555</c:v>
                </c:pt>
                <c:pt idx="127">
                  <c:v>2566</c:v>
                </c:pt>
                <c:pt idx="128">
                  <c:v>2555</c:v>
                </c:pt>
                <c:pt idx="129">
                  <c:v>2539</c:v>
                </c:pt>
                <c:pt idx="130">
                  <c:v>2511</c:v>
                </c:pt>
                <c:pt idx="131">
                  <c:v>2470</c:v>
                </c:pt>
                <c:pt idx="132">
                  <c:v>2419</c:v>
                </c:pt>
                <c:pt idx="133">
                  <c:v>2351</c:v>
                </c:pt>
                <c:pt idx="134">
                  <c:v>2217</c:v>
                </c:pt>
                <c:pt idx="135">
                  <c:v>2215</c:v>
                </c:pt>
                <c:pt idx="136">
                  <c:v>2099</c:v>
                </c:pt>
                <c:pt idx="137">
                  <c:v>2005</c:v>
                </c:pt>
                <c:pt idx="138">
                  <c:v>1945</c:v>
                </c:pt>
                <c:pt idx="139">
                  <c:v>1867</c:v>
                </c:pt>
                <c:pt idx="140">
                  <c:v>1798</c:v>
                </c:pt>
                <c:pt idx="141">
                  <c:v>1723</c:v>
                </c:pt>
                <c:pt idx="142">
                  <c:v>1683</c:v>
                </c:pt>
                <c:pt idx="143">
                  <c:v>1639</c:v>
                </c:pt>
                <c:pt idx="144">
                  <c:v>1603</c:v>
                </c:pt>
                <c:pt idx="145">
                  <c:v>1591</c:v>
                </c:pt>
                <c:pt idx="146">
                  <c:v>1582</c:v>
                </c:pt>
                <c:pt idx="147">
                  <c:v>1590</c:v>
                </c:pt>
                <c:pt idx="148">
                  <c:v>1611</c:v>
                </c:pt>
                <c:pt idx="149">
                  <c:v>1642</c:v>
                </c:pt>
                <c:pt idx="150">
                  <c:v>1750</c:v>
                </c:pt>
                <c:pt idx="151">
                  <c:v>1806</c:v>
                </c:pt>
                <c:pt idx="152">
                  <c:v>1920</c:v>
                </c:pt>
                <c:pt idx="153">
                  <c:v>1955</c:v>
                </c:pt>
                <c:pt idx="154">
                  <c:v>2026</c:v>
                </c:pt>
                <c:pt idx="155">
                  <c:v>2146</c:v>
                </c:pt>
                <c:pt idx="156">
                  <c:v>2209</c:v>
                </c:pt>
                <c:pt idx="157">
                  <c:v>2273</c:v>
                </c:pt>
                <c:pt idx="158">
                  <c:v>2344</c:v>
                </c:pt>
                <c:pt idx="159">
                  <c:v>2410</c:v>
                </c:pt>
                <c:pt idx="160">
                  <c:v>2459</c:v>
                </c:pt>
                <c:pt idx="161">
                  <c:v>2495</c:v>
                </c:pt>
                <c:pt idx="162">
                  <c:v>2536</c:v>
                </c:pt>
                <c:pt idx="163">
                  <c:v>2548</c:v>
                </c:pt>
                <c:pt idx="164">
                  <c:v>2555</c:v>
                </c:pt>
                <c:pt idx="165">
                  <c:v>2543</c:v>
                </c:pt>
                <c:pt idx="166">
                  <c:v>2528</c:v>
                </c:pt>
                <c:pt idx="167">
                  <c:v>2498</c:v>
                </c:pt>
                <c:pt idx="168">
                  <c:v>2459</c:v>
                </c:pt>
                <c:pt idx="169">
                  <c:v>2370</c:v>
                </c:pt>
                <c:pt idx="170">
                  <c:v>2376</c:v>
                </c:pt>
                <c:pt idx="171">
                  <c:v>2214</c:v>
                </c:pt>
                <c:pt idx="172">
                  <c:v>2163</c:v>
                </c:pt>
                <c:pt idx="173">
                  <c:v>2111</c:v>
                </c:pt>
                <c:pt idx="174">
                  <c:v>1995</c:v>
                </c:pt>
                <c:pt idx="175">
                  <c:v>1920</c:v>
                </c:pt>
                <c:pt idx="176">
                  <c:v>1866</c:v>
                </c:pt>
                <c:pt idx="177">
                  <c:v>1779</c:v>
                </c:pt>
                <c:pt idx="178">
                  <c:v>1727</c:v>
                </c:pt>
                <c:pt idx="179">
                  <c:v>1674</c:v>
                </c:pt>
                <c:pt idx="180">
                  <c:v>1626</c:v>
                </c:pt>
                <c:pt idx="181">
                  <c:v>1598</c:v>
                </c:pt>
                <c:pt idx="182">
                  <c:v>1585</c:v>
                </c:pt>
                <c:pt idx="183">
                  <c:v>1586</c:v>
                </c:pt>
                <c:pt idx="184">
                  <c:v>1589</c:v>
                </c:pt>
                <c:pt idx="185">
                  <c:v>1606</c:v>
                </c:pt>
                <c:pt idx="186">
                  <c:v>1690</c:v>
                </c:pt>
                <c:pt idx="187">
                  <c:v>1766</c:v>
                </c:pt>
                <c:pt idx="188">
                  <c:v>1784</c:v>
                </c:pt>
                <c:pt idx="189">
                  <c:v>1926</c:v>
                </c:pt>
                <c:pt idx="190">
                  <c:v>1995</c:v>
                </c:pt>
                <c:pt idx="191">
                  <c:v>2042</c:v>
                </c:pt>
                <c:pt idx="192">
                  <c:v>2136</c:v>
                </c:pt>
                <c:pt idx="193">
                  <c:v>2235</c:v>
                </c:pt>
                <c:pt idx="194">
                  <c:v>2289</c:v>
                </c:pt>
                <c:pt idx="195">
                  <c:v>2363</c:v>
                </c:pt>
                <c:pt idx="196">
                  <c:v>2440</c:v>
                </c:pt>
                <c:pt idx="197">
                  <c:v>2474</c:v>
                </c:pt>
                <c:pt idx="198">
                  <c:v>2515</c:v>
                </c:pt>
                <c:pt idx="199">
                  <c:v>2543</c:v>
                </c:pt>
                <c:pt idx="200">
                  <c:v>2560</c:v>
                </c:pt>
                <c:pt idx="201">
                  <c:v>2568</c:v>
                </c:pt>
                <c:pt idx="202">
                  <c:v>2551</c:v>
                </c:pt>
                <c:pt idx="203">
                  <c:v>2534</c:v>
                </c:pt>
                <c:pt idx="204">
                  <c:v>2506</c:v>
                </c:pt>
                <c:pt idx="205">
                  <c:v>2450</c:v>
                </c:pt>
                <c:pt idx="206">
                  <c:v>2325</c:v>
                </c:pt>
                <c:pt idx="207">
                  <c:v>2377</c:v>
                </c:pt>
                <c:pt idx="208">
                  <c:v>2219</c:v>
                </c:pt>
                <c:pt idx="209">
                  <c:v>2142</c:v>
                </c:pt>
                <c:pt idx="210">
                  <c:v>2097</c:v>
                </c:pt>
                <c:pt idx="211">
                  <c:v>1995</c:v>
                </c:pt>
                <c:pt idx="212">
                  <c:v>1912</c:v>
                </c:pt>
                <c:pt idx="213">
                  <c:v>1834</c:v>
                </c:pt>
                <c:pt idx="214">
                  <c:v>1771</c:v>
                </c:pt>
                <c:pt idx="215">
                  <c:v>1705</c:v>
                </c:pt>
                <c:pt idx="216">
                  <c:v>1659</c:v>
                </c:pt>
                <c:pt idx="217">
                  <c:v>1623</c:v>
                </c:pt>
                <c:pt idx="218">
                  <c:v>1587</c:v>
                </c:pt>
                <c:pt idx="219">
                  <c:v>1581</c:v>
                </c:pt>
                <c:pt idx="220">
                  <c:v>1579</c:v>
                </c:pt>
                <c:pt idx="221">
                  <c:v>1586</c:v>
                </c:pt>
                <c:pt idx="222">
                  <c:v>1611</c:v>
                </c:pt>
                <c:pt idx="223">
                  <c:v>1694</c:v>
                </c:pt>
                <c:pt idx="224">
                  <c:v>1842</c:v>
                </c:pt>
                <c:pt idx="225">
                  <c:v>1774</c:v>
                </c:pt>
                <c:pt idx="226">
                  <c:v>1896</c:v>
                </c:pt>
                <c:pt idx="227">
                  <c:v>2034</c:v>
                </c:pt>
                <c:pt idx="228">
                  <c:v>2066</c:v>
                </c:pt>
                <c:pt idx="229">
                  <c:v>2136</c:v>
                </c:pt>
                <c:pt idx="230">
                  <c:v>2219</c:v>
                </c:pt>
                <c:pt idx="231">
                  <c:v>2314</c:v>
                </c:pt>
                <c:pt idx="232">
                  <c:v>2371</c:v>
                </c:pt>
                <c:pt idx="233">
                  <c:v>2422</c:v>
                </c:pt>
                <c:pt idx="234">
                  <c:v>2488</c:v>
                </c:pt>
                <c:pt idx="235">
                  <c:v>2518</c:v>
                </c:pt>
                <c:pt idx="236">
                  <c:v>2539</c:v>
                </c:pt>
                <c:pt idx="237">
                  <c:v>2553</c:v>
                </c:pt>
                <c:pt idx="238">
                  <c:v>2555</c:v>
                </c:pt>
                <c:pt idx="239">
                  <c:v>2546</c:v>
                </c:pt>
                <c:pt idx="240">
                  <c:v>2523</c:v>
                </c:pt>
                <c:pt idx="241">
                  <c:v>2485</c:v>
                </c:pt>
                <c:pt idx="242">
                  <c:v>2440</c:v>
                </c:pt>
                <c:pt idx="243">
                  <c:v>2286</c:v>
                </c:pt>
                <c:pt idx="244">
                  <c:v>2329</c:v>
                </c:pt>
                <c:pt idx="245">
                  <c:v>2243</c:v>
                </c:pt>
                <c:pt idx="246">
                  <c:v>2120</c:v>
                </c:pt>
                <c:pt idx="247">
                  <c:v>2074</c:v>
                </c:pt>
                <c:pt idx="248">
                  <c:v>1987</c:v>
                </c:pt>
                <c:pt idx="249">
                  <c:v>1891</c:v>
                </c:pt>
                <c:pt idx="250">
                  <c:v>1841</c:v>
                </c:pt>
                <c:pt idx="251">
                  <c:v>1759</c:v>
                </c:pt>
                <c:pt idx="252">
                  <c:v>1695</c:v>
                </c:pt>
                <c:pt idx="253">
                  <c:v>1663</c:v>
                </c:pt>
                <c:pt idx="254">
                  <c:v>1624</c:v>
                </c:pt>
                <c:pt idx="255">
                  <c:v>1602</c:v>
                </c:pt>
                <c:pt idx="256">
                  <c:v>1587</c:v>
                </c:pt>
                <c:pt idx="257">
                  <c:v>1583</c:v>
                </c:pt>
                <c:pt idx="258">
                  <c:v>1601</c:v>
                </c:pt>
                <c:pt idx="259">
                  <c:v>1624</c:v>
                </c:pt>
                <c:pt idx="260">
                  <c:v>1654</c:v>
                </c:pt>
                <c:pt idx="261">
                  <c:v>1874</c:v>
                </c:pt>
                <c:pt idx="262">
                  <c:v>1822</c:v>
                </c:pt>
                <c:pt idx="263">
                  <c:v>1886</c:v>
                </c:pt>
                <c:pt idx="264">
                  <c:v>1999</c:v>
                </c:pt>
                <c:pt idx="265">
                  <c:v>2098</c:v>
                </c:pt>
                <c:pt idx="266">
                  <c:v>2150</c:v>
                </c:pt>
                <c:pt idx="267">
                  <c:v>2238</c:v>
                </c:pt>
                <c:pt idx="268">
                  <c:v>2329</c:v>
                </c:pt>
                <c:pt idx="269">
                  <c:v>2376</c:v>
                </c:pt>
                <c:pt idx="270">
                  <c:v>2438</c:v>
                </c:pt>
                <c:pt idx="271">
                  <c:v>2483</c:v>
                </c:pt>
                <c:pt idx="272">
                  <c:v>2521</c:v>
                </c:pt>
                <c:pt idx="273">
                  <c:v>2547</c:v>
                </c:pt>
                <c:pt idx="274">
                  <c:v>2558</c:v>
                </c:pt>
                <c:pt idx="275">
                  <c:v>2562</c:v>
                </c:pt>
                <c:pt idx="276">
                  <c:v>2547</c:v>
                </c:pt>
                <c:pt idx="277">
                  <c:v>2520</c:v>
                </c:pt>
                <c:pt idx="278">
                  <c:v>2486</c:v>
                </c:pt>
                <c:pt idx="279">
                  <c:v>2438</c:v>
                </c:pt>
                <c:pt idx="280">
                  <c:v>2275</c:v>
                </c:pt>
                <c:pt idx="281">
                  <c:v>2312</c:v>
                </c:pt>
                <c:pt idx="282">
                  <c:v>2250</c:v>
                </c:pt>
                <c:pt idx="283">
                  <c:v>2127</c:v>
                </c:pt>
                <c:pt idx="284">
                  <c:v>2059</c:v>
                </c:pt>
                <c:pt idx="285">
                  <c:v>1963</c:v>
                </c:pt>
                <c:pt idx="286">
                  <c:v>1887</c:v>
                </c:pt>
                <c:pt idx="287">
                  <c:v>1808</c:v>
                </c:pt>
                <c:pt idx="288">
                  <c:v>1746</c:v>
                </c:pt>
                <c:pt idx="289">
                  <c:v>1690</c:v>
                </c:pt>
                <c:pt idx="290">
                  <c:v>1643</c:v>
                </c:pt>
                <c:pt idx="291">
                  <c:v>1616</c:v>
                </c:pt>
                <c:pt idx="292">
                  <c:v>1589</c:v>
                </c:pt>
                <c:pt idx="293">
                  <c:v>1578</c:v>
                </c:pt>
                <c:pt idx="294">
                  <c:v>1582</c:v>
                </c:pt>
                <c:pt idx="295">
                  <c:v>1595</c:v>
                </c:pt>
                <c:pt idx="296">
                  <c:v>1621</c:v>
                </c:pt>
                <c:pt idx="297">
                  <c:v>1667</c:v>
                </c:pt>
                <c:pt idx="298">
                  <c:v>1854</c:v>
                </c:pt>
                <c:pt idx="299">
                  <c:v>1871</c:v>
                </c:pt>
                <c:pt idx="300">
                  <c:v>1914</c:v>
                </c:pt>
                <c:pt idx="301">
                  <c:v>2015</c:v>
                </c:pt>
                <c:pt idx="302">
                  <c:v>2096</c:v>
                </c:pt>
                <c:pt idx="303">
                  <c:v>2182</c:v>
                </c:pt>
                <c:pt idx="304">
                  <c:v>2264</c:v>
                </c:pt>
                <c:pt idx="305">
                  <c:v>2328</c:v>
                </c:pt>
                <c:pt idx="306">
                  <c:v>2403</c:v>
                </c:pt>
                <c:pt idx="307">
                  <c:v>2447</c:v>
                </c:pt>
                <c:pt idx="308">
                  <c:v>2491</c:v>
                </c:pt>
                <c:pt idx="309">
                  <c:v>2523</c:v>
                </c:pt>
                <c:pt idx="310">
                  <c:v>2547</c:v>
                </c:pt>
                <c:pt idx="311">
                  <c:v>2559</c:v>
                </c:pt>
                <c:pt idx="312">
                  <c:v>2555</c:v>
                </c:pt>
                <c:pt idx="313">
                  <c:v>2542</c:v>
                </c:pt>
                <c:pt idx="314">
                  <c:v>2515</c:v>
                </c:pt>
                <c:pt idx="315">
                  <c:v>2474</c:v>
                </c:pt>
                <c:pt idx="316">
                  <c:v>2411</c:v>
                </c:pt>
                <c:pt idx="317">
                  <c:v>2306</c:v>
                </c:pt>
                <c:pt idx="318">
                  <c:v>2251</c:v>
                </c:pt>
                <c:pt idx="319">
                  <c:v>2227</c:v>
                </c:pt>
                <c:pt idx="320">
                  <c:v>2112</c:v>
                </c:pt>
                <c:pt idx="321">
                  <c:v>2022</c:v>
                </c:pt>
                <c:pt idx="322">
                  <c:v>1968</c:v>
                </c:pt>
                <c:pt idx="323">
                  <c:v>1871</c:v>
                </c:pt>
                <c:pt idx="324">
                  <c:v>1795</c:v>
                </c:pt>
                <c:pt idx="325">
                  <c:v>1742</c:v>
                </c:pt>
                <c:pt idx="326">
                  <c:v>1687</c:v>
                </c:pt>
                <c:pt idx="327">
                  <c:v>1654</c:v>
                </c:pt>
                <c:pt idx="328">
                  <c:v>1610</c:v>
                </c:pt>
                <c:pt idx="329">
                  <c:v>1594</c:v>
                </c:pt>
                <c:pt idx="330">
                  <c:v>1586</c:v>
                </c:pt>
                <c:pt idx="331">
                  <c:v>1587</c:v>
                </c:pt>
                <c:pt idx="332">
                  <c:v>1602</c:v>
                </c:pt>
                <c:pt idx="333">
                  <c:v>1642</c:v>
                </c:pt>
                <c:pt idx="334">
                  <c:v>1679</c:v>
                </c:pt>
                <c:pt idx="335">
                  <c:v>1816</c:v>
                </c:pt>
                <c:pt idx="336">
                  <c:v>1898</c:v>
                </c:pt>
                <c:pt idx="337">
                  <c:v>1927</c:v>
                </c:pt>
                <c:pt idx="338">
                  <c:v>2015</c:v>
                </c:pt>
                <c:pt idx="339">
                  <c:v>2129</c:v>
                </c:pt>
                <c:pt idx="340">
                  <c:v>2192</c:v>
                </c:pt>
                <c:pt idx="341">
                  <c:v>2258</c:v>
                </c:pt>
                <c:pt idx="342">
                  <c:v>2345</c:v>
                </c:pt>
                <c:pt idx="343">
                  <c:v>2395</c:v>
                </c:pt>
                <c:pt idx="344">
                  <c:v>2448</c:v>
                </c:pt>
                <c:pt idx="345">
                  <c:v>2491</c:v>
                </c:pt>
                <c:pt idx="346">
                  <c:v>2523</c:v>
                </c:pt>
                <c:pt idx="347">
                  <c:v>2552</c:v>
                </c:pt>
                <c:pt idx="348">
                  <c:v>2558</c:v>
                </c:pt>
                <c:pt idx="349">
                  <c:v>2551</c:v>
                </c:pt>
                <c:pt idx="350">
                  <c:v>2537</c:v>
                </c:pt>
                <c:pt idx="351">
                  <c:v>2506</c:v>
                </c:pt>
                <c:pt idx="352">
                  <c:v>2467</c:v>
                </c:pt>
                <c:pt idx="353">
                  <c:v>2418</c:v>
                </c:pt>
                <c:pt idx="354">
                  <c:v>2350</c:v>
                </c:pt>
                <c:pt idx="355">
                  <c:v>2251</c:v>
                </c:pt>
                <c:pt idx="356">
                  <c:v>2218</c:v>
                </c:pt>
                <c:pt idx="357">
                  <c:v>2107</c:v>
                </c:pt>
                <c:pt idx="358">
                  <c:v>2018</c:v>
                </c:pt>
                <c:pt idx="359">
                  <c:v>1937</c:v>
                </c:pt>
                <c:pt idx="360">
                  <c:v>1875</c:v>
                </c:pt>
                <c:pt idx="361">
                  <c:v>1795</c:v>
                </c:pt>
                <c:pt idx="362">
                  <c:v>1726</c:v>
                </c:pt>
                <c:pt idx="363">
                  <c:v>1688</c:v>
                </c:pt>
                <c:pt idx="364">
                  <c:v>1638</c:v>
                </c:pt>
                <c:pt idx="365">
                  <c:v>1607</c:v>
                </c:pt>
                <c:pt idx="366">
                  <c:v>1589</c:v>
                </c:pt>
                <c:pt idx="367">
                  <c:v>1579</c:v>
                </c:pt>
                <c:pt idx="368">
                  <c:v>1586</c:v>
                </c:pt>
                <c:pt idx="369">
                  <c:v>1605</c:v>
                </c:pt>
                <c:pt idx="370">
                  <c:v>1637</c:v>
                </c:pt>
                <c:pt idx="371">
                  <c:v>1736</c:v>
                </c:pt>
                <c:pt idx="372">
                  <c:v>1768</c:v>
                </c:pt>
                <c:pt idx="373">
                  <c:v>1940</c:v>
                </c:pt>
                <c:pt idx="374">
                  <c:v>1944</c:v>
                </c:pt>
                <c:pt idx="375">
                  <c:v>2015</c:v>
                </c:pt>
                <c:pt idx="376">
                  <c:v>2146</c:v>
                </c:pt>
                <c:pt idx="377">
                  <c:v>2213</c:v>
                </c:pt>
                <c:pt idx="378">
                  <c:v>2283</c:v>
                </c:pt>
                <c:pt idx="379">
                  <c:v>2348</c:v>
                </c:pt>
                <c:pt idx="380">
                  <c:v>2419</c:v>
                </c:pt>
                <c:pt idx="381">
                  <c:v>2462</c:v>
                </c:pt>
                <c:pt idx="382">
                  <c:v>2504</c:v>
                </c:pt>
                <c:pt idx="383">
                  <c:v>2538</c:v>
                </c:pt>
                <c:pt idx="384">
                  <c:v>2554</c:v>
                </c:pt>
                <c:pt idx="385">
                  <c:v>2565</c:v>
                </c:pt>
                <c:pt idx="386">
                  <c:v>2553</c:v>
                </c:pt>
                <c:pt idx="387">
                  <c:v>2527</c:v>
                </c:pt>
                <c:pt idx="388">
                  <c:v>2499</c:v>
                </c:pt>
                <c:pt idx="389">
                  <c:v>2460</c:v>
                </c:pt>
                <c:pt idx="390">
                  <c:v>2376</c:v>
                </c:pt>
                <c:pt idx="391">
                  <c:v>2362</c:v>
                </c:pt>
                <c:pt idx="392">
                  <c:v>2207</c:v>
                </c:pt>
                <c:pt idx="393">
                  <c:v>2171</c:v>
                </c:pt>
                <c:pt idx="394">
                  <c:v>2107</c:v>
                </c:pt>
                <c:pt idx="395">
                  <c:v>1988</c:v>
                </c:pt>
                <c:pt idx="396">
                  <c:v>1915</c:v>
                </c:pt>
                <c:pt idx="397">
                  <c:v>1858</c:v>
                </c:pt>
                <c:pt idx="398">
                  <c:v>1778</c:v>
                </c:pt>
                <c:pt idx="399">
                  <c:v>1726</c:v>
                </c:pt>
                <c:pt idx="400">
                  <c:v>1667</c:v>
                </c:pt>
                <c:pt idx="401">
                  <c:v>1630</c:v>
                </c:pt>
                <c:pt idx="402">
                  <c:v>1595</c:v>
                </c:pt>
                <c:pt idx="403">
                  <c:v>1582</c:v>
                </c:pt>
                <c:pt idx="404">
                  <c:v>1579</c:v>
                </c:pt>
                <c:pt idx="405">
                  <c:v>1592</c:v>
                </c:pt>
                <c:pt idx="406">
                  <c:v>1611</c:v>
                </c:pt>
                <c:pt idx="407">
                  <c:v>1646</c:v>
                </c:pt>
                <c:pt idx="408">
                  <c:v>1782</c:v>
                </c:pt>
                <c:pt idx="409">
                  <c:v>1758</c:v>
                </c:pt>
                <c:pt idx="410">
                  <c:v>1915</c:v>
                </c:pt>
                <c:pt idx="411">
                  <c:v>2013</c:v>
                </c:pt>
                <c:pt idx="412">
                  <c:v>2040</c:v>
                </c:pt>
                <c:pt idx="413">
                  <c:v>2136</c:v>
                </c:pt>
                <c:pt idx="414">
                  <c:v>2239</c:v>
                </c:pt>
                <c:pt idx="415">
                  <c:v>2287</c:v>
                </c:pt>
                <c:pt idx="416">
                  <c:v>2360</c:v>
                </c:pt>
                <c:pt idx="417">
                  <c:v>2418</c:v>
                </c:pt>
                <c:pt idx="418">
                  <c:v>2467</c:v>
                </c:pt>
                <c:pt idx="419">
                  <c:v>2518</c:v>
                </c:pt>
                <c:pt idx="420">
                  <c:v>2536</c:v>
                </c:pt>
                <c:pt idx="421">
                  <c:v>2558</c:v>
                </c:pt>
                <c:pt idx="422">
                  <c:v>2563</c:v>
                </c:pt>
                <c:pt idx="423">
                  <c:v>2551</c:v>
                </c:pt>
                <c:pt idx="424">
                  <c:v>2528</c:v>
                </c:pt>
                <c:pt idx="425">
                  <c:v>2502</c:v>
                </c:pt>
                <c:pt idx="426">
                  <c:v>2451</c:v>
                </c:pt>
                <c:pt idx="427">
                  <c:v>2355</c:v>
                </c:pt>
                <c:pt idx="428">
                  <c:v>2376</c:v>
                </c:pt>
                <c:pt idx="429">
                  <c:v>2219</c:v>
                </c:pt>
                <c:pt idx="430">
                  <c:v>2160</c:v>
                </c:pt>
                <c:pt idx="431">
                  <c:v>2083</c:v>
                </c:pt>
                <c:pt idx="432">
                  <c:v>2003</c:v>
                </c:pt>
                <c:pt idx="433">
                  <c:v>1918</c:v>
                </c:pt>
                <c:pt idx="434">
                  <c:v>1847</c:v>
                </c:pt>
                <c:pt idx="435">
                  <c:v>1785</c:v>
                </c:pt>
                <c:pt idx="436">
                  <c:v>1711</c:v>
                </c:pt>
                <c:pt idx="437">
                  <c:v>1670</c:v>
                </c:pt>
                <c:pt idx="438">
                  <c:v>1627</c:v>
                </c:pt>
                <c:pt idx="439">
                  <c:v>1600</c:v>
                </c:pt>
                <c:pt idx="440">
                  <c:v>1583</c:v>
                </c:pt>
                <c:pt idx="441">
                  <c:v>1576</c:v>
                </c:pt>
                <c:pt idx="442">
                  <c:v>1590</c:v>
                </c:pt>
                <c:pt idx="443">
                  <c:v>1610</c:v>
                </c:pt>
                <c:pt idx="444">
                  <c:v>1690</c:v>
                </c:pt>
                <c:pt idx="445">
                  <c:v>1830</c:v>
                </c:pt>
                <c:pt idx="446">
                  <c:v>1776</c:v>
                </c:pt>
                <c:pt idx="447">
                  <c:v>1886</c:v>
                </c:pt>
                <c:pt idx="448">
                  <c:v>2017</c:v>
                </c:pt>
                <c:pt idx="449">
                  <c:v>2059</c:v>
                </c:pt>
                <c:pt idx="450">
                  <c:v>2139</c:v>
                </c:pt>
                <c:pt idx="451">
                  <c:v>2218</c:v>
                </c:pt>
                <c:pt idx="452">
                  <c:v>2303</c:v>
                </c:pt>
                <c:pt idx="453">
                  <c:v>2361</c:v>
                </c:pt>
                <c:pt idx="454">
                  <c:v>2424</c:v>
                </c:pt>
                <c:pt idx="455">
                  <c:v>2480</c:v>
                </c:pt>
                <c:pt idx="456">
                  <c:v>2513</c:v>
                </c:pt>
                <c:pt idx="457">
                  <c:v>2543</c:v>
                </c:pt>
                <c:pt idx="458">
                  <c:v>2555</c:v>
                </c:pt>
                <c:pt idx="459">
                  <c:v>2559</c:v>
                </c:pt>
                <c:pt idx="460">
                  <c:v>2550</c:v>
                </c:pt>
                <c:pt idx="461">
                  <c:v>2529</c:v>
                </c:pt>
                <c:pt idx="462">
                  <c:v>2491</c:v>
                </c:pt>
                <c:pt idx="463">
                  <c:v>2450</c:v>
                </c:pt>
                <c:pt idx="464">
                  <c:v>2289</c:v>
                </c:pt>
                <c:pt idx="465">
                  <c:v>2351</c:v>
                </c:pt>
                <c:pt idx="466">
                  <c:v>2242</c:v>
                </c:pt>
                <c:pt idx="467">
                  <c:v>2127</c:v>
                </c:pt>
                <c:pt idx="468">
                  <c:v>2069</c:v>
                </c:pt>
                <c:pt idx="469">
                  <c:v>1987</c:v>
                </c:pt>
                <c:pt idx="470">
                  <c:v>1898</c:v>
                </c:pt>
                <c:pt idx="471">
                  <c:v>1835</c:v>
                </c:pt>
                <c:pt idx="472">
                  <c:v>1755</c:v>
                </c:pt>
                <c:pt idx="473">
                  <c:v>1704</c:v>
                </c:pt>
                <c:pt idx="474">
                  <c:v>1656</c:v>
                </c:pt>
                <c:pt idx="475">
                  <c:v>1620</c:v>
                </c:pt>
                <c:pt idx="476">
                  <c:v>1595</c:v>
                </c:pt>
                <c:pt idx="477">
                  <c:v>1581</c:v>
                </c:pt>
                <c:pt idx="478">
                  <c:v>1584</c:v>
                </c:pt>
                <c:pt idx="479">
                  <c:v>1596</c:v>
                </c:pt>
                <c:pt idx="480">
                  <c:v>1617</c:v>
                </c:pt>
                <c:pt idx="481">
                  <c:v>1662</c:v>
                </c:pt>
                <c:pt idx="482">
                  <c:v>1841</c:v>
                </c:pt>
                <c:pt idx="483">
                  <c:v>1839</c:v>
                </c:pt>
                <c:pt idx="484">
                  <c:v>1894</c:v>
                </c:pt>
                <c:pt idx="485">
                  <c:v>2018</c:v>
                </c:pt>
                <c:pt idx="486">
                  <c:v>2102</c:v>
                </c:pt>
                <c:pt idx="487">
                  <c:v>2160</c:v>
                </c:pt>
                <c:pt idx="488">
                  <c:v>2248</c:v>
                </c:pt>
                <c:pt idx="489">
                  <c:v>2315</c:v>
                </c:pt>
                <c:pt idx="490">
                  <c:v>2382</c:v>
                </c:pt>
                <c:pt idx="491">
                  <c:v>2442</c:v>
                </c:pt>
                <c:pt idx="492">
                  <c:v>2484</c:v>
                </c:pt>
                <c:pt idx="493">
                  <c:v>2528</c:v>
                </c:pt>
                <c:pt idx="494">
                  <c:v>2546</c:v>
                </c:pt>
                <c:pt idx="495">
                  <c:v>2562</c:v>
                </c:pt>
                <c:pt idx="496">
                  <c:v>2559</c:v>
                </c:pt>
                <c:pt idx="497">
                  <c:v>2539</c:v>
                </c:pt>
                <c:pt idx="498">
                  <c:v>2522</c:v>
                </c:pt>
                <c:pt idx="499">
                  <c:v>2483</c:v>
                </c:pt>
                <c:pt idx="500">
                  <c:v>2431</c:v>
                </c:pt>
                <c:pt idx="501">
                  <c:v>2275</c:v>
                </c:pt>
                <c:pt idx="502">
                  <c:v>2314</c:v>
                </c:pt>
                <c:pt idx="503">
                  <c:v>2211</c:v>
                </c:pt>
                <c:pt idx="504">
                  <c:v>2126</c:v>
                </c:pt>
                <c:pt idx="505">
                  <c:v>2056</c:v>
                </c:pt>
                <c:pt idx="506">
                  <c:v>1976</c:v>
                </c:pt>
                <c:pt idx="507">
                  <c:v>1890</c:v>
                </c:pt>
                <c:pt idx="508">
                  <c:v>1813</c:v>
                </c:pt>
                <c:pt idx="509">
                  <c:v>1760</c:v>
                </c:pt>
                <c:pt idx="510">
                  <c:v>1690</c:v>
                </c:pt>
                <c:pt idx="511">
                  <c:v>1648</c:v>
                </c:pt>
                <c:pt idx="512">
                  <c:v>1615</c:v>
                </c:pt>
                <c:pt idx="513">
                  <c:v>1594</c:v>
                </c:pt>
                <c:pt idx="514">
                  <c:v>1582</c:v>
                </c:pt>
                <c:pt idx="515">
                  <c:v>1582</c:v>
                </c:pt>
                <c:pt idx="516">
                  <c:v>1593</c:v>
                </c:pt>
                <c:pt idx="517">
                  <c:v>1624</c:v>
                </c:pt>
                <c:pt idx="518">
                  <c:v>1658</c:v>
                </c:pt>
                <c:pt idx="519">
                  <c:v>1867</c:v>
                </c:pt>
                <c:pt idx="520">
                  <c:v>1866</c:v>
                </c:pt>
                <c:pt idx="521">
                  <c:v>1882</c:v>
                </c:pt>
                <c:pt idx="522">
                  <c:v>2019</c:v>
                </c:pt>
                <c:pt idx="523">
                  <c:v>2091</c:v>
                </c:pt>
                <c:pt idx="524">
                  <c:v>2162</c:v>
                </c:pt>
                <c:pt idx="525">
                  <c:v>2235</c:v>
                </c:pt>
                <c:pt idx="526">
                  <c:v>2327</c:v>
                </c:pt>
                <c:pt idx="527">
                  <c:v>2391</c:v>
                </c:pt>
                <c:pt idx="528">
                  <c:v>2440</c:v>
                </c:pt>
                <c:pt idx="529">
                  <c:v>2488</c:v>
                </c:pt>
                <c:pt idx="530">
                  <c:v>2519</c:v>
                </c:pt>
                <c:pt idx="531">
                  <c:v>2543</c:v>
                </c:pt>
                <c:pt idx="532">
                  <c:v>2561</c:v>
                </c:pt>
                <c:pt idx="533">
                  <c:v>2554</c:v>
                </c:pt>
                <c:pt idx="534">
                  <c:v>2546</c:v>
                </c:pt>
                <c:pt idx="535">
                  <c:v>2527</c:v>
                </c:pt>
                <c:pt idx="536">
                  <c:v>2475</c:v>
                </c:pt>
                <c:pt idx="537">
                  <c:v>2426</c:v>
                </c:pt>
                <c:pt idx="538">
                  <c:v>2303</c:v>
                </c:pt>
                <c:pt idx="539">
                  <c:v>2293</c:v>
                </c:pt>
                <c:pt idx="540">
                  <c:v>2235</c:v>
                </c:pt>
                <c:pt idx="541">
                  <c:v>2120</c:v>
                </c:pt>
                <c:pt idx="542">
                  <c:v>2043</c:v>
                </c:pt>
                <c:pt idx="543">
                  <c:v>1977</c:v>
                </c:pt>
                <c:pt idx="544">
                  <c:v>1880</c:v>
                </c:pt>
                <c:pt idx="545">
                  <c:v>1810</c:v>
                </c:pt>
                <c:pt idx="546">
                  <c:v>1743</c:v>
                </c:pt>
                <c:pt idx="547">
                  <c:v>1696</c:v>
                </c:pt>
                <c:pt idx="548">
                  <c:v>1651</c:v>
                </c:pt>
                <c:pt idx="549">
                  <c:v>1606</c:v>
                </c:pt>
                <c:pt idx="550">
                  <c:v>1595</c:v>
                </c:pt>
                <c:pt idx="551">
                  <c:v>1583</c:v>
                </c:pt>
                <c:pt idx="552">
                  <c:v>1579</c:v>
                </c:pt>
                <c:pt idx="553">
                  <c:v>1600</c:v>
                </c:pt>
                <c:pt idx="554">
                  <c:v>1635</c:v>
                </c:pt>
                <c:pt idx="555">
                  <c:v>1673</c:v>
                </c:pt>
                <c:pt idx="556">
                  <c:v>1818</c:v>
                </c:pt>
                <c:pt idx="557">
                  <c:v>1912</c:v>
                </c:pt>
                <c:pt idx="558">
                  <c:v>1915</c:v>
                </c:pt>
                <c:pt idx="559">
                  <c:v>2022</c:v>
                </c:pt>
                <c:pt idx="560">
                  <c:v>2135</c:v>
                </c:pt>
                <c:pt idx="561">
                  <c:v>2183</c:v>
                </c:pt>
                <c:pt idx="562">
                  <c:v>2259</c:v>
                </c:pt>
                <c:pt idx="563">
                  <c:v>2346</c:v>
                </c:pt>
                <c:pt idx="564">
                  <c:v>2400</c:v>
                </c:pt>
                <c:pt idx="565">
                  <c:v>2461</c:v>
                </c:pt>
                <c:pt idx="566">
                  <c:v>2498</c:v>
                </c:pt>
                <c:pt idx="567">
                  <c:v>2527</c:v>
                </c:pt>
                <c:pt idx="568">
                  <c:v>2551</c:v>
                </c:pt>
                <c:pt idx="569">
                  <c:v>2559</c:v>
                </c:pt>
                <c:pt idx="570">
                  <c:v>2554</c:v>
                </c:pt>
                <c:pt idx="571">
                  <c:v>2536</c:v>
                </c:pt>
                <c:pt idx="572">
                  <c:v>2506</c:v>
                </c:pt>
                <c:pt idx="573">
                  <c:v>2466</c:v>
                </c:pt>
                <c:pt idx="574">
                  <c:v>2410</c:v>
                </c:pt>
                <c:pt idx="575">
                  <c:v>2322</c:v>
                </c:pt>
                <c:pt idx="576">
                  <c:v>2238</c:v>
                </c:pt>
                <c:pt idx="577">
                  <c:v>2200</c:v>
                </c:pt>
                <c:pt idx="578">
                  <c:v>2115</c:v>
                </c:pt>
                <c:pt idx="579">
                  <c:v>2006</c:v>
                </c:pt>
                <c:pt idx="580">
                  <c:v>1936</c:v>
                </c:pt>
                <c:pt idx="581">
                  <c:v>1871</c:v>
                </c:pt>
                <c:pt idx="582">
                  <c:v>1784</c:v>
                </c:pt>
                <c:pt idx="583">
                  <c:v>1726</c:v>
                </c:pt>
                <c:pt idx="584">
                  <c:v>1685</c:v>
                </c:pt>
                <c:pt idx="585">
                  <c:v>1635</c:v>
                </c:pt>
                <c:pt idx="586">
                  <c:v>1610</c:v>
                </c:pt>
                <c:pt idx="587">
                  <c:v>1594</c:v>
                </c:pt>
                <c:pt idx="588">
                  <c:v>1583</c:v>
                </c:pt>
                <c:pt idx="589">
                  <c:v>1589</c:v>
                </c:pt>
                <c:pt idx="590">
                  <c:v>1608</c:v>
                </c:pt>
                <c:pt idx="591">
                  <c:v>1638</c:v>
                </c:pt>
                <c:pt idx="592">
                  <c:v>1739</c:v>
                </c:pt>
                <c:pt idx="593">
                  <c:v>1778</c:v>
                </c:pt>
                <c:pt idx="594">
                  <c:v>1938</c:v>
                </c:pt>
                <c:pt idx="595">
                  <c:v>1947</c:v>
                </c:pt>
                <c:pt idx="596">
                  <c:v>2011</c:v>
                </c:pt>
                <c:pt idx="597">
                  <c:v>2122</c:v>
                </c:pt>
                <c:pt idx="598">
                  <c:v>2219</c:v>
                </c:pt>
                <c:pt idx="599">
                  <c:v>2274</c:v>
                </c:pt>
                <c:pt idx="600">
                  <c:v>2345</c:v>
                </c:pt>
                <c:pt idx="601">
                  <c:v>2418</c:v>
                </c:pt>
                <c:pt idx="602">
                  <c:v>2458</c:v>
                </c:pt>
                <c:pt idx="603">
                  <c:v>2503</c:v>
                </c:pt>
                <c:pt idx="604">
                  <c:v>2533</c:v>
                </c:pt>
                <c:pt idx="605">
                  <c:v>2552</c:v>
                </c:pt>
                <c:pt idx="606">
                  <c:v>2562</c:v>
                </c:pt>
                <c:pt idx="607">
                  <c:v>2551</c:v>
                </c:pt>
                <c:pt idx="608">
                  <c:v>2535</c:v>
                </c:pt>
                <c:pt idx="609">
                  <c:v>2507</c:v>
                </c:pt>
                <c:pt idx="610">
                  <c:v>2463</c:v>
                </c:pt>
                <c:pt idx="611">
                  <c:v>2387</c:v>
                </c:pt>
                <c:pt idx="612">
                  <c:v>2379</c:v>
                </c:pt>
                <c:pt idx="613">
                  <c:v>2216</c:v>
                </c:pt>
                <c:pt idx="614">
                  <c:v>2182</c:v>
                </c:pt>
                <c:pt idx="615">
                  <c:v>2118</c:v>
                </c:pt>
                <c:pt idx="616">
                  <c:v>2003</c:v>
                </c:pt>
                <c:pt idx="617">
                  <c:v>1937</c:v>
                </c:pt>
                <c:pt idx="618">
                  <c:v>1850</c:v>
                </c:pt>
                <c:pt idx="619">
                  <c:v>1782</c:v>
                </c:pt>
                <c:pt idx="620">
                  <c:v>1727</c:v>
                </c:pt>
                <c:pt idx="621">
                  <c:v>1675</c:v>
                </c:pt>
                <c:pt idx="622">
                  <c:v>1638</c:v>
                </c:pt>
                <c:pt idx="623">
                  <c:v>1599</c:v>
                </c:pt>
                <c:pt idx="624">
                  <c:v>1583</c:v>
                </c:pt>
                <c:pt idx="625">
                  <c:v>1579</c:v>
                </c:pt>
                <c:pt idx="626">
                  <c:v>1586</c:v>
                </c:pt>
                <c:pt idx="627">
                  <c:v>1603</c:v>
                </c:pt>
                <c:pt idx="628">
                  <c:v>1683</c:v>
                </c:pt>
                <c:pt idx="629">
                  <c:v>1768</c:v>
                </c:pt>
                <c:pt idx="630">
                  <c:v>1757</c:v>
                </c:pt>
                <c:pt idx="631">
                  <c:v>1915</c:v>
                </c:pt>
                <c:pt idx="632">
                  <c:v>1991</c:v>
                </c:pt>
                <c:pt idx="633">
                  <c:v>2030</c:v>
                </c:pt>
                <c:pt idx="634">
                  <c:v>2136</c:v>
                </c:pt>
                <c:pt idx="635">
                  <c:v>2232</c:v>
                </c:pt>
                <c:pt idx="636">
                  <c:v>2282</c:v>
                </c:pt>
                <c:pt idx="637">
                  <c:v>2363</c:v>
                </c:pt>
                <c:pt idx="638">
                  <c:v>2415</c:v>
                </c:pt>
                <c:pt idx="639">
                  <c:v>2466</c:v>
                </c:pt>
                <c:pt idx="640">
                  <c:v>2507</c:v>
                </c:pt>
                <c:pt idx="641">
                  <c:v>2539</c:v>
                </c:pt>
                <c:pt idx="642">
                  <c:v>2559</c:v>
                </c:pt>
                <c:pt idx="643">
                  <c:v>2563</c:v>
                </c:pt>
                <c:pt idx="644">
                  <c:v>2550</c:v>
                </c:pt>
                <c:pt idx="645">
                  <c:v>2529</c:v>
                </c:pt>
                <c:pt idx="646">
                  <c:v>2499</c:v>
                </c:pt>
                <c:pt idx="647">
                  <c:v>2456</c:v>
                </c:pt>
                <c:pt idx="648">
                  <c:v>2347</c:v>
                </c:pt>
                <c:pt idx="649">
                  <c:v>2379</c:v>
                </c:pt>
                <c:pt idx="650">
                  <c:v>2254</c:v>
                </c:pt>
                <c:pt idx="651">
                  <c:v>2146</c:v>
                </c:pt>
                <c:pt idx="652">
                  <c:v>2079</c:v>
                </c:pt>
                <c:pt idx="653">
                  <c:v>2001</c:v>
                </c:pt>
                <c:pt idx="654">
                  <c:v>1903</c:v>
                </c:pt>
                <c:pt idx="655">
                  <c:v>1842</c:v>
                </c:pt>
                <c:pt idx="656">
                  <c:v>1778</c:v>
                </c:pt>
                <c:pt idx="657">
                  <c:v>1707</c:v>
                </c:pt>
                <c:pt idx="658">
                  <c:v>1671</c:v>
                </c:pt>
                <c:pt idx="659">
                  <c:v>1619</c:v>
                </c:pt>
                <c:pt idx="660">
                  <c:v>1594</c:v>
                </c:pt>
                <c:pt idx="661">
                  <c:v>1586</c:v>
                </c:pt>
                <c:pt idx="662">
                  <c:v>1582</c:v>
                </c:pt>
                <c:pt idx="663">
                  <c:v>1593</c:v>
                </c:pt>
                <c:pt idx="664">
                  <c:v>1616</c:v>
                </c:pt>
                <c:pt idx="665">
                  <c:v>1699</c:v>
                </c:pt>
                <c:pt idx="666">
                  <c:v>1826</c:v>
                </c:pt>
                <c:pt idx="667">
                  <c:v>1765</c:v>
                </c:pt>
                <c:pt idx="668">
                  <c:v>1917</c:v>
                </c:pt>
                <c:pt idx="669">
                  <c:v>1995</c:v>
                </c:pt>
                <c:pt idx="670">
                  <c:v>2074</c:v>
                </c:pt>
                <c:pt idx="671">
                  <c:v>2145</c:v>
                </c:pt>
                <c:pt idx="672">
                  <c:v>2229</c:v>
                </c:pt>
                <c:pt idx="673">
                  <c:v>2315</c:v>
                </c:pt>
                <c:pt idx="674">
                  <c:v>2366</c:v>
                </c:pt>
                <c:pt idx="675">
                  <c:v>2427</c:v>
                </c:pt>
                <c:pt idx="676">
                  <c:v>2475</c:v>
                </c:pt>
                <c:pt idx="677">
                  <c:v>2514</c:v>
                </c:pt>
                <c:pt idx="678">
                  <c:v>2538</c:v>
                </c:pt>
                <c:pt idx="679">
                  <c:v>2551</c:v>
                </c:pt>
                <c:pt idx="680">
                  <c:v>2559</c:v>
                </c:pt>
                <c:pt idx="681">
                  <c:v>2552</c:v>
                </c:pt>
                <c:pt idx="682">
                  <c:v>2523</c:v>
                </c:pt>
                <c:pt idx="683">
                  <c:v>2483</c:v>
                </c:pt>
                <c:pt idx="684">
                  <c:v>2446</c:v>
                </c:pt>
                <c:pt idx="685">
                  <c:v>2290</c:v>
                </c:pt>
                <c:pt idx="686">
                  <c:v>2330</c:v>
                </c:pt>
                <c:pt idx="687">
                  <c:v>2243</c:v>
                </c:pt>
                <c:pt idx="688">
                  <c:v>2137</c:v>
                </c:pt>
                <c:pt idx="689">
                  <c:v>2081</c:v>
                </c:pt>
                <c:pt idx="690">
                  <c:v>1974</c:v>
                </c:pt>
                <c:pt idx="691">
                  <c:v>1899</c:v>
                </c:pt>
                <c:pt idx="692">
                  <c:v>1837</c:v>
                </c:pt>
                <c:pt idx="693">
                  <c:v>1771</c:v>
                </c:pt>
                <c:pt idx="694">
                  <c:v>1714</c:v>
                </c:pt>
                <c:pt idx="695">
                  <c:v>1661</c:v>
                </c:pt>
                <c:pt idx="696">
                  <c:v>1627</c:v>
                </c:pt>
                <c:pt idx="697">
                  <c:v>1595</c:v>
                </c:pt>
                <c:pt idx="698">
                  <c:v>1577</c:v>
                </c:pt>
                <c:pt idx="699">
                  <c:v>1579</c:v>
                </c:pt>
                <c:pt idx="700">
                  <c:v>1596</c:v>
                </c:pt>
                <c:pt idx="701">
                  <c:v>1617</c:v>
                </c:pt>
                <c:pt idx="702">
                  <c:v>1651</c:v>
                </c:pt>
                <c:pt idx="703">
                  <c:v>1856</c:v>
                </c:pt>
                <c:pt idx="704">
                  <c:v>1802</c:v>
                </c:pt>
                <c:pt idx="705">
                  <c:v>1891</c:v>
                </c:pt>
                <c:pt idx="706">
                  <c:v>2014</c:v>
                </c:pt>
                <c:pt idx="707">
                  <c:v>2083</c:v>
                </c:pt>
                <c:pt idx="708">
                  <c:v>2147</c:v>
                </c:pt>
                <c:pt idx="709">
                  <c:v>2242</c:v>
                </c:pt>
                <c:pt idx="710">
                  <c:v>2310</c:v>
                </c:pt>
                <c:pt idx="711">
                  <c:v>2377</c:v>
                </c:pt>
                <c:pt idx="712">
                  <c:v>2428</c:v>
                </c:pt>
                <c:pt idx="713">
                  <c:v>2488</c:v>
                </c:pt>
                <c:pt idx="714">
                  <c:v>2526</c:v>
                </c:pt>
                <c:pt idx="715">
                  <c:v>2546</c:v>
                </c:pt>
                <c:pt idx="716">
                  <c:v>2564</c:v>
                </c:pt>
                <c:pt idx="717">
                  <c:v>2561</c:v>
                </c:pt>
                <c:pt idx="718">
                  <c:v>2546</c:v>
                </c:pt>
                <c:pt idx="719">
                  <c:v>2530</c:v>
                </c:pt>
                <c:pt idx="720">
                  <c:v>2494</c:v>
                </c:pt>
                <c:pt idx="721">
                  <c:v>2442</c:v>
                </c:pt>
                <c:pt idx="722">
                  <c:v>2318</c:v>
                </c:pt>
                <c:pt idx="723">
                  <c:v>2311</c:v>
                </c:pt>
                <c:pt idx="724">
                  <c:v>2233</c:v>
                </c:pt>
                <c:pt idx="725">
                  <c:v>2123</c:v>
                </c:pt>
                <c:pt idx="726">
                  <c:v>2054</c:v>
                </c:pt>
                <c:pt idx="727">
                  <c:v>1983</c:v>
                </c:pt>
                <c:pt idx="728">
                  <c:v>1888</c:v>
                </c:pt>
                <c:pt idx="729">
                  <c:v>1818</c:v>
                </c:pt>
                <c:pt idx="730">
                  <c:v>1759</c:v>
                </c:pt>
                <c:pt idx="731">
                  <c:v>1687</c:v>
                </c:pt>
                <c:pt idx="732">
                  <c:v>1649</c:v>
                </c:pt>
                <c:pt idx="733">
                  <c:v>1614</c:v>
                </c:pt>
                <c:pt idx="734">
                  <c:v>1593</c:v>
                </c:pt>
                <c:pt idx="735">
                  <c:v>1579</c:v>
                </c:pt>
                <c:pt idx="736">
                  <c:v>1576</c:v>
                </c:pt>
                <c:pt idx="737">
                  <c:v>1592</c:v>
                </c:pt>
                <c:pt idx="738">
                  <c:v>1622</c:v>
                </c:pt>
                <c:pt idx="739">
                  <c:v>1658</c:v>
                </c:pt>
                <c:pt idx="740">
                  <c:v>1870</c:v>
                </c:pt>
                <c:pt idx="741">
                  <c:v>1834</c:v>
                </c:pt>
                <c:pt idx="742">
                  <c:v>1913</c:v>
                </c:pt>
                <c:pt idx="743">
                  <c:v>2025</c:v>
                </c:pt>
                <c:pt idx="744">
                  <c:v>2099</c:v>
                </c:pt>
                <c:pt idx="745">
                  <c:v>2174</c:v>
                </c:pt>
                <c:pt idx="746">
                  <c:v>2247</c:v>
                </c:pt>
                <c:pt idx="747">
                  <c:v>2334</c:v>
                </c:pt>
                <c:pt idx="748">
                  <c:v>2379</c:v>
                </c:pt>
                <c:pt idx="749">
                  <c:v>2442</c:v>
                </c:pt>
                <c:pt idx="750">
                  <c:v>2495</c:v>
                </c:pt>
                <c:pt idx="751">
                  <c:v>2523</c:v>
                </c:pt>
                <c:pt idx="752">
                  <c:v>2552</c:v>
                </c:pt>
                <c:pt idx="753">
                  <c:v>2558</c:v>
                </c:pt>
                <c:pt idx="754">
                  <c:v>2555</c:v>
                </c:pt>
                <c:pt idx="755">
                  <c:v>2541</c:v>
                </c:pt>
                <c:pt idx="756">
                  <c:v>2514</c:v>
                </c:pt>
                <c:pt idx="757">
                  <c:v>2474</c:v>
                </c:pt>
                <c:pt idx="758">
                  <c:v>2427</c:v>
                </c:pt>
                <c:pt idx="759">
                  <c:v>2287</c:v>
                </c:pt>
                <c:pt idx="760">
                  <c:v>2264</c:v>
                </c:pt>
                <c:pt idx="761">
                  <c:v>2246</c:v>
                </c:pt>
                <c:pt idx="762">
                  <c:v>2099</c:v>
                </c:pt>
                <c:pt idx="763">
                  <c:v>2029</c:v>
                </c:pt>
                <c:pt idx="764">
                  <c:v>1976</c:v>
                </c:pt>
                <c:pt idx="765">
                  <c:v>1890</c:v>
                </c:pt>
                <c:pt idx="766">
                  <c:v>1809</c:v>
                </c:pt>
                <c:pt idx="767">
                  <c:v>1738</c:v>
                </c:pt>
                <c:pt idx="768">
                  <c:v>1697</c:v>
                </c:pt>
                <c:pt idx="769">
                  <c:v>1650</c:v>
                </c:pt>
                <c:pt idx="770">
                  <c:v>1613</c:v>
                </c:pt>
                <c:pt idx="771">
                  <c:v>1600</c:v>
                </c:pt>
                <c:pt idx="772">
                  <c:v>1586</c:v>
                </c:pt>
                <c:pt idx="773">
                  <c:v>1592</c:v>
                </c:pt>
                <c:pt idx="774">
                  <c:v>1603</c:v>
                </c:pt>
                <c:pt idx="775">
                  <c:v>1629</c:v>
                </c:pt>
                <c:pt idx="776">
                  <c:v>1675</c:v>
                </c:pt>
                <c:pt idx="777">
                  <c:v>1842</c:v>
                </c:pt>
                <c:pt idx="778">
                  <c:v>1897</c:v>
                </c:pt>
                <c:pt idx="779">
                  <c:v>1907</c:v>
                </c:pt>
                <c:pt idx="780">
                  <c:v>2022</c:v>
                </c:pt>
                <c:pt idx="781">
                  <c:v>2128</c:v>
                </c:pt>
                <c:pt idx="782">
                  <c:v>2174</c:v>
                </c:pt>
                <c:pt idx="783">
                  <c:v>2258</c:v>
                </c:pt>
                <c:pt idx="784">
                  <c:v>2327</c:v>
                </c:pt>
                <c:pt idx="785">
                  <c:v>2398</c:v>
                </c:pt>
                <c:pt idx="786">
                  <c:v>2447</c:v>
                </c:pt>
                <c:pt idx="787">
                  <c:v>2491</c:v>
                </c:pt>
                <c:pt idx="788">
                  <c:v>2527</c:v>
                </c:pt>
                <c:pt idx="789">
                  <c:v>2547</c:v>
                </c:pt>
                <c:pt idx="790">
                  <c:v>2559</c:v>
                </c:pt>
                <c:pt idx="791">
                  <c:v>2560</c:v>
                </c:pt>
                <c:pt idx="792">
                  <c:v>2538</c:v>
                </c:pt>
                <c:pt idx="793">
                  <c:v>2507</c:v>
                </c:pt>
                <c:pt idx="794">
                  <c:v>2478</c:v>
                </c:pt>
                <c:pt idx="795">
                  <c:v>2418</c:v>
                </c:pt>
                <c:pt idx="796">
                  <c:v>2335</c:v>
                </c:pt>
                <c:pt idx="797">
                  <c:v>2235</c:v>
                </c:pt>
                <c:pt idx="798">
                  <c:v>2209</c:v>
                </c:pt>
                <c:pt idx="799">
                  <c:v>2127</c:v>
                </c:pt>
                <c:pt idx="800">
                  <c:v>2010</c:v>
                </c:pt>
                <c:pt idx="801">
                  <c:v>1947</c:v>
                </c:pt>
                <c:pt idx="802">
                  <c:v>1878</c:v>
                </c:pt>
                <c:pt idx="803">
                  <c:v>1787</c:v>
                </c:pt>
                <c:pt idx="804">
                  <c:v>1738</c:v>
                </c:pt>
                <c:pt idx="805">
                  <c:v>1680</c:v>
                </c:pt>
                <c:pt idx="806">
                  <c:v>1634</c:v>
                </c:pt>
                <c:pt idx="807">
                  <c:v>1603</c:v>
                </c:pt>
                <c:pt idx="808">
                  <c:v>1586</c:v>
                </c:pt>
                <c:pt idx="809">
                  <c:v>1579</c:v>
                </c:pt>
                <c:pt idx="810">
                  <c:v>1578</c:v>
                </c:pt>
                <c:pt idx="811">
                  <c:v>1595</c:v>
                </c:pt>
                <c:pt idx="812">
                  <c:v>1631</c:v>
                </c:pt>
                <c:pt idx="813">
                  <c:v>1718</c:v>
                </c:pt>
                <c:pt idx="814">
                  <c:v>1802</c:v>
                </c:pt>
                <c:pt idx="815">
                  <c:v>1922</c:v>
                </c:pt>
                <c:pt idx="816">
                  <c:v>1938</c:v>
                </c:pt>
                <c:pt idx="817">
                  <c:v>2013</c:v>
                </c:pt>
                <c:pt idx="818">
                  <c:v>2122</c:v>
                </c:pt>
                <c:pt idx="819">
                  <c:v>2211</c:v>
                </c:pt>
                <c:pt idx="820">
                  <c:v>2263</c:v>
                </c:pt>
                <c:pt idx="821">
                  <c:v>2351</c:v>
                </c:pt>
                <c:pt idx="822">
                  <c:v>2419</c:v>
                </c:pt>
                <c:pt idx="823">
                  <c:v>2462</c:v>
                </c:pt>
                <c:pt idx="824">
                  <c:v>2507</c:v>
                </c:pt>
                <c:pt idx="825">
                  <c:v>2533</c:v>
                </c:pt>
                <c:pt idx="826">
                  <c:v>2555</c:v>
                </c:pt>
                <c:pt idx="827">
                  <c:v>2566</c:v>
                </c:pt>
                <c:pt idx="828">
                  <c:v>2555</c:v>
                </c:pt>
                <c:pt idx="829">
                  <c:v>2539</c:v>
                </c:pt>
                <c:pt idx="830">
                  <c:v>2513</c:v>
                </c:pt>
                <c:pt idx="831">
                  <c:v>2458</c:v>
                </c:pt>
                <c:pt idx="832">
                  <c:v>2391</c:v>
                </c:pt>
                <c:pt idx="833">
                  <c:v>2370</c:v>
                </c:pt>
                <c:pt idx="834">
                  <c:v>2219</c:v>
                </c:pt>
                <c:pt idx="835">
                  <c:v>2178</c:v>
                </c:pt>
                <c:pt idx="836">
                  <c:v>2117</c:v>
                </c:pt>
                <c:pt idx="837">
                  <c:v>2018</c:v>
                </c:pt>
                <c:pt idx="838">
                  <c:v>1930</c:v>
                </c:pt>
                <c:pt idx="839">
                  <c:v>1850</c:v>
                </c:pt>
                <c:pt idx="840">
                  <c:v>1783</c:v>
                </c:pt>
                <c:pt idx="841">
                  <c:v>1720</c:v>
                </c:pt>
                <c:pt idx="842">
                  <c:v>1675</c:v>
                </c:pt>
                <c:pt idx="843">
                  <c:v>1631</c:v>
                </c:pt>
                <c:pt idx="844">
                  <c:v>1598</c:v>
                </c:pt>
                <c:pt idx="845">
                  <c:v>1590</c:v>
                </c:pt>
                <c:pt idx="846">
                  <c:v>1579</c:v>
                </c:pt>
                <c:pt idx="847">
                  <c:v>1586</c:v>
                </c:pt>
                <c:pt idx="848">
                  <c:v>1611</c:v>
                </c:pt>
                <c:pt idx="849">
                  <c:v>1689</c:v>
                </c:pt>
                <c:pt idx="850">
                  <c:v>1773</c:v>
                </c:pt>
                <c:pt idx="851">
                  <c:v>1755</c:v>
                </c:pt>
                <c:pt idx="852">
                  <c:v>1931</c:v>
                </c:pt>
                <c:pt idx="853">
                  <c:v>1994</c:v>
                </c:pt>
                <c:pt idx="854">
                  <c:v>2031</c:v>
                </c:pt>
                <c:pt idx="855">
                  <c:v>2137</c:v>
                </c:pt>
                <c:pt idx="856">
                  <c:v>2210</c:v>
                </c:pt>
                <c:pt idx="857">
                  <c:v>2294</c:v>
                </c:pt>
                <c:pt idx="858">
                  <c:v>2357</c:v>
                </c:pt>
                <c:pt idx="859">
                  <c:v>2413</c:v>
                </c:pt>
                <c:pt idx="860">
                  <c:v>2472</c:v>
                </c:pt>
                <c:pt idx="861">
                  <c:v>2506</c:v>
                </c:pt>
                <c:pt idx="862">
                  <c:v>2534</c:v>
                </c:pt>
                <c:pt idx="863">
                  <c:v>2547</c:v>
                </c:pt>
                <c:pt idx="864">
                  <c:v>2555</c:v>
                </c:pt>
                <c:pt idx="865">
                  <c:v>2547</c:v>
                </c:pt>
                <c:pt idx="866">
                  <c:v>2527</c:v>
                </c:pt>
                <c:pt idx="867">
                  <c:v>2494</c:v>
                </c:pt>
                <c:pt idx="868">
                  <c:v>2451</c:v>
                </c:pt>
                <c:pt idx="869">
                  <c:v>2347</c:v>
                </c:pt>
                <c:pt idx="870">
                  <c:v>2355</c:v>
                </c:pt>
                <c:pt idx="871">
                  <c:v>2234</c:v>
                </c:pt>
                <c:pt idx="872">
                  <c:v>2152</c:v>
                </c:pt>
                <c:pt idx="873">
                  <c:v>2098</c:v>
                </c:pt>
                <c:pt idx="874">
                  <c:v>2000</c:v>
                </c:pt>
                <c:pt idx="875">
                  <c:v>1912</c:v>
                </c:pt>
                <c:pt idx="876">
                  <c:v>1856</c:v>
                </c:pt>
                <c:pt idx="877">
                  <c:v>1770</c:v>
                </c:pt>
                <c:pt idx="878">
                  <c:v>1715</c:v>
                </c:pt>
                <c:pt idx="879">
                  <c:v>1675</c:v>
                </c:pt>
                <c:pt idx="880">
                  <c:v>1627</c:v>
                </c:pt>
                <c:pt idx="881">
                  <c:v>1602</c:v>
                </c:pt>
                <c:pt idx="882">
                  <c:v>1585</c:v>
                </c:pt>
                <c:pt idx="883">
                  <c:v>1578</c:v>
                </c:pt>
                <c:pt idx="884">
                  <c:v>1592</c:v>
                </c:pt>
                <c:pt idx="885">
                  <c:v>1610</c:v>
                </c:pt>
                <c:pt idx="886">
                  <c:v>1699</c:v>
                </c:pt>
                <c:pt idx="887">
                  <c:v>1812</c:v>
                </c:pt>
                <c:pt idx="888">
                  <c:v>1754</c:v>
                </c:pt>
                <c:pt idx="889">
                  <c:v>1891</c:v>
                </c:pt>
                <c:pt idx="890">
                  <c:v>1992</c:v>
                </c:pt>
                <c:pt idx="891">
                  <c:v>2066</c:v>
                </c:pt>
                <c:pt idx="892">
                  <c:v>2135</c:v>
                </c:pt>
                <c:pt idx="893">
                  <c:v>2233</c:v>
                </c:pt>
                <c:pt idx="894">
                  <c:v>2306</c:v>
                </c:pt>
                <c:pt idx="895">
                  <c:v>2368</c:v>
                </c:pt>
                <c:pt idx="896">
                  <c:v>2433</c:v>
                </c:pt>
                <c:pt idx="897">
                  <c:v>2476</c:v>
                </c:pt>
                <c:pt idx="898">
                  <c:v>2520</c:v>
                </c:pt>
                <c:pt idx="899">
                  <c:v>2546</c:v>
                </c:pt>
                <c:pt idx="900">
                  <c:v>2562</c:v>
                </c:pt>
                <c:pt idx="901">
                  <c:v>2565</c:v>
                </c:pt>
                <c:pt idx="902">
                  <c:v>2552</c:v>
                </c:pt>
                <c:pt idx="903">
                  <c:v>2527</c:v>
                </c:pt>
                <c:pt idx="904">
                  <c:v>2499</c:v>
                </c:pt>
                <c:pt idx="905">
                  <c:v>2451</c:v>
                </c:pt>
                <c:pt idx="906">
                  <c:v>2304</c:v>
                </c:pt>
                <c:pt idx="907">
                  <c:v>2368</c:v>
                </c:pt>
                <c:pt idx="908">
                  <c:v>2227</c:v>
                </c:pt>
                <c:pt idx="909">
                  <c:v>2147</c:v>
                </c:pt>
                <c:pt idx="910">
                  <c:v>2082</c:v>
                </c:pt>
                <c:pt idx="911">
                  <c:v>1982</c:v>
                </c:pt>
                <c:pt idx="912">
                  <c:v>1903</c:v>
                </c:pt>
                <c:pt idx="913">
                  <c:v>1821</c:v>
                </c:pt>
                <c:pt idx="914">
                  <c:v>1763</c:v>
                </c:pt>
                <c:pt idx="915">
                  <c:v>1702</c:v>
                </c:pt>
                <c:pt idx="916">
                  <c:v>1658</c:v>
                </c:pt>
                <c:pt idx="917">
                  <c:v>1623</c:v>
                </c:pt>
                <c:pt idx="918">
                  <c:v>1592</c:v>
                </c:pt>
                <c:pt idx="919">
                  <c:v>1578</c:v>
                </c:pt>
                <c:pt idx="920">
                  <c:v>1578</c:v>
                </c:pt>
                <c:pt idx="921">
                  <c:v>1589</c:v>
                </c:pt>
                <c:pt idx="922">
                  <c:v>1616</c:v>
                </c:pt>
                <c:pt idx="923">
                  <c:v>1659</c:v>
                </c:pt>
                <c:pt idx="924">
                  <c:v>1859</c:v>
                </c:pt>
                <c:pt idx="925">
                  <c:v>1816</c:v>
                </c:pt>
                <c:pt idx="926">
                  <c:v>1906</c:v>
                </c:pt>
                <c:pt idx="927">
                  <c:v>2011</c:v>
                </c:pt>
                <c:pt idx="928">
                  <c:v>2066</c:v>
                </c:pt>
                <c:pt idx="929">
                  <c:v>2163</c:v>
                </c:pt>
                <c:pt idx="930">
                  <c:v>2248</c:v>
                </c:pt>
                <c:pt idx="931">
                  <c:v>2312</c:v>
                </c:pt>
                <c:pt idx="932">
                  <c:v>2382</c:v>
                </c:pt>
                <c:pt idx="933">
                  <c:v>2426</c:v>
                </c:pt>
                <c:pt idx="934">
                  <c:v>2486</c:v>
                </c:pt>
                <c:pt idx="935">
                  <c:v>2515</c:v>
                </c:pt>
                <c:pt idx="936">
                  <c:v>2539</c:v>
                </c:pt>
                <c:pt idx="937">
                  <c:v>2560</c:v>
                </c:pt>
                <c:pt idx="938">
                  <c:v>2555</c:v>
                </c:pt>
                <c:pt idx="939">
                  <c:v>2539</c:v>
                </c:pt>
                <c:pt idx="940">
                  <c:v>2522</c:v>
                </c:pt>
                <c:pt idx="941">
                  <c:v>2483</c:v>
                </c:pt>
                <c:pt idx="942">
                  <c:v>2434</c:v>
                </c:pt>
                <c:pt idx="943">
                  <c:v>2282</c:v>
                </c:pt>
                <c:pt idx="944">
                  <c:v>2320</c:v>
                </c:pt>
                <c:pt idx="945">
                  <c:v>2243</c:v>
                </c:pt>
                <c:pt idx="946">
                  <c:v>2109</c:v>
                </c:pt>
                <c:pt idx="947">
                  <c:v>2057</c:v>
                </c:pt>
                <c:pt idx="948">
                  <c:v>1986</c:v>
                </c:pt>
                <c:pt idx="949">
                  <c:v>1885</c:v>
                </c:pt>
                <c:pt idx="950">
                  <c:v>1823</c:v>
                </c:pt>
                <c:pt idx="951">
                  <c:v>1763</c:v>
                </c:pt>
                <c:pt idx="952">
                  <c:v>1702</c:v>
                </c:pt>
                <c:pt idx="953">
                  <c:v>1667</c:v>
                </c:pt>
                <c:pt idx="954">
                  <c:v>1621</c:v>
                </c:pt>
                <c:pt idx="955">
                  <c:v>1595</c:v>
                </c:pt>
                <c:pt idx="956">
                  <c:v>1588</c:v>
                </c:pt>
                <c:pt idx="957">
                  <c:v>1587</c:v>
                </c:pt>
                <c:pt idx="958">
                  <c:v>1603</c:v>
                </c:pt>
                <c:pt idx="959">
                  <c:v>1627</c:v>
                </c:pt>
                <c:pt idx="960">
                  <c:v>1666</c:v>
                </c:pt>
                <c:pt idx="961">
                  <c:v>1842</c:v>
                </c:pt>
                <c:pt idx="962">
                  <c:v>1843</c:v>
                </c:pt>
                <c:pt idx="963">
                  <c:v>1898</c:v>
                </c:pt>
                <c:pt idx="964">
                  <c:v>2017</c:v>
                </c:pt>
                <c:pt idx="965">
                  <c:v>2113</c:v>
                </c:pt>
                <c:pt idx="966">
                  <c:v>2160</c:v>
                </c:pt>
                <c:pt idx="967">
                  <c:v>2242</c:v>
                </c:pt>
                <c:pt idx="968">
                  <c:v>2331</c:v>
                </c:pt>
                <c:pt idx="969">
                  <c:v>2379</c:v>
                </c:pt>
                <c:pt idx="970">
                  <c:v>2440</c:v>
                </c:pt>
                <c:pt idx="971">
                  <c:v>2482</c:v>
                </c:pt>
                <c:pt idx="972">
                  <c:v>2523</c:v>
                </c:pt>
                <c:pt idx="973">
                  <c:v>2547</c:v>
                </c:pt>
                <c:pt idx="974">
                  <c:v>2555</c:v>
                </c:pt>
                <c:pt idx="975">
                  <c:v>2559</c:v>
                </c:pt>
                <c:pt idx="976">
                  <c:v>2546</c:v>
                </c:pt>
                <c:pt idx="977">
                  <c:v>2520</c:v>
                </c:pt>
                <c:pt idx="978">
                  <c:v>2480</c:v>
                </c:pt>
                <c:pt idx="979">
                  <c:v>2434</c:v>
                </c:pt>
                <c:pt idx="980">
                  <c:v>2290</c:v>
                </c:pt>
                <c:pt idx="981">
                  <c:v>2297</c:v>
                </c:pt>
                <c:pt idx="982">
                  <c:v>2248</c:v>
                </c:pt>
                <c:pt idx="983">
                  <c:v>2110</c:v>
                </c:pt>
                <c:pt idx="984">
                  <c:v>2034</c:v>
                </c:pt>
                <c:pt idx="985">
                  <c:v>1957</c:v>
                </c:pt>
                <c:pt idx="986">
                  <c:v>1888</c:v>
                </c:pt>
                <c:pt idx="987">
                  <c:v>1806</c:v>
                </c:pt>
                <c:pt idx="988">
                  <c:v>1742</c:v>
                </c:pt>
                <c:pt idx="989">
                  <c:v>1690</c:v>
                </c:pt>
                <c:pt idx="990">
                  <c:v>1640</c:v>
                </c:pt>
                <c:pt idx="991">
                  <c:v>1606</c:v>
                </c:pt>
                <c:pt idx="992">
                  <c:v>1585</c:v>
                </c:pt>
                <c:pt idx="993">
                  <c:v>1577</c:v>
                </c:pt>
                <c:pt idx="994">
                  <c:v>1578</c:v>
                </c:pt>
                <c:pt idx="995">
                  <c:v>1594</c:v>
                </c:pt>
                <c:pt idx="996">
                  <c:v>1623</c:v>
                </c:pt>
                <c:pt idx="997">
                  <c:v>1663</c:v>
                </c:pt>
                <c:pt idx="998">
                  <c:v>1835</c:v>
                </c:pt>
                <c:pt idx="999">
                  <c:v>1907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32-4D61-A5E3-61DD521F7B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0717104"/>
        <c:axId val="1030717584"/>
      </c:lineChart>
      <c:catAx>
        <c:axId val="10307171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30717584"/>
        <c:crosses val="autoZero"/>
        <c:auto val="1"/>
        <c:lblAlgn val="ctr"/>
        <c:lblOffset val="100"/>
        <c:noMultiLvlLbl val="0"/>
      </c:catAx>
      <c:valAx>
        <c:axId val="1030717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30717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I</a:t>
            </a:r>
            <a:r>
              <a:rPr lang="en-US" altLang="zh-TW" baseline="0"/>
              <a:t> FB 2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696581080702738"/>
          <c:y val="0.19130537791493554"/>
          <c:w val="0.87667402754896728"/>
          <c:h val="0.71409537013807589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工作表1!$B$1:$B$1000</c:f>
              <c:numCache>
                <c:formatCode>General</c:formatCode>
                <c:ptCount val="1000"/>
                <c:pt idx="0">
                  <c:v>2210</c:v>
                </c:pt>
                <c:pt idx="1">
                  <c:v>2202</c:v>
                </c:pt>
                <c:pt idx="2">
                  <c:v>2194</c:v>
                </c:pt>
                <c:pt idx="3">
                  <c:v>2178</c:v>
                </c:pt>
                <c:pt idx="4">
                  <c:v>2168</c:v>
                </c:pt>
                <c:pt idx="5">
                  <c:v>2162</c:v>
                </c:pt>
                <c:pt idx="6">
                  <c:v>2152</c:v>
                </c:pt>
                <c:pt idx="7">
                  <c:v>2142</c:v>
                </c:pt>
                <c:pt idx="8">
                  <c:v>2127</c:v>
                </c:pt>
                <c:pt idx="9">
                  <c:v>2120</c:v>
                </c:pt>
                <c:pt idx="10">
                  <c:v>2112</c:v>
                </c:pt>
                <c:pt idx="11">
                  <c:v>2104</c:v>
                </c:pt>
                <c:pt idx="12">
                  <c:v>2095</c:v>
                </c:pt>
                <c:pt idx="13">
                  <c:v>2091</c:v>
                </c:pt>
                <c:pt idx="14">
                  <c:v>2088</c:v>
                </c:pt>
                <c:pt idx="15">
                  <c:v>2090</c:v>
                </c:pt>
                <c:pt idx="16">
                  <c:v>2086</c:v>
                </c:pt>
                <c:pt idx="17">
                  <c:v>2089</c:v>
                </c:pt>
                <c:pt idx="18">
                  <c:v>2091</c:v>
                </c:pt>
                <c:pt idx="19">
                  <c:v>2102</c:v>
                </c:pt>
                <c:pt idx="20">
                  <c:v>2104</c:v>
                </c:pt>
                <c:pt idx="21">
                  <c:v>2112</c:v>
                </c:pt>
                <c:pt idx="22">
                  <c:v>2122</c:v>
                </c:pt>
                <c:pt idx="23">
                  <c:v>2136</c:v>
                </c:pt>
                <c:pt idx="24">
                  <c:v>2144</c:v>
                </c:pt>
                <c:pt idx="25">
                  <c:v>2155</c:v>
                </c:pt>
                <c:pt idx="26">
                  <c:v>2168</c:v>
                </c:pt>
                <c:pt idx="27">
                  <c:v>2176</c:v>
                </c:pt>
                <c:pt idx="28">
                  <c:v>2184</c:v>
                </c:pt>
                <c:pt idx="29">
                  <c:v>2191</c:v>
                </c:pt>
                <c:pt idx="30">
                  <c:v>2200</c:v>
                </c:pt>
                <c:pt idx="31">
                  <c:v>2206</c:v>
                </c:pt>
                <c:pt idx="32">
                  <c:v>2208</c:v>
                </c:pt>
                <c:pt idx="33">
                  <c:v>2216</c:v>
                </c:pt>
                <c:pt idx="34">
                  <c:v>2216</c:v>
                </c:pt>
                <c:pt idx="35">
                  <c:v>2214</c:v>
                </c:pt>
                <c:pt idx="36">
                  <c:v>2210</c:v>
                </c:pt>
                <c:pt idx="37">
                  <c:v>2208</c:v>
                </c:pt>
                <c:pt idx="38">
                  <c:v>2202</c:v>
                </c:pt>
                <c:pt idx="39">
                  <c:v>2192</c:v>
                </c:pt>
                <c:pt idx="40">
                  <c:v>2176</c:v>
                </c:pt>
                <c:pt idx="41">
                  <c:v>2166</c:v>
                </c:pt>
                <c:pt idx="42">
                  <c:v>2159</c:v>
                </c:pt>
                <c:pt idx="43">
                  <c:v>2148</c:v>
                </c:pt>
                <c:pt idx="44">
                  <c:v>2137</c:v>
                </c:pt>
                <c:pt idx="45">
                  <c:v>2123</c:v>
                </c:pt>
                <c:pt idx="46">
                  <c:v>2118</c:v>
                </c:pt>
                <c:pt idx="47">
                  <c:v>2110</c:v>
                </c:pt>
                <c:pt idx="48">
                  <c:v>2104</c:v>
                </c:pt>
                <c:pt idx="49">
                  <c:v>2094</c:v>
                </c:pt>
                <c:pt idx="50">
                  <c:v>2091</c:v>
                </c:pt>
                <c:pt idx="51">
                  <c:v>2089</c:v>
                </c:pt>
                <c:pt idx="52">
                  <c:v>2088</c:v>
                </c:pt>
                <c:pt idx="53">
                  <c:v>2090</c:v>
                </c:pt>
                <c:pt idx="54">
                  <c:v>2091</c:v>
                </c:pt>
                <c:pt idx="55">
                  <c:v>2094</c:v>
                </c:pt>
                <c:pt idx="56">
                  <c:v>2099</c:v>
                </c:pt>
                <c:pt idx="57">
                  <c:v>2106</c:v>
                </c:pt>
                <c:pt idx="58">
                  <c:v>2111</c:v>
                </c:pt>
                <c:pt idx="59">
                  <c:v>2123</c:v>
                </c:pt>
                <c:pt idx="60">
                  <c:v>2136</c:v>
                </c:pt>
                <c:pt idx="61">
                  <c:v>2143</c:v>
                </c:pt>
                <c:pt idx="62">
                  <c:v>2155</c:v>
                </c:pt>
                <c:pt idx="63">
                  <c:v>2168</c:v>
                </c:pt>
                <c:pt idx="64">
                  <c:v>2178</c:v>
                </c:pt>
                <c:pt idx="65">
                  <c:v>2186</c:v>
                </c:pt>
                <c:pt idx="66">
                  <c:v>2192</c:v>
                </c:pt>
                <c:pt idx="67">
                  <c:v>2200</c:v>
                </c:pt>
                <c:pt idx="68">
                  <c:v>2203</c:v>
                </c:pt>
                <c:pt idx="69">
                  <c:v>2207</c:v>
                </c:pt>
                <c:pt idx="70">
                  <c:v>2211</c:v>
                </c:pt>
                <c:pt idx="71">
                  <c:v>2213</c:v>
                </c:pt>
                <c:pt idx="72">
                  <c:v>2211</c:v>
                </c:pt>
                <c:pt idx="73">
                  <c:v>2206</c:v>
                </c:pt>
                <c:pt idx="74">
                  <c:v>2203</c:v>
                </c:pt>
                <c:pt idx="75">
                  <c:v>2197</c:v>
                </c:pt>
                <c:pt idx="76">
                  <c:v>2187</c:v>
                </c:pt>
                <c:pt idx="77">
                  <c:v>2176</c:v>
                </c:pt>
                <c:pt idx="78">
                  <c:v>2163</c:v>
                </c:pt>
                <c:pt idx="79">
                  <c:v>2154</c:v>
                </c:pt>
                <c:pt idx="80">
                  <c:v>2150</c:v>
                </c:pt>
                <c:pt idx="81">
                  <c:v>2135</c:v>
                </c:pt>
                <c:pt idx="82">
                  <c:v>2125</c:v>
                </c:pt>
                <c:pt idx="83">
                  <c:v>2120</c:v>
                </c:pt>
                <c:pt idx="84">
                  <c:v>2107</c:v>
                </c:pt>
                <c:pt idx="85">
                  <c:v>2101</c:v>
                </c:pt>
                <c:pt idx="86">
                  <c:v>2093</c:v>
                </c:pt>
                <c:pt idx="87">
                  <c:v>2090</c:v>
                </c:pt>
                <c:pt idx="88">
                  <c:v>2090</c:v>
                </c:pt>
                <c:pt idx="89">
                  <c:v>2087</c:v>
                </c:pt>
                <c:pt idx="90">
                  <c:v>2088</c:v>
                </c:pt>
                <c:pt idx="91">
                  <c:v>2090</c:v>
                </c:pt>
                <c:pt idx="92">
                  <c:v>2094</c:v>
                </c:pt>
                <c:pt idx="93">
                  <c:v>2102</c:v>
                </c:pt>
                <c:pt idx="94">
                  <c:v>2107</c:v>
                </c:pt>
                <c:pt idx="95">
                  <c:v>2114</c:v>
                </c:pt>
                <c:pt idx="96">
                  <c:v>2123</c:v>
                </c:pt>
                <c:pt idx="97">
                  <c:v>2138</c:v>
                </c:pt>
                <c:pt idx="98">
                  <c:v>2147</c:v>
                </c:pt>
                <c:pt idx="99">
                  <c:v>2155</c:v>
                </c:pt>
                <c:pt idx="100">
                  <c:v>2171</c:v>
                </c:pt>
                <c:pt idx="101">
                  <c:v>2179</c:v>
                </c:pt>
                <c:pt idx="102">
                  <c:v>2184</c:v>
                </c:pt>
                <c:pt idx="103">
                  <c:v>2193</c:v>
                </c:pt>
                <c:pt idx="104">
                  <c:v>2202</c:v>
                </c:pt>
                <c:pt idx="105">
                  <c:v>2206</c:v>
                </c:pt>
                <c:pt idx="106">
                  <c:v>2210</c:v>
                </c:pt>
                <c:pt idx="107">
                  <c:v>2216</c:v>
                </c:pt>
                <c:pt idx="108">
                  <c:v>2214</c:v>
                </c:pt>
                <c:pt idx="109">
                  <c:v>2213</c:v>
                </c:pt>
                <c:pt idx="110">
                  <c:v>2210</c:v>
                </c:pt>
                <c:pt idx="111">
                  <c:v>2203</c:v>
                </c:pt>
                <c:pt idx="112">
                  <c:v>2198</c:v>
                </c:pt>
                <c:pt idx="113">
                  <c:v>2192</c:v>
                </c:pt>
                <c:pt idx="114">
                  <c:v>2176</c:v>
                </c:pt>
                <c:pt idx="115">
                  <c:v>2162</c:v>
                </c:pt>
                <c:pt idx="116">
                  <c:v>2155</c:v>
                </c:pt>
                <c:pt idx="117">
                  <c:v>2147</c:v>
                </c:pt>
                <c:pt idx="118">
                  <c:v>2136</c:v>
                </c:pt>
                <c:pt idx="119">
                  <c:v>2122</c:v>
                </c:pt>
                <c:pt idx="120">
                  <c:v>2115</c:v>
                </c:pt>
                <c:pt idx="121">
                  <c:v>2107</c:v>
                </c:pt>
                <c:pt idx="122">
                  <c:v>2098</c:v>
                </c:pt>
                <c:pt idx="123">
                  <c:v>2094</c:v>
                </c:pt>
                <c:pt idx="124">
                  <c:v>2091</c:v>
                </c:pt>
                <c:pt idx="125">
                  <c:v>2085</c:v>
                </c:pt>
                <c:pt idx="126">
                  <c:v>2083</c:v>
                </c:pt>
                <c:pt idx="127">
                  <c:v>2090</c:v>
                </c:pt>
                <c:pt idx="128">
                  <c:v>2091</c:v>
                </c:pt>
                <c:pt idx="129">
                  <c:v>2095</c:v>
                </c:pt>
                <c:pt idx="130">
                  <c:v>2104</c:v>
                </c:pt>
                <c:pt idx="131">
                  <c:v>2110</c:v>
                </c:pt>
                <c:pt idx="132">
                  <c:v>2115</c:v>
                </c:pt>
                <c:pt idx="133">
                  <c:v>2123</c:v>
                </c:pt>
                <c:pt idx="134">
                  <c:v>2139</c:v>
                </c:pt>
                <c:pt idx="135">
                  <c:v>2150</c:v>
                </c:pt>
                <c:pt idx="136">
                  <c:v>2160</c:v>
                </c:pt>
                <c:pt idx="137">
                  <c:v>2171</c:v>
                </c:pt>
                <c:pt idx="138">
                  <c:v>2184</c:v>
                </c:pt>
                <c:pt idx="139">
                  <c:v>2187</c:v>
                </c:pt>
                <c:pt idx="140">
                  <c:v>2194</c:v>
                </c:pt>
                <c:pt idx="141">
                  <c:v>2203</c:v>
                </c:pt>
                <c:pt idx="142">
                  <c:v>2203</c:v>
                </c:pt>
                <c:pt idx="143">
                  <c:v>2207</c:v>
                </c:pt>
                <c:pt idx="144">
                  <c:v>2211</c:v>
                </c:pt>
                <c:pt idx="145">
                  <c:v>2214</c:v>
                </c:pt>
                <c:pt idx="146">
                  <c:v>2211</c:v>
                </c:pt>
                <c:pt idx="147">
                  <c:v>2207</c:v>
                </c:pt>
                <c:pt idx="148">
                  <c:v>2203</c:v>
                </c:pt>
                <c:pt idx="149">
                  <c:v>2195</c:v>
                </c:pt>
                <c:pt idx="150">
                  <c:v>2176</c:v>
                </c:pt>
                <c:pt idx="151">
                  <c:v>2171</c:v>
                </c:pt>
                <c:pt idx="152">
                  <c:v>2163</c:v>
                </c:pt>
                <c:pt idx="153">
                  <c:v>2154</c:v>
                </c:pt>
                <c:pt idx="154">
                  <c:v>2144</c:v>
                </c:pt>
                <c:pt idx="155">
                  <c:v>2134</c:v>
                </c:pt>
                <c:pt idx="156">
                  <c:v>2123</c:v>
                </c:pt>
                <c:pt idx="157">
                  <c:v>2115</c:v>
                </c:pt>
                <c:pt idx="158">
                  <c:v>2106</c:v>
                </c:pt>
                <c:pt idx="159">
                  <c:v>2098</c:v>
                </c:pt>
                <c:pt idx="160">
                  <c:v>2091</c:v>
                </c:pt>
                <c:pt idx="161">
                  <c:v>2091</c:v>
                </c:pt>
                <c:pt idx="162">
                  <c:v>2088</c:v>
                </c:pt>
                <c:pt idx="163">
                  <c:v>2086</c:v>
                </c:pt>
                <c:pt idx="164">
                  <c:v>2089</c:v>
                </c:pt>
                <c:pt idx="165">
                  <c:v>2094</c:v>
                </c:pt>
                <c:pt idx="166">
                  <c:v>2095</c:v>
                </c:pt>
                <c:pt idx="167">
                  <c:v>2102</c:v>
                </c:pt>
                <c:pt idx="168">
                  <c:v>2111</c:v>
                </c:pt>
                <c:pt idx="169">
                  <c:v>2121</c:v>
                </c:pt>
                <c:pt idx="170">
                  <c:v>2123</c:v>
                </c:pt>
                <c:pt idx="171">
                  <c:v>2139</c:v>
                </c:pt>
                <c:pt idx="172">
                  <c:v>2151</c:v>
                </c:pt>
                <c:pt idx="173">
                  <c:v>2159</c:v>
                </c:pt>
                <c:pt idx="174">
                  <c:v>2171</c:v>
                </c:pt>
                <c:pt idx="175">
                  <c:v>2183</c:v>
                </c:pt>
                <c:pt idx="176">
                  <c:v>2187</c:v>
                </c:pt>
                <c:pt idx="177">
                  <c:v>2195</c:v>
                </c:pt>
                <c:pt idx="178">
                  <c:v>2202</c:v>
                </c:pt>
                <c:pt idx="179">
                  <c:v>2206</c:v>
                </c:pt>
                <c:pt idx="180">
                  <c:v>2211</c:v>
                </c:pt>
                <c:pt idx="181">
                  <c:v>2213</c:v>
                </c:pt>
                <c:pt idx="182">
                  <c:v>2216</c:v>
                </c:pt>
                <c:pt idx="183">
                  <c:v>2210</c:v>
                </c:pt>
                <c:pt idx="184">
                  <c:v>2207</c:v>
                </c:pt>
                <c:pt idx="185">
                  <c:v>2202</c:v>
                </c:pt>
                <c:pt idx="186">
                  <c:v>2195</c:v>
                </c:pt>
                <c:pt idx="187">
                  <c:v>2178</c:v>
                </c:pt>
                <c:pt idx="188">
                  <c:v>2169</c:v>
                </c:pt>
                <c:pt idx="189">
                  <c:v>2162</c:v>
                </c:pt>
                <c:pt idx="190">
                  <c:v>2151</c:v>
                </c:pt>
                <c:pt idx="191">
                  <c:v>2143</c:v>
                </c:pt>
                <c:pt idx="192">
                  <c:v>2130</c:v>
                </c:pt>
                <c:pt idx="193">
                  <c:v>2118</c:v>
                </c:pt>
                <c:pt idx="194">
                  <c:v>2111</c:v>
                </c:pt>
                <c:pt idx="195">
                  <c:v>2105</c:v>
                </c:pt>
                <c:pt idx="196">
                  <c:v>2091</c:v>
                </c:pt>
                <c:pt idx="197">
                  <c:v>2090</c:v>
                </c:pt>
                <c:pt idx="198">
                  <c:v>2090</c:v>
                </c:pt>
                <c:pt idx="199">
                  <c:v>2087</c:v>
                </c:pt>
                <c:pt idx="200">
                  <c:v>2088</c:v>
                </c:pt>
                <c:pt idx="201">
                  <c:v>2087</c:v>
                </c:pt>
                <c:pt idx="202">
                  <c:v>2091</c:v>
                </c:pt>
                <c:pt idx="203">
                  <c:v>2095</c:v>
                </c:pt>
                <c:pt idx="204">
                  <c:v>2104</c:v>
                </c:pt>
                <c:pt idx="205">
                  <c:v>2110</c:v>
                </c:pt>
                <c:pt idx="206">
                  <c:v>2119</c:v>
                </c:pt>
                <c:pt idx="207">
                  <c:v>2131</c:v>
                </c:pt>
                <c:pt idx="208">
                  <c:v>2138</c:v>
                </c:pt>
                <c:pt idx="209">
                  <c:v>2154</c:v>
                </c:pt>
                <c:pt idx="210">
                  <c:v>2163</c:v>
                </c:pt>
                <c:pt idx="211">
                  <c:v>2175</c:v>
                </c:pt>
                <c:pt idx="212">
                  <c:v>2184</c:v>
                </c:pt>
                <c:pt idx="213">
                  <c:v>2190</c:v>
                </c:pt>
                <c:pt idx="214">
                  <c:v>2196</c:v>
                </c:pt>
                <c:pt idx="215">
                  <c:v>2205</c:v>
                </c:pt>
                <c:pt idx="216">
                  <c:v>2209</c:v>
                </c:pt>
                <c:pt idx="217">
                  <c:v>2212</c:v>
                </c:pt>
                <c:pt idx="218">
                  <c:v>2215</c:v>
                </c:pt>
                <c:pt idx="219">
                  <c:v>2214</c:v>
                </c:pt>
                <c:pt idx="220">
                  <c:v>2211</c:v>
                </c:pt>
                <c:pt idx="221">
                  <c:v>2207</c:v>
                </c:pt>
                <c:pt idx="222">
                  <c:v>2199</c:v>
                </c:pt>
                <c:pt idx="223">
                  <c:v>2194</c:v>
                </c:pt>
                <c:pt idx="224">
                  <c:v>2176</c:v>
                </c:pt>
                <c:pt idx="225">
                  <c:v>2168</c:v>
                </c:pt>
                <c:pt idx="226">
                  <c:v>2160</c:v>
                </c:pt>
                <c:pt idx="227">
                  <c:v>2150</c:v>
                </c:pt>
                <c:pt idx="228">
                  <c:v>2139</c:v>
                </c:pt>
                <c:pt idx="229">
                  <c:v>2129</c:v>
                </c:pt>
                <c:pt idx="230">
                  <c:v>2120</c:v>
                </c:pt>
                <c:pt idx="231">
                  <c:v>2112</c:v>
                </c:pt>
                <c:pt idx="232">
                  <c:v>2105</c:v>
                </c:pt>
                <c:pt idx="233">
                  <c:v>2095</c:v>
                </c:pt>
                <c:pt idx="234">
                  <c:v>2089</c:v>
                </c:pt>
                <c:pt idx="235">
                  <c:v>2090</c:v>
                </c:pt>
                <c:pt idx="236">
                  <c:v>2089</c:v>
                </c:pt>
                <c:pt idx="237">
                  <c:v>2088</c:v>
                </c:pt>
                <c:pt idx="238">
                  <c:v>2090</c:v>
                </c:pt>
                <c:pt idx="239">
                  <c:v>2094</c:v>
                </c:pt>
                <c:pt idx="240">
                  <c:v>2099</c:v>
                </c:pt>
                <c:pt idx="241">
                  <c:v>2105</c:v>
                </c:pt>
                <c:pt idx="242">
                  <c:v>2110</c:v>
                </c:pt>
                <c:pt idx="243">
                  <c:v>2122</c:v>
                </c:pt>
                <c:pt idx="244">
                  <c:v>2135</c:v>
                </c:pt>
                <c:pt idx="245">
                  <c:v>2143</c:v>
                </c:pt>
                <c:pt idx="246">
                  <c:v>2153</c:v>
                </c:pt>
                <c:pt idx="247">
                  <c:v>2166</c:v>
                </c:pt>
                <c:pt idx="248">
                  <c:v>2177</c:v>
                </c:pt>
                <c:pt idx="249">
                  <c:v>2182</c:v>
                </c:pt>
                <c:pt idx="250">
                  <c:v>2187</c:v>
                </c:pt>
                <c:pt idx="251">
                  <c:v>2198</c:v>
                </c:pt>
                <c:pt idx="252">
                  <c:v>2203</c:v>
                </c:pt>
                <c:pt idx="253">
                  <c:v>2208</c:v>
                </c:pt>
                <c:pt idx="254">
                  <c:v>2210</c:v>
                </c:pt>
                <c:pt idx="255">
                  <c:v>2214</c:v>
                </c:pt>
                <c:pt idx="256">
                  <c:v>2211</c:v>
                </c:pt>
                <c:pt idx="257">
                  <c:v>2210</c:v>
                </c:pt>
                <c:pt idx="258">
                  <c:v>2208</c:v>
                </c:pt>
                <c:pt idx="259">
                  <c:v>2202</c:v>
                </c:pt>
                <c:pt idx="260">
                  <c:v>2194</c:v>
                </c:pt>
                <c:pt idx="261">
                  <c:v>2176</c:v>
                </c:pt>
                <c:pt idx="262">
                  <c:v>2166</c:v>
                </c:pt>
                <c:pt idx="263">
                  <c:v>2158</c:v>
                </c:pt>
                <c:pt idx="264">
                  <c:v>2151</c:v>
                </c:pt>
                <c:pt idx="265">
                  <c:v>2138</c:v>
                </c:pt>
                <c:pt idx="266">
                  <c:v>2130</c:v>
                </c:pt>
                <c:pt idx="267">
                  <c:v>2119</c:v>
                </c:pt>
                <c:pt idx="268">
                  <c:v>2109</c:v>
                </c:pt>
                <c:pt idx="269">
                  <c:v>2104</c:v>
                </c:pt>
                <c:pt idx="270">
                  <c:v>2094</c:v>
                </c:pt>
                <c:pt idx="271">
                  <c:v>2091</c:v>
                </c:pt>
                <c:pt idx="272">
                  <c:v>2089</c:v>
                </c:pt>
                <c:pt idx="273">
                  <c:v>2088</c:v>
                </c:pt>
                <c:pt idx="274">
                  <c:v>2088</c:v>
                </c:pt>
                <c:pt idx="275">
                  <c:v>2090</c:v>
                </c:pt>
                <c:pt idx="276">
                  <c:v>2091</c:v>
                </c:pt>
                <c:pt idx="277">
                  <c:v>2099</c:v>
                </c:pt>
                <c:pt idx="278">
                  <c:v>2106</c:v>
                </c:pt>
                <c:pt idx="279">
                  <c:v>2111</c:v>
                </c:pt>
                <c:pt idx="280">
                  <c:v>2121</c:v>
                </c:pt>
                <c:pt idx="281">
                  <c:v>2136</c:v>
                </c:pt>
                <c:pt idx="282">
                  <c:v>2143</c:v>
                </c:pt>
                <c:pt idx="283">
                  <c:v>2154</c:v>
                </c:pt>
                <c:pt idx="284">
                  <c:v>2169</c:v>
                </c:pt>
                <c:pt idx="285">
                  <c:v>2178</c:v>
                </c:pt>
                <c:pt idx="286">
                  <c:v>2186</c:v>
                </c:pt>
                <c:pt idx="287">
                  <c:v>2192</c:v>
                </c:pt>
                <c:pt idx="288">
                  <c:v>2201</c:v>
                </c:pt>
                <c:pt idx="289">
                  <c:v>2203</c:v>
                </c:pt>
                <c:pt idx="290">
                  <c:v>2207</c:v>
                </c:pt>
                <c:pt idx="291">
                  <c:v>2214</c:v>
                </c:pt>
                <c:pt idx="292">
                  <c:v>2214</c:v>
                </c:pt>
                <c:pt idx="293">
                  <c:v>2216</c:v>
                </c:pt>
                <c:pt idx="294">
                  <c:v>2207</c:v>
                </c:pt>
                <c:pt idx="295">
                  <c:v>2207</c:v>
                </c:pt>
                <c:pt idx="296">
                  <c:v>2198</c:v>
                </c:pt>
                <c:pt idx="297">
                  <c:v>2191</c:v>
                </c:pt>
                <c:pt idx="298">
                  <c:v>2176</c:v>
                </c:pt>
                <c:pt idx="299">
                  <c:v>2163</c:v>
                </c:pt>
                <c:pt idx="300">
                  <c:v>2155</c:v>
                </c:pt>
                <c:pt idx="301">
                  <c:v>2150</c:v>
                </c:pt>
                <c:pt idx="302">
                  <c:v>2135</c:v>
                </c:pt>
                <c:pt idx="303">
                  <c:v>2124</c:v>
                </c:pt>
                <c:pt idx="304">
                  <c:v>2120</c:v>
                </c:pt>
                <c:pt idx="305">
                  <c:v>2106</c:v>
                </c:pt>
                <c:pt idx="306">
                  <c:v>2099</c:v>
                </c:pt>
                <c:pt idx="307">
                  <c:v>2093</c:v>
                </c:pt>
                <c:pt idx="308">
                  <c:v>2090</c:v>
                </c:pt>
                <c:pt idx="309">
                  <c:v>2086</c:v>
                </c:pt>
                <c:pt idx="310">
                  <c:v>2086</c:v>
                </c:pt>
                <c:pt idx="311">
                  <c:v>2090</c:v>
                </c:pt>
                <c:pt idx="312">
                  <c:v>2091</c:v>
                </c:pt>
                <c:pt idx="313">
                  <c:v>2094</c:v>
                </c:pt>
                <c:pt idx="314">
                  <c:v>2099</c:v>
                </c:pt>
                <c:pt idx="315">
                  <c:v>2107</c:v>
                </c:pt>
                <c:pt idx="316">
                  <c:v>2113</c:v>
                </c:pt>
                <c:pt idx="317">
                  <c:v>2123</c:v>
                </c:pt>
                <c:pt idx="318">
                  <c:v>2139</c:v>
                </c:pt>
                <c:pt idx="319">
                  <c:v>2147</c:v>
                </c:pt>
                <c:pt idx="320">
                  <c:v>2155</c:v>
                </c:pt>
                <c:pt idx="321">
                  <c:v>2170</c:v>
                </c:pt>
                <c:pt idx="322">
                  <c:v>2179</c:v>
                </c:pt>
                <c:pt idx="323">
                  <c:v>2185</c:v>
                </c:pt>
                <c:pt idx="324">
                  <c:v>2191</c:v>
                </c:pt>
                <c:pt idx="325">
                  <c:v>2202</c:v>
                </c:pt>
                <c:pt idx="326">
                  <c:v>2206</c:v>
                </c:pt>
                <c:pt idx="327">
                  <c:v>2209</c:v>
                </c:pt>
                <c:pt idx="328">
                  <c:v>2211</c:v>
                </c:pt>
                <c:pt idx="329">
                  <c:v>2214</c:v>
                </c:pt>
                <c:pt idx="330">
                  <c:v>2211</c:v>
                </c:pt>
                <c:pt idx="331">
                  <c:v>2209</c:v>
                </c:pt>
                <c:pt idx="332">
                  <c:v>2203</c:v>
                </c:pt>
                <c:pt idx="333">
                  <c:v>2198</c:v>
                </c:pt>
                <c:pt idx="334">
                  <c:v>2187</c:v>
                </c:pt>
                <c:pt idx="335">
                  <c:v>2176</c:v>
                </c:pt>
                <c:pt idx="336">
                  <c:v>2162</c:v>
                </c:pt>
                <c:pt idx="337">
                  <c:v>2155</c:v>
                </c:pt>
                <c:pt idx="338">
                  <c:v>2147</c:v>
                </c:pt>
                <c:pt idx="339">
                  <c:v>2137</c:v>
                </c:pt>
                <c:pt idx="340">
                  <c:v>2126</c:v>
                </c:pt>
                <c:pt idx="341">
                  <c:v>2115</c:v>
                </c:pt>
                <c:pt idx="342">
                  <c:v>2110</c:v>
                </c:pt>
                <c:pt idx="343">
                  <c:v>2098</c:v>
                </c:pt>
                <c:pt idx="344">
                  <c:v>2092</c:v>
                </c:pt>
                <c:pt idx="345">
                  <c:v>2091</c:v>
                </c:pt>
                <c:pt idx="346">
                  <c:v>2091</c:v>
                </c:pt>
                <c:pt idx="347">
                  <c:v>2088</c:v>
                </c:pt>
                <c:pt idx="348">
                  <c:v>2088</c:v>
                </c:pt>
                <c:pt idx="349">
                  <c:v>2091</c:v>
                </c:pt>
                <c:pt idx="350">
                  <c:v>2095</c:v>
                </c:pt>
                <c:pt idx="351">
                  <c:v>2099</c:v>
                </c:pt>
                <c:pt idx="352">
                  <c:v>2110</c:v>
                </c:pt>
                <c:pt idx="353">
                  <c:v>2118</c:v>
                </c:pt>
                <c:pt idx="354">
                  <c:v>2125</c:v>
                </c:pt>
                <c:pt idx="355">
                  <c:v>2138</c:v>
                </c:pt>
                <c:pt idx="356">
                  <c:v>2147</c:v>
                </c:pt>
                <c:pt idx="357">
                  <c:v>2159</c:v>
                </c:pt>
                <c:pt idx="358">
                  <c:v>2169</c:v>
                </c:pt>
                <c:pt idx="359">
                  <c:v>2184</c:v>
                </c:pt>
                <c:pt idx="360">
                  <c:v>2187</c:v>
                </c:pt>
                <c:pt idx="361">
                  <c:v>2193</c:v>
                </c:pt>
                <c:pt idx="362">
                  <c:v>2202</c:v>
                </c:pt>
                <c:pt idx="363">
                  <c:v>2203</c:v>
                </c:pt>
                <c:pt idx="364">
                  <c:v>2207</c:v>
                </c:pt>
                <c:pt idx="365">
                  <c:v>2211</c:v>
                </c:pt>
                <c:pt idx="366">
                  <c:v>2214</c:v>
                </c:pt>
                <c:pt idx="367">
                  <c:v>2211</c:v>
                </c:pt>
                <c:pt idx="368">
                  <c:v>2207</c:v>
                </c:pt>
                <c:pt idx="369">
                  <c:v>2203</c:v>
                </c:pt>
                <c:pt idx="370">
                  <c:v>2195</c:v>
                </c:pt>
                <c:pt idx="371">
                  <c:v>2179</c:v>
                </c:pt>
                <c:pt idx="372">
                  <c:v>2173</c:v>
                </c:pt>
                <c:pt idx="373">
                  <c:v>2162</c:v>
                </c:pt>
                <c:pt idx="374">
                  <c:v>2153</c:v>
                </c:pt>
                <c:pt idx="375">
                  <c:v>2142</c:v>
                </c:pt>
                <c:pt idx="376">
                  <c:v>2131</c:v>
                </c:pt>
                <c:pt idx="377">
                  <c:v>2120</c:v>
                </c:pt>
                <c:pt idx="378">
                  <c:v>2114</c:v>
                </c:pt>
                <c:pt idx="379">
                  <c:v>2106</c:v>
                </c:pt>
                <c:pt idx="380">
                  <c:v>2099</c:v>
                </c:pt>
                <c:pt idx="381">
                  <c:v>2091</c:v>
                </c:pt>
                <c:pt idx="382">
                  <c:v>2088</c:v>
                </c:pt>
                <c:pt idx="383">
                  <c:v>2088</c:v>
                </c:pt>
                <c:pt idx="384">
                  <c:v>2087</c:v>
                </c:pt>
                <c:pt idx="385">
                  <c:v>2088</c:v>
                </c:pt>
                <c:pt idx="386">
                  <c:v>2091</c:v>
                </c:pt>
                <c:pt idx="387">
                  <c:v>2098</c:v>
                </c:pt>
                <c:pt idx="388">
                  <c:v>2103</c:v>
                </c:pt>
                <c:pt idx="389">
                  <c:v>2111</c:v>
                </c:pt>
                <c:pt idx="390">
                  <c:v>2121</c:v>
                </c:pt>
                <c:pt idx="391">
                  <c:v>2130</c:v>
                </c:pt>
                <c:pt idx="392">
                  <c:v>2139</c:v>
                </c:pt>
                <c:pt idx="393">
                  <c:v>2153</c:v>
                </c:pt>
                <c:pt idx="394">
                  <c:v>2162</c:v>
                </c:pt>
                <c:pt idx="395">
                  <c:v>2174</c:v>
                </c:pt>
                <c:pt idx="396">
                  <c:v>2183</c:v>
                </c:pt>
                <c:pt idx="397">
                  <c:v>2191</c:v>
                </c:pt>
                <c:pt idx="398">
                  <c:v>2195</c:v>
                </c:pt>
                <c:pt idx="399">
                  <c:v>2202</c:v>
                </c:pt>
                <c:pt idx="400">
                  <c:v>2209</c:v>
                </c:pt>
                <c:pt idx="401">
                  <c:v>2213</c:v>
                </c:pt>
                <c:pt idx="402">
                  <c:v>2216</c:v>
                </c:pt>
                <c:pt idx="403">
                  <c:v>2214</c:v>
                </c:pt>
                <c:pt idx="404">
                  <c:v>2211</c:v>
                </c:pt>
                <c:pt idx="405">
                  <c:v>2209</c:v>
                </c:pt>
                <c:pt idx="406">
                  <c:v>2202</c:v>
                </c:pt>
                <c:pt idx="407">
                  <c:v>2195</c:v>
                </c:pt>
                <c:pt idx="408">
                  <c:v>2176</c:v>
                </c:pt>
                <c:pt idx="409">
                  <c:v>2170</c:v>
                </c:pt>
                <c:pt idx="410">
                  <c:v>2162</c:v>
                </c:pt>
                <c:pt idx="411">
                  <c:v>2151</c:v>
                </c:pt>
                <c:pt idx="412">
                  <c:v>2139</c:v>
                </c:pt>
                <c:pt idx="413">
                  <c:v>2131</c:v>
                </c:pt>
                <c:pt idx="414">
                  <c:v>2119</c:v>
                </c:pt>
                <c:pt idx="415">
                  <c:v>2113</c:v>
                </c:pt>
                <c:pt idx="416">
                  <c:v>2105</c:v>
                </c:pt>
                <c:pt idx="417">
                  <c:v>2098</c:v>
                </c:pt>
                <c:pt idx="418">
                  <c:v>2090</c:v>
                </c:pt>
                <c:pt idx="419">
                  <c:v>2089</c:v>
                </c:pt>
                <c:pt idx="420">
                  <c:v>2089</c:v>
                </c:pt>
                <c:pt idx="421">
                  <c:v>2087</c:v>
                </c:pt>
                <c:pt idx="422">
                  <c:v>2087</c:v>
                </c:pt>
                <c:pt idx="423">
                  <c:v>2094</c:v>
                </c:pt>
                <c:pt idx="424">
                  <c:v>2098</c:v>
                </c:pt>
                <c:pt idx="425">
                  <c:v>2102</c:v>
                </c:pt>
                <c:pt idx="426">
                  <c:v>2111</c:v>
                </c:pt>
                <c:pt idx="427">
                  <c:v>2123</c:v>
                </c:pt>
                <c:pt idx="428">
                  <c:v>2130</c:v>
                </c:pt>
                <c:pt idx="429">
                  <c:v>2139</c:v>
                </c:pt>
                <c:pt idx="430">
                  <c:v>2151</c:v>
                </c:pt>
                <c:pt idx="431">
                  <c:v>2163</c:v>
                </c:pt>
                <c:pt idx="432">
                  <c:v>2171</c:v>
                </c:pt>
                <c:pt idx="433">
                  <c:v>2179</c:v>
                </c:pt>
                <c:pt idx="434">
                  <c:v>2192</c:v>
                </c:pt>
                <c:pt idx="435">
                  <c:v>2197</c:v>
                </c:pt>
                <c:pt idx="436">
                  <c:v>2201</c:v>
                </c:pt>
                <c:pt idx="437">
                  <c:v>2206</c:v>
                </c:pt>
                <c:pt idx="438">
                  <c:v>2211</c:v>
                </c:pt>
                <c:pt idx="439">
                  <c:v>2212</c:v>
                </c:pt>
                <c:pt idx="440">
                  <c:v>2216</c:v>
                </c:pt>
                <c:pt idx="441">
                  <c:v>2211</c:v>
                </c:pt>
                <c:pt idx="442">
                  <c:v>2207</c:v>
                </c:pt>
                <c:pt idx="443">
                  <c:v>2203</c:v>
                </c:pt>
                <c:pt idx="444">
                  <c:v>2195</c:v>
                </c:pt>
                <c:pt idx="445">
                  <c:v>2178</c:v>
                </c:pt>
                <c:pt idx="446">
                  <c:v>2170</c:v>
                </c:pt>
                <c:pt idx="447">
                  <c:v>2162</c:v>
                </c:pt>
                <c:pt idx="448">
                  <c:v>2151</c:v>
                </c:pt>
                <c:pt idx="449">
                  <c:v>2141</c:v>
                </c:pt>
                <c:pt idx="450">
                  <c:v>2130</c:v>
                </c:pt>
                <c:pt idx="451">
                  <c:v>2122</c:v>
                </c:pt>
                <c:pt idx="452">
                  <c:v>2111</c:v>
                </c:pt>
                <c:pt idx="453">
                  <c:v>2104</c:v>
                </c:pt>
                <c:pt idx="454">
                  <c:v>2095</c:v>
                </c:pt>
                <c:pt idx="455">
                  <c:v>2091</c:v>
                </c:pt>
                <c:pt idx="456">
                  <c:v>2091</c:v>
                </c:pt>
                <c:pt idx="457">
                  <c:v>2088</c:v>
                </c:pt>
                <c:pt idx="458">
                  <c:v>2088</c:v>
                </c:pt>
                <c:pt idx="459">
                  <c:v>2090</c:v>
                </c:pt>
                <c:pt idx="460">
                  <c:v>2091</c:v>
                </c:pt>
                <c:pt idx="461">
                  <c:v>2099</c:v>
                </c:pt>
                <c:pt idx="462">
                  <c:v>2104</c:v>
                </c:pt>
                <c:pt idx="463">
                  <c:v>2112</c:v>
                </c:pt>
                <c:pt idx="464">
                  <c:v>2123</c:v>
                </c:pt>
                <c:pt idx="465">
                  <c:v>2136</c:v>
                </c:pt>
                <c:pt idx="466">
                  <c:v>2139</c:v>
                </c:pt>
                <c:pt idx="467">
                  <c:v>2151</c:v>
                </c:pt>
                <c:pt idx="468">
                  <c:v>2167</c:v>
                </c:pt>
                <c:pt idx="469">
                  <c:v>2178</c:v>
                </c:pt>
                <c:pt idx="470">
                  <c:v>2184</c:v>
                </c:pt>
                <c:pt idx="471">
                  <c:v>2190</c:v>
                </c:pt>
                <c:pt idx="472">
                  <c:v>2199</c:v>
                </c:pt>
                <c:pt idx="473">
                  <c:v>2203</c:v>
                </c:pt>
                <c:pt idx="474">
                  <c:v>2208</c:v>
                </c:pt>
                <c:pt idx="475">
                  <c:v>2214</c:v>
                </c:pt>
                <c:pt idx="476">
                  <c:v>2215</c:v>
                </c:pt>
                <c:pt idx="477">
                  <c:v>2213</c:v>
                </c:pt>
                <c:pt idx="478">
                  <c:v>2210</c:v>
                </c:pt>
                <c:pt idx="479">
                  <c:v>2206</c:v>
                </c:pt>
                <c:pt idx="480">
                  <c:v>2199</c:v>
                </c:pt>
                <c:pt idx="481">
                  <c:v>2191</c:v>
                </c:pt>
                <c:pt idx="482">
                  <c:v>2176</c:v>
                </c:pt>
                <c:pt idx="483">
                  <c:v>2165</c:v>
                </c:pt>
                <c:pt idx="484">
                  <c:v>2157</c:v>
                </c:pt>
                <c:pt idx="485">
                  <c:v>2152</c:v>
                </c:pt>
                <c:pt idx="486">
                  <c:v>2135</c:v>
                </c:pt>
                <c:pt idx="487">
                  <c:v>2128</c:v>
                </c:pt>
                <c:pt idx="488">
                  <c:v>2117</c:v>
                </c:pt>
                <c:pt idx="489">
                  <c:v>2107</c:v>
                </c:pt>
                <c:pt idx="490">
                  <c:v>2102</c:v>
                </c:pt>
                <c:pt idx="491">
                  <c:v>2094</c:v>
                </c:pt>
                <c:pt idx="492">
                  <c:v>2092</c:v>
                </c:pt>
                <c:pt idx="493">
                  <c:v>2088</c:v>
                </c:pt>
                <c:pt idx="494">
                  <c:v>2086</c:v>
                </c:pt>
                <c:pt idx="495">
                  <c:v>2087</c:v>
                </c:pt>
                <c:pt idx="496">
                  <c:v>2092</c:v>
                </c:pt>
                <c:pt idx="497">
                  <c:v>2091</c:v>
                </c:pt>
                <c:pt idx="498">
                  <c:v>2098</c:v>
                </c:pt>
                <c:pt idx="499">
                  <c:v>2107</c:v>
                </c:pt>
                <c:pt idx="500">
                  <c:v>2115</c:v>
                </c:pt>
                <c:pt idx="501">
                  <c:v>2122</c:v>
                </c:pt>
                <c:pt idx="502">
                  <c:v>2138</c:v>
                </c:pt>
                <c:pt idx="503">
                  <c:v>2145</c:v>
                </c:pt>
                <c:pt idx="504">
                  <c:v>2155</c:v>
                </c:pt>
                <c:pt idx="505">
                  <c:v>2168</c:v>
                </c:pt>
                <c:pt idx="506">
                  <c:v>2178</c:v>
                </c:pt>
                <c:pt idx="507">
                  <c:v>2183</c:v>
                </c:pt>
                <c:pt idx="508">
                  <c:v>2191</c:v>
                </c:pt>
                <c:pt idx="509">
                  <c:v>2200</c:v>
                </c:pt>
                <c:pt idx="510">
                  <c:v>2206</c:v>
                </c:pt>
                <c:pt idx="511">
                  <c:v>2208</c:v>
                </c:pt>
                <c:pt idx="512">
                  <c:v>2211</c:v>
                </c:pt>
                <c:pt idx="513">
                  <c:v>2216</c:v>
                </c:pt>
                <c:pt idx="514">
                  <c:v>2211</c:v>
                </c:pt>
                <c:pt idx="515">
                  <c:v>2211</c:v>
                </c:pt>
                <c:pt idx="516">
                  <c:v>2207</c:v>
                </c:pt>
                <c:pt idx="517">
                  <c:v>2200</c:v>
                </c:pt>
                <c:pt idx="518">
                  <c:v>2191</c:v>
                </c:pt>
                <c:pt idx="519">
                  <c:v>2176</c:v>
                </c:pt>
                <c:pt idx="520">
                  <c:v>2163</c:v>
                </c:pt>
                <c:pt idx="521">
                  <c:v>2158</c:v>
                </c:pt>
                <c:pt idx="522">
                  <c:v>2150</c:v>
                </c:pt>
                <c:pt idx="523">
                  <c:v>2137</c:v>
                </c:pt>
                <c:pt idx="524">
                  <c:v>2123</c:v>
                </c:pt>
                <c:pt idx="525">
                  <c:v>2115</c:v>
                </c:pt>
                <c:pt idx="526">
                  <c:v>2111</c:v>
                </c:pt>
                <c:pt idx="527">
                  <c:v>2101</c:v>
                </c:pt>
                <c:pt idx="528">
                  <c:v>2091</c:v>
                </c:pt>
                <c:pt idx="529">
                  <c:v>2090</c:v>
                </c:pt>
                <c:pt idx="530">
                  <c:v>2087</c:v>
                </c:pt>
                <c:pt idx="531">
                  <c:v>2088</c:v>
                </c:pt>
                <c:pt idx="532">
                  <c:v>2088</c:v>
                </c:pt>
                <c:pt idx="533">
                  <c:v>2090</c:v>
                </c:pt>
                <c:pt idx="534">
                  <c:v>2094</c:v>
                </c:pt>
                <c:pt idx="535">
                  <c:v>2099</c:v>
                </c:pt>
                <c:pt idx="536">
                  <c:v>2106</c:v>
                </c:pt>
                <c:pt idx="537">
                  <c:v>2112</c:v>
                </c:pt>
                <c:pt idx="538">
                  <c:v>2123</c:v>
                </c:pt>
                <c:pt idx="539">
                  <c:v>2137</c:v>
                </c:pt>
                <c:pt idx="540">
                  <c:v>2145</c:v>
                </c:pt>
                <c:pt idx="541">
                  <c:v>2154</c:v>
                </c:pt>
                <c:pt idx="542">
                  <c:v>2167</c:v>
                </c:pt>
                <c:pt idx="543">
                  <c:v>2181</c:v>
                </c:pt>
                <c:pt idx="544">
                  <c:v>2185</c:v>
                </c:pt>
                <c:pt idx="545">
                  <c:v>2190</c:v>
                </c:pt>
                <c:pt idx="546">
                  <c:v>2199</c:v>
                </c:pt>
                <c:pt idx="547">
                  <c:v>2206</c:v>
                </c:pt>
                <c:pt idx="548">
                  <c:v>2208</c:v>
                </c:pt>
                <c:pt idx="549">
                  <c:v>2214</c:v>
                </c:pt>
                <c:pt idx="550">
                  <c:v>2215</c:v>
                </c:pt>
                <c:pt idx="551">
                  <c:v>2211</c:v>
                </c:pt>
                <c:pt idx="552">
                  <c:v>2210</c:v>
                </c:pt>
                <c:pt idx="553">
                  <c:v>2206</c:v>
                </c:pt>
                <c:pt idx="554">
                  <c:v>2199</c:v>
                </c:pt>
                <c:pt idx="555">
                  <c:v>2189</c:v>
                </c:pt>
                <c:pt idx="556">
                  <c:v>2176</c:v>
                </c:pt>
                <c:pt idx="557">
                  <c:v>2159</c:v>
                </c:pt>
                <c:pt idx="558">
                  <c:v>2154</c:v>
                </c:pt>
                <c:pt idx="559">
                  <c:v>2146</c:v>
                </c:pt>
                <c:pt idx="560">
                  <c:v>2135</c:v>
                </c:pt>
                <c:pt idx="561">
                  <c:v>2123</c:v>
                </c:pt>
                <c:pt idx="562">
                  <c:v>2114</c:v>
                </c:pt>
                <c:pt idx="563">
                  <c:v>2108</c:v>
                </c:pt>
                <c:pt idx="564">
                  <c:v>2099</c:v>
                </c:pt>
                <c:pt idx="565">
                  <c:v>2092</c:v>
                </c:pt>
                <c:pt idx="566">
                  <c:v>2090</c:v>
                </c:pt>
                <c:pt idx="567">
                  <c:v>2090</c:v>
                </c:pt>
                <c:pt idx="568">
                  <c:v>2087</c:v>
                </c:pt>
                <c:pt idx="569">
                  <c:v>2088</c:v>
                </c:pt>
                <c:pt idx="570">
                  <c:v>2091</c:v>
                </c:pt>
                <c:pt idx="571">
                  <c:v>2096</c:v>
                </c:pt>
                <c:pt idx="572">
                  <c:v>2101</c:v>
                </c:pt>
                <c:pt idx="573">
                  <c:v>2109</c:v>
                </c:pt>
                <c:pt idx="574">
                  <c:v>2120</c:v>
                </c:pt>
                <c:pt idx="575">
                  <c:v>2126</c:v>
                </c:pt>
                <c:pt idx="576">
                  <c:v>2135</c:v>
                </c:pt>
                <c:pt idx="577">
                  <c:v>2152</c:v>
                </c:pt>
                <c:pt idx="578">
                  <c:v>2161</c:v>
                </c:pt>
                <c:pt idx="579">
                  <c:v>2171</c:v>
                </c:pt>
                <c:pt idx="580">
                  <c:v>2182</c:v>
                </c:pt>
                <c:pt idx="581">
                  <c:v>2187</c:v>
                </c:pt>
                <c:pt idx="582">
                  <c:v>2194</c:v>
                </c:pt>
                <c:pt idx="583">
                  <c:v>2202</c:v>
                </c:pt>
                <c:pt idx="584">
                  <c:v>2207</c:v>
                </c:pt>
                <c:pt idx="585">
                  <c:v>2211</c:v>
                </c:pt>
                <c:pt idx="586">
                  <c:v>2211</c:v>
                </c:pt>
                <c:pt idx="587">
                  <c:v>2214</c:v>
                </c:pt>
                <c:pt idx="588">
                  <c:v>2211</c:v>
                </c:pt>
                <c:pt idx="589">
                  <c:v>2209</c:v>
                </c:pt>
                <c:pt idx="590">
                  <c:v>2203</c:v>
                </c:pt>
                <c:pt idx="591">
                  <c:v>2198</c:v>
                </c:pt>
                <c:pt idx="592">
                  <c:v>2178</c:v>
                </c:pt>
                <c:pt idx="593">
                  <c:v>2171</c:v>
                </c:pt>
                <c:pt idx="594">
                  <c:v>2163</c:v>
                </c:pt>
                <c:pt idx="595">
                  <c:v>2154</c:v>
                </c:pt>
                <c:pt idx="596">
                  <c:v>2144</c:v>
                </c:pt>
                <c:pt idx="597">
                  <c:v>2136</c:v>
                </c:pt>
                <c:pt idx="598">
                  <c:v>2122</c:v>
                </c:pt>
                <c:pt idx="599">
                  <c:v>2114</c:v>
                </c:pt>
                <c:pt idx="600">
                  <c:v>2107</c:v>
                </c:pt>
                <c:pt idx="601">
                  <c:v>2098</c:v>
                </c:pt>
                <c:pt idx="602">
                  <c:v>2090</c:v>
                </c:pt>
                <c:pt idx="603">
                  <c:v>2091</c:v>
                </c:pt>
                <c:pt idx="604">
                  <c:v>2089</c:v>
                </c:pt>
                <c:pt idx="605">
                  <c:v>2088</c:v>
                </c:pt>
                <c:pt idx="606">
                  <c:v>2086</c:v>
                </c:pt>
                <c:pt idx="607">
                  <c:v>2091</c:v>
                </c:pt>
                <c:pt idx="608">
                  <c:v>2095</c:v>
                </c:pt>
                <c:pt idx="609">
                  <c:v>2104</c:v>
                </c:pt>
                <c:pt idx="610">
                  <c:v>2108</c:v>
                </c:pt>
                <c:pt idx="611">
                  <c:v>2119</c:v>
                </c:pt>
                <c:pt idx="612">
                  <c:v>2127</c:v>
                </c:pt>
                <c:pt idx="613">
                  <c:v>2139</c:v>
                </c:pt>
                <c:pt idx="614">
                  <c:v>2150</c:v>
                </c:pt>
                <c:pt idx="615">
                  <c:v>2160</c:v>
                </c:pt>
                <c:pt idx="616">
                  <c:v>2171</c:v>
                </c:pt>
                <c:pt idx="617">
                  <c:v>2179</c:v>
                </c:pt>
                <c:pt idx="618">
                  <c:v>2190</c:v>
                </c:pt>
                <c:pt idx="619">
                  <c:v>2195</c:v>
                </c:pt>
                <c:pt idx="620">
                  <c:v>2202</c:v>
                </c:pt>
                <c:pt idx="621">
                  <c:v>2208</c:v>
                </c:pt>
                <c:pt idx="622">
                  <c:v>2210</c:v>
                </c:pt>
                <c:pt idx="623">
                  <c:v>2215</c:v>
                </c:pt>
                <c:pt idx="624">
                  <c:v>2214</c:v>
                </c:pt>
                <c:pt idx="625">
                  <c:v>2210</c:v>
                </c:pt>
                <c:pt idx="626">
                  <c:v>2207</c:v>
                </c:pt>
                <c:pt idx="627">
                  <c:v>2203</c:v>
                </c:pt>
                <c:pt idx="628">
                  <c:v>2194</c:v>
                </c:pt>
                <c:pt idx="629">
                  <c:v>2180</c:v>
                </c:pt>
                <c:pt idx="630">
                  <c:v>2171</c:v>
                </c:pt>
                <c:pt idx="631">
                  <c:v>2162</c:v>
                </c:pt>
                <c:pt idx="632">
                  <c:v>2154</c:v>
                </c:pt>
                <c:pt idx="633">
                  <c:v>2143</c:v>
                </c:pt>
                <c:pt idx="634">
                  <c:v>2127</c:v>
                </c:pt>
                <c:pt idx="635">
                  <c:v>2122</c:v>
                </c:pt>
                <c:pt idx="636">
                  <c:v>2114</c:v>
                </c:pt>
                <c:pt idx="637">
                  <c:v>2106</c:v>
                </c:pt>
                <c:pt idx="638">
                  <c:v>2095</c:v>
                </c:pt>
                <c:pt idx="639">
                  <c:v>2091</c:v>
                </c:pt>
                <c:pt idx="640">
                  <c:v>2090</c:v>
                </c:pt>
                <c:pt idx="641">
                  <c:v>2087</c:v>
                </c:pt>
                <c:pt idx="642">
                  <c:v>2088</c:v>
                </c:pt>
                <c:pt idx="643">
                  <c:v>2088</c:v>
                </c:pt>
                <c:pt idx="644">
                  <c:v>2090</c:v>
                </c:pt>
                <c:pt idx="645">
                  <c:v>2098</c:v>
                </c:pt>
                <c:pt idx="646">
                  <c:v>2104</c:v>
                </c:pt>
                <c:pt idx="647">
                  <c:v>2107</c:v>
                </c:pt>
                <c:pt idx="648">
                  <c:v>2122</c:v>
                </c:pt>
                <c:pt idx="649">
                  <c:v>2130</c:v>
                </c:pt>
                <c:pt idx="650">
                  <c:v>2141</c:v>
                </c:pt>
                <c:pt idx="651">
                  <c:v>2152</c:v>
                </c:pt>
                <c:pt idx="652">
                  <c:v>2162</c:v>
                </c:pt>
                <c:pt idx="653">
                  <c:v>2176</c:v>
                </c:pt>
                <c:pt idx="654">
                  <c:v>2182</c:v>
                </c:pt>
                <c:pt idx="655">
                  <c:v>2187</c:v>
                </c:pt>
                <c:pt idx="656">
                  <c:v>2198</c:v>
                </c:pt>
                <c:pt idx="657">
                  <c:v>2203</c:v>
                </c:pt>
                <c:pt idx="658">
                  <c:v>2208</c:v>
                </c:pt>
                <c:pt idx="659">
                  <c:v>2211</c:v>
                </c:pt>
                <c:pt idx="660">
                  <c:v>2214</c:v>
                </c:pt>
                <c:pt idx="661">
                  <c:v>2211</c:v>
                </c:pt>
                <c:pt idx="662">
                  <c:v>2210</c:v>
                </c:pt>
                <c:pt idx="663">
                  <c:v>2208</c:v>
                </c:pt>
                <c:pt idx="664">
                  <c:v>2202</c:v>
                </c:pt>
                <c:pt idx="665">
                  <c:v>2194</c:v>
                </c:pt>
                <c:pt idx="666">
                  <c:v>2174</c:v>
                </c:pt>
                <c:pt idx="667">
                  <c:v>2169</c:v>
                </c:pt>
                <c:pt idx="668">
                  <c:v>2159</c:v>
                </c:pt>
                <c:pt idx="669">
                  <c:v>2152</c:v>
                </c:pt>
                <c:pt idx="670">
                  <c:v>2138</c:v>
                </c:pt>
                <c:pt idx="671">
                  <c:v>2129</c:v>
                </c:pt>
                <c:pt idx="672">
                  <c:v>2118</c:v>
                </c:pt>
                <c:pt idx="673">
                  <c:v>2112</c:v>
                </c:pt>
                <c:pt idx="674">
                  <c:v>2106</c:v>
                </c:pt>
                <c:pt idx="675">
                  <c:v>2097</c:v>
                </c:pt>
                <c:pt idx="676">
                  <c:v>2091</c:v>
                </c:pt>
                <c:pt idx="677">
                  <c:v>2090</c:v>
                </c:pt>
                <c:pt idx="678">
                  <c:v>2087</c:v>
                </c:pt>
                <c:pt idx="679">
                  <c:v>2089</c:v>
                </c:pt>
                <c:pt idx="680">
                  <c:v>2091</c:v>
                </c:pt>
                <c:pt idx="681">
                  <c:v>2091</c:v>
                </c:pt>
                <c:pt idx="682">
                  <c:v>2098</c:v>
                </c:pt>
                <c:pt idx="683">
                  <c:v>2106</c:v>
                </c:pt>
                <c:pt idx="684">
                  <c:v>2112</c:v>
                </c:pt>
                <c:pt idx="685">
                  <c:v>2120</c:v>
                </c:pt>
                <c:pt idx="686">
                  <c:v>2134</c:v>
                </c:pt>
                <c:pt idx="687">
                  <c:v>2139</c:v>
                </c:pt>
                <c:pt idx="688">
                  <c:v>2153</c:v>
                </c:pt>
                <c:pt idx="689">
                  <c:v>2168</c:v>
                </c:pt>
                <c:pt idx="690">
                  <c:v>2176</c:v>
                </c:pt>
                <c:pt idx="691">
                  <c:v>2183</c:v>
                </c:pt>
                <c:pt idx="692">
                  <c:v>2190</c:v>
                </c:pt>
                <c:pt idx="693">
                  <c:v>2200</c:v>
                </c:pt>
                <c:pt idx="694">
                  <c:v>2203</c:v>
                </c:pt>
                <c:pt idx="695">
                  <c:v>2207</c:v>
                </c:pt>
                <c:pt idx="696">
                  <c:v>2211</c:v>
                </c:pt>
                <c:pt idx="697">
                  <c:v>2216</c:v>
                </c:pt>
                <c:pt idx="698">
                  <c:v>2214</c:v>
                </c:pt>
                <c:pt idx="699">
                  <c:v>2211</c:v>
                </c:pt>
                <c:pt idx="700">
                  <c:v>2207</c:v>
                </c:pt>
                <c:pt idx="701">
                  <c:v>2202</c:v>
                </c:pt>
                <c:pt idx="702">
                  <c:v>2194</c:v>
                </c:pt>
                <c:pt idx="703">
                  <c:v>2176</c:v>
                </c:pt>
                <c:pt idx="704">
                  <c:v>2168</c:v>
                </c:pt>
                <c:pt idx="705">
                  <c:v>2159</c:v>
                </c:pt>
                <c:pt idx="706">
                  <c:v>2150</c:v>
                </c:pt>
                <c:pt idx="707">
                  <c:v>2139</c:v>
                </c:pt>
                <c:pt idx="708">
                  <c:v>2127</c:v>
                </c:pt>
                <c:pt idx="709">
                  <c:v>2120</c:v>
                </c:pt>
                <c:pt idx="710">
                  <c:v>2112</c:v>
                </c:pt>
                <c:pt idx="711">
                  <c:v>2103</c:v>
                </c:pt>
                <c:pt idx="712">
                  <c:v>2095</c:v>
                </c:pt>
                <c:pt idx="713">
                  <c:v>2090</c:v>
                </c:pt>
                <c:pt idx="714">
                  <c:v>2090</c:v>
                </c:pt>
                <c:pt idx="715">
                  <c:v>2087</c:v>
                </c:pt>
                <c:pt idx="716">
                  <c:v>2088</c:v>
                </c:pt>
                <c:pt idx="717">
                  <c:v>2089</c:v>
                </c:pt>
                <c:pt idx="718">
                  <c:v>2094</c:v>
                </c:pt>
                <c:pt idx="719">
                  <c:v>2098</c:v>
                </c:pt>
                <c:pt idx="720">
                  <c:v>2105</c:v>
                </c:pt>
                <c:pt idx="721">
                  <c:v>2113</c:v>
                </c:pt>
                <c:pt idx="722">
                  <c:v>2123</c:v>
                </c:pt>
                <c:pt idx="723">
                  <c:v>2137</c:v>
                </c:pt>
                <c:pt idx="724">
                  <c:v>2146</c:v>
                </c:pt>
                <c:pt idx="725">
                  <c:v>2154</c:v>
                </c:pt>
                <c:pt idx="726">
                  <c:v>2166</c:v>
                </c:pt>
                <c:pt idx="727">
                  <c:v>2178</c:v>
                </c:pt>
                <c:pt idx="728">
                  <c:v>2186</c:v>
                </c:pt>
                <c:pt idx="729">
                  <c:v>2187</c:v>
                </c:pt>
                <c:pt idx="730">
                  <c:v>2199</c:v>
                </c:pt>
                <c:pt idx="731">
                  <c:v>2206</c:v>
                </c:pt>
                <c:pt idx="732">
                  <c:v>2209</c:v>
                </c:pt>
                <c:pt idx="733">
                  <c:v>2211</c:v>
                </c:pt>
                <c:pt idx="734">
                  <c:v>2214</c:v>
                </c:pt>
                <c:pt idx="735">
                  <c:v>2214</c:v>
                </c:pt>
                <c:pt idx="736">
                  <c:v>2210</c:v>
                </c:pt>
                <c:pt idx="737">
                  <c:v>2203</c:v>
                </c:pt>
                <c:pt idx="738">
                  <c:v>2202</c:v>
                </c:pt>
                <c:pt idx="739">
                  <c:v>2192</c:v>
                </c:pt>
                <c:pt idx="740">
                  <c:v>2176</c:v>
                </c:pt>
                <c:pt idx="741">
                  <c:v>2162</c:v>
                </c:pt>
                <c:pt idx="742">
                  <c:v>2155</c:v>
                </c:pt>
                <c:pt idx="743">
                  <c:v>2147</c:v>
                </c:pt>
                <c:pt idx="744">
                  <c:v>2137</c:v>
                </c:pt>
                <c:pt idx="745">
                  <c:v>2126</c:v>
                </c:pt>
                <c:pt idx="746">
                  <c:v>2115</c:v>
                </c:pt>
                <c:pt idx="747">
                  <c:v>2109</c:v>
                </c:pt>
                <c:pt idx="748">
                  <c:v>2104</c:v>
                </c:pt>
                <c:pt idx="749">
                  <c:v>2094</c:v>
                </c:pt>
                <c:pt idx="750">
                  <c:v>2091</c:v>
                </c:pt>
                <c:pt idx="751">
                  <c:v>2089</c:v>
                </c:pt>
                <c:pt idx="752">
                  <c:v>2088</c:v>
                </c:pt>
                <c:pt idx="753">
                  <c:v>2087</c:v>
                </c:pt>
                <c:pt idx="754">
                  <c:v>2091</c:v>
                </c:pt>
                <c:pt idx="755">
                  <c:v>2095</c:v>
                </c:pt>
                <c:pt idx="756">
                  <c:v>2104</c:v>
                </c:pt>
                <c:pt idx="757">
                  <c:v>2107</c:v>
                </c:pt>
                <c:pt idx="758">
                  <c:v>2111</c:v>
                </c:pt>
                <c:pt idx="759">
                  <c:v>2123</c:v>
                </c:pt>
                <c:pt idx="760">
                  <c:v>2136</c:v>
                </c:pt>
                <c:pt idx="761">
                  <c:v>2147</c:v>
                </c:pt>
                <c:pt idx="762">
                  <c:v>2159</c:v>
                </c:pt>
                <c:pt idx="763">
                  <c:v>2169</c:v>
                </c:pt>
                <c:pt idx="764">
                  <c:v>2178</c:v>
                </c:pt>
                <c:pt idx="765">
                  <c:v>2186</c:v>
                </c:pt>
                <c:pt idx="766">
                  <c:v>2193</c:v>
                </c:pt>
                <c:pt idx="767">
                  <c:v>2199</c:v>
                </c:pt>
                <c:pt idx="768">
                  <c:v>2203</c:v>
                </c:pt>
                <c:pt idx="769">
                  <c:v>2207</c:v>
                </c:pt>
                <c:pt idx="770">
                  <c:v>2210</c:v>
                </c:pt>
                <c:pt idx="771">
                  <c:v>2211</c:v>
                </c:pt>
                <c:pt idx="772">
                  <c:v>2216</c:v>
                </c:pt>
                <c:pt idx="773">
                  <c:v>2207</c:v>
                </c:pt>
                <c:pt idx="774">
                  <c:v>2203</c:v>
                </c:pt>
                <c:pt idx="775">
                  <c:v>2197</c:v>
                </c:pt>
                <c:pt idx="776">
                  <c:v>2187</c:v>
                </c:pt>
                <c:pt idx="777">
                  <c:v>2172</c:v>
                </c:pt>
                <c:pt idx="778">
                  <c:v>2165</c:v>
                </c:pt>
                <c:pt idx="779">
                  <c:v>2155</c:v>
                </c:pt>
                <c:pt idx="780">
                  <c:v>2143</c:v>
                </c:pt>
                <c:pt idx="781">
                  <c:v>2135</c:v>
                </c:pt>
                <c:pt idx="782">
                  <c:v>2123</c:v>
                </c:pt>
                <c:pt idx="783">
                  <c:v>2120</c:v>
                </c:pt>
                <c:pt idx="784">
                  <c:v>2106</c:v>
                </c:pt>
                <c:pt idx="785">
                  <c:v>2099</c:v>
                </c:pt>
                <c:pt idx="786">
                  <c:v>2094</c:v>
                </c:pt>
                <c:pt idx="787">
                  <c:v>2089</c:v>
                </c:pt>
                <c:pt idx="788">
                  <c:v>2090</c:v>
                </c:pt>
                <c:pt idx="789">
                  <c:v>2087</c:v>
                </c:pt>
                <c:pt idx="790">
                  <c:v>2089</c:v>
                </c:pt>
                <c:pt idx="791">
                  <c:v>2090</c:v>
                </c:pt>
                <c:pt idx="792">
                  <c:v>2096</c:v>
                </c:pt>
                <c:pt idx="793">
                  <c:v>2099</c:v>
                </c:pt>
                <c:pt idx="794">
                  <c:v>2107</c:v>
                </c:pt>
                <c:pt idx="795">
                  <c:v>2115</c:v>
                </c:pt>
                <c:pt idx="796">
                  <c:v>2123</c:v>
                </c:pt>
                <c:pt idx="797">
                  <c:v>2139</c:v>
                </c:pt>
                <c:pt idx="798">
                  <c:v>2148</c:v>
                </c:pt>
                <c:pt idx="799">
                  <c:v>2155</c:v>
                </c:pt>
                <c:pt idx="800">
                  <c:v>2170</c:v>
                </c:pt>
                <c:pt idx="801">
                  <c:v>2179</c:v>
                </c:pt>
                <c:pt idx="802">
                  <c:v>2187</c:v>
                </c:pt>
                <c:pt idx="803">
                  <c:v>2195</c:v>
                </c:pt>
                <c:pt idx="804">
                  <c:v>2202</c:v>
                </c:pt>
                <c:pt idx="805">
                  <c:v>2206</c:v>
                </c:pt>
                <c:pt idx="806">
                  <c:v>2211</c:v>
                </c:pt>
                <c:pt idx="807">
                  <c:v>2216</c:v>
                </c:pt>
                <c:pt idx="808">
                  <c:v>2214</c:v>
                </c:pt>
                <c:pt idx="809">
                  <c:v>2212</c:v>
                </c:pt>
                <c:pt idx="810">
                  <c:v>2209</c:v>
                </c:pt>
                <c:pt idx="811">
                  <c:v>2203</c:v>
                </c:pt>
                <c:pt idx="812">
                  <c:v>2195</c:v>
                </c:pt>
                <c:pt idx="813">
                  <c:v>2179</c:v>
                </c:pt>
                <c:pt idx="814">
                  <c:v>2171</c:v>
                </c:pt>
                <c:pt idx="815">
                  <c:v>2163</c:v>
                </c:pt>
                <c:pt idx="816">
                  <c:v>2155</c:v>
                </c:pt>
                <c:pt idx="817">
                  <c:v>2144</c:v>
                </c:pt>
                <c:pt idx="818">
                  <c:v>2131</c:v>
                </c:pt>
                <c:pt idx="819">
                  <c:v>2126</c:v>
                </c:pt>
                <c:pt idx="820">
                  <c:v>2115</c:v>
                </c:pt>
                <c:pt idx="821">
                  <c:v>2107</c:v>
                </c:pt>
                <c:pt idx="822">
                  <c:v>2098</c:v>
                </c:pt>
                <c:pt idx="823">
                  <c:v>2090</c:v>
                </c:pt>
                <c:pt idx="824">
                  <c:v>2090</c:v>
                </c:pt>
                <c:pt idx="825">
                  <c:v>2088</c:v>
                </c:pt>
                <c:pt idx="826">
                  <c:v>2088</c:v>
                </c:pt>
                <c:pt idx="827">
                  <c:v>2088</c:v>
                </c:pt>
                <c:pt idx="828">
                  <c:v>2091</c:v>
                </c:pt>
                <c:pt idx="829">
                  <c:v>2095</c:v>
                </c:pt>
                <c:pt idx="830">
                  <c:v>2104</c:v>
                </c:pt>
                <c:pt idx="831">
                  <c:v>2110</c:v>
                </c:pt>
                <c:pt idx="832">
                  <c:v>2119</c:v>
                </c:pt>
                <c:pt idx="833">
                  <c:v>2127</c:v>
                </c:pt>
                <c:pt idx="834">
                  <c:v>2139</c:v>
                </c:pt>
                <c:pt idx="835">
                  <c:v>2150</c:v>
                </c:pt>
                <c:pt idx="836">
                  <c:v>2161</c:v>
                </c:pt>
                <c:pt idx="837">
                  <c:v>2174</c:v>
                </c:pt>
                <c:pt idx="838">
                  <c:v>2184</c:v>
                </c:pt>
                <c:pt idx="839">
                  <c:v>2187</c:v>
                </c:pt>
                <c:pt idx="840">
                  <c:v>2195</c:v>
                </c:pt>
                <c:pt idx="841">
                  <c:v>2203</c:v>
                </c:pt>
                <c:pt idx="842">
                  <c:v>2203</c:v>
                </c:pt>
                <c:pt idx="843">
                  <c:v>2207</c:v>
                </c:pt>
                <c:pt idx="844">
                  <c:v>2213</c:v>
                </c:pt>
                <c:pt idx="845">
                  <c:v>2211</c:v>
                </c:pt>
                <c:pt idx="846">
                  <c:v>2210</c:v>
                </c:pt>
                <c:pt idx="847">
                  <c:v>2207</c:v>
                </c:pt>
                <c:pt idx="848">
                  <c:v>2202</c:v>
                </c:pt>
                <c:pt idx="849">
                  <c:v>2195</c:v>
                </c:pt>
                <c:pt idx="850">
                  <c:v>2176</c:v>
                </c:pt>
                <c:pt idx="851">
                  <c:v>2171</c:v>
                </c:pt>
                <c:pt idx="852">
                  <c:v>2159</c:v>
                </c:pt>
                <c:pt idx="853">
                  <c:v>2154</c:v>
                </c:pt>
                <c:pt idx="854">
                  <c:v>2143</c:v>
                </c:pt>
                <c:pt idx="855">
                  <c:v>2131</c:v>
                </c:pt>
                <c:pt idx="856">
                  <c:v>2120</c:v>
                </c:pt>
                <c:pt idx="857">
                  <c:v>2114</c:v>
                </c:pt>
                <c:pt idx="858">
                  <c:v>2107</c:v>
                </c:pt>
                <c:pt idx="859">
                  <c:v>2095</c:v>
                </c:pt>
                <c:pt idx="860">
                  <c:v>2091</c:v>
                </c:pt>
                <c:pt idx="861">
                  <c:v>2091</c:v>
                </c:pt>
                <c:pt idx="862">
                  <c:v>2087</c:v>
                </c:pt>
                <c:pt idx="863">
                  <c:v>2089</c:v>
                </c:pt>
                <c:pt idx="864">
                  <c:v>2090</c:v>
                </c:pt>
                <c:pt idx="865">
                  <c:v>2094</c:v>
                </c:pt>
                <c:pt idx="866">
                  <c:v>2098</c:v>
                </c:pt>
                <c:pt idx="867">
                  <c:v>2105</c:v>
                </c:pt>
                <c:pt idx="868">
                  <c:v>2112</c:v>
                </c:pt>
                <c:pt idx="869">
                  <c:v>2122</c:v>
                </c:pt>
                <c:pt idx="870">
                  <c:v>2131</c:v>
                </c:pt>
                <c:pt idx="871">
                  <c:v>2139</c:v>
                </c:pt>
                <c:pt idx="872">
                  <c:v>2152</c:v>
                </c:pt>
                <c:pt idx="873">
                  <c:v>2162</c:v>
                </c:pt>
                <c:pt idx="874">
                  <c:v>2175</c:v>
                </c:pt>
                <c:pt idx="875">
                  <c:v>2184</c:v>
                </c:pt>
                <c:pt idx="876">
                  <c:v>2187</c:v>
                </c:pt>
                <c:pt idx="877">
                  <c:v>2194</c:v>
                </c:pt>
                <c:pt idx="878">
                  <c:v>2203</c:v>
                </c:pt>
                <c:pt idx="879">
                  <c:v>2207</c:v>
                </c:pt>
                <c:pt idx="880">
                  <c:v>2208</c:v>
                </c:pt>
                <c:pt idx="881">
                  <c:v>2211</c:v>
                </c:pt>
                <c:pt idx="882">
                  <c:v>2215</c:v>
                </c:pt>
                <c:pt idx="883">
                  <c:v>2212</c:v>
                </c:pt>
                <c:pt idx="884">
                  <c:v>2208</c:v>
                </c:pt>
                <c:pt idx="885">
                  <c:v>2202</c:v>
                </c:pt>
                <c:pt idx="886">
                  <c:v>2195</c:v>
                </c:pt>
                <c:pt idx="887">
                  <c:v>2175</c:v>
                </c:pt>
                <c:pt idx="888">
                  <c:v>2171</c:v>
                </c:pt>
                <c:pt idx="889">
                  <c:v>2163</c:v>
                </c:pt>
                <c:pt idx="890">
                  <c:v>2152</c:v>
                </c:pt>
                <c:pt idx="891">
                  <c:v>2138</c:v>
                </c:pt>
                <c:pt idx="892">
                  <c:v>2131</c:v>
                </c:pt>
                <c:pt idx="893">
                  <c:v>2120</c:v>
                </c:pt>
                <c:pt idx="894">
                  <c:v>2107</c:v>
                </c:pt>
                <c:pt idx="895">
                  <c:v>2102</c:v>
                </c:pt>
                <c:pt idx="896">
                  <c:v>2097</c:v>
                </c:pt>
                <c:pt idx="897">
                  <c:v>2091</c:v>
                </c:pt>
                <c:pt idx="898">
                  <c:v>2088</c:v>
                </c:pt>
                <c:pt idx="899">
                  <c:v>2086</c:v>
                </c:pt>
                <c:pt idx="900">
                  <c:v>2087</c:v>
                </c:pt>
                <c:pt idx="901">
                  <c:v>2089</c:v>
                </c:pt>
                <c:pt idx="902">
                  <c:v>2091</c:v>
                </c:pt>
                <c:pt idx="903">
                  <c:v>2098</c:v>
                </c:pt>
                <c:pt idx="904">
                  <c:v>2105</c:v>
                </c:pt>
                <c:pt idx="905">
                  <c:v>2113</c:v>
                </c:pt>
                <c:pt idx="906">
                  <c:v>2121</c:v>
                </c:pt>
                <c:pt idx="907">
                  <c:v>2134</c:v>
                </c:pt>
                <c:pt idx="908">
                  <c:v>2142</c:v>
                </c:pt>
                <c:pt idx="909">
                  <c:v>2153</c:v>
                </c:pt>
                <c:pt idx="910">
                  <c:v>2168</c:v>
                </c:pt>
                <c:pt idx="911">
                  <c:v>2178</c:v>
                </c:pt>
                <c:pt idx="912">
                  <c:v>2183</c:v>
                </c:pt>
                <c:pt idx="913">
                  <c:v>2189</c:v>
                </c:pt>
                <c:pt idx="914">
                  <c:v>2200</c:v>
                </c:pt>
                <c:pt idx="915">
                  <c:v>2204</c:v>
                </c:pt>
                <c:pt idx="916">
                  <c:v>2207</c:v>
                </c:pt>
                <c:pt idx="917">
                  <c:v>2211</c:v>
                </c:pt>
                <c:pt idx="918">
                  <c:v>2216</c:v>
                </c:pt>
                <c:pt idx="919">
                  <c:v>2214</c:v>
                </c:pt>
                <c:pt idx="920">
                  <c:v>2210</c:v>
                </c:pt>
                <c:pt idx="921">
                  <c:v>2208</c:v>
                </c:pt>
                <c:pt idx="922">
                  <c:v>2203</c:v>
                </c:pt>
                <c:pt idx="923">
                  <c:v>2194</c:v>
                </c:pt>
                <c:pt idx="924">
                  <c:v>2178</c:v>
                </c:pt>
                <c:pt idx="925">
                  <c:v>2165</c:v>
                </c:pt>
                <c:pt idx="926">
                  <c:v>2159</c:v>
                </c:pt>
                <c:pt idx="927">
                  <c:v>2152</c:v>
                </c:pt>
                <c:pt idx="928">
                  <c:v>2139</c:v>
                </c:pt>
                <c:pt idx="929">
                  <c:v>2128</c:v>
                </c:pt>
                <c:pt idx="930">
                  <c:v>2120</c:v>
                </c:pt>
                <c:pt idx="931">
                  <c:v>2112</c:v>
                </c:pt>
                <c:pt idx="932">
                  <c:v>2102</c:v>
                </c:pt>
                <c:pt idx="933">
                  <c:v>2096</c:v>
                </c:pt>
                <c:pt idx="934">
                  <c:v>2091</c:v>
                </c:pt>
                <c:pt idx="935">
                  <c:v>2088</c:v>
                </c:pt>
                <c:pt idx="936">
                  <c:v>2087</c:v>
                </c:pt>
                <c:pt idx="937">
                  <c:v>2087</c:v>
                </c:pt>
                <c:pt idx="938">
                  <c:v>2090</c:v>
                </c:pt>
                <c:pt idx="939">
                  <c:v>2091</c:v>
                </c:pt>
                <c:pt idx="940">
                  <c:v>2098</c:v>
                </c:pt>
                <c:pt idx="941">
                  <c:v>2107</c:v>
                </c:pt>
                <c:pt idx="942">
                  <c:v>2114</c:v>
                </c:pt>
                <c:pt idx="943">
                  <c:v>2123</c:v>
                </c:pt>
                <c:pt idx="944">
                  <c:v>2135</c:v>
                </c:pt>
                <c:pt idx="945">
                  <c:v>2143</c:v>
                </c:pt>
                <c:pt idx="946">
                  <c:v>2155</c:v>
                </c:pt>
                <c:pt idx="947">
                  <c:v>2168</c:v>
                </c:pt>
                <c:pt idx="948">
                  <c:v>2178</c:v>
                </c:pt>
                <c:pt idx="949">
                  <c:v>2183</c:v>
                </c:pt>
                <c:pt idx="950">
                  <c:v>2190</c:v>
                </c:pt>
                <c:pt idx="951">
                  <c:v>2200</c:v>
                </c:pt>
                <c:pt idx="952">
                  <c:v>2202</c:v>
                </c:pt>
                <c:pt idx="953">
                  <c:v>2209</c:v>
                </c:pt>
                <c:pt idx="954">
                  <c:v>2211</c:v>
                </c:pt>
                <c:pt idx="955">
                  <c:v>2216</c:v>
                </c:pt>
                <c:pt idx="956">
                  <c:v>2210</c:v>
                </c:pt>
                <c:pt idx="957">
                  <c:v>2210</c:v>
                </c:pt>
                <c:pt idx="958">
                  <c:v>2207</c:v>
                </c:pt>
                <c:pt idx="959">
                  <c:v>2200</c:v>
                </c:pt>
                <c:pt idx="960">
                  <c:v>2190</c:v>
                </c:pt>
                <c:pt idx="961">
                  <c:v>2175</c:v>
                </c:pt>
                <c:pt idx="962">
                  <c:v>2168</c:v>
                </c:pt>
                <c:pt idx="963">
                  <c:v>2160</c:v>
                </c:pt>
                <c:pt idx="964">
                  <c:v>2149</c:v>
                </c:pt>
                <c:pt idx="965">
                  <c:v>2137</c:v>
                </c:pt>
                <c:pt idx="966">
                  <c:v>2123</c:v>
                </c:pt>
                <c:pt idx="967">
                  <c:v>2118</c:v>
                </c:pt>
                <c:pt idx="968">
                  <c:v>2110</c:v>
                </c:pt>
                <c:pt idx="969">
                  <c:v>2103</c:v>
                </c:pt>
                <c:pt idx="970">
                  <c:v>2091</c:v>
                </c:pt>
                <c:pt idx="971">
                  <c:v>2090</c:v>
                </c:pt>
                <c:pt idx="972">
                  <c:v>2091</c:v>
                </c:pt>
                <c:pt idx="973">
                  <c:v>2087</c:v>
                </c:pt>
                <c:pt idx="974">
                  <c:v>2088</c:v>
                </c:pt>
                <c:pt idx="975">
                  <c:v>2091</c:v>
                </c:pt>
                <c:pt idx="976">
                  <c:v>2095</c:v>
                </c:pt>
                <c:pt idx="977">
                  <c:v>2099</c:v>
                </c:pt>
                <c:pt idx="978">
                  <c:v>2106</c:v>
                </c:pt>
                <c:pt idx="979">
                  <c:v>2112</c:v>
                </c:pt>
                <c:pt idx="980">
                  <c:v>2123</c:v>
                </c:pt>
                <c:pt idx="981">
                  <c:v>2137</c:v>
                </c:pt>
                <c:pt idx="982">
                  <c:v>2146</c:v>
                </c:pt>
                <c:pt idx="983">
                  <c:v>2155</c:v>
                </c:pt>
                <c:pt idx="984">
                  <c:v>2171</c:v>
                </c:pt>
                <c:pt idx="985">
                  <c:v>2179</c:v>
                </c:pt>
                <c:pt idx="986">
                  <c:v>2185</c:v>
                </c:pt>
                <c:pt idx="987">
                  <c:v>2194</c:v>
                </c:pt>
                <c:pt idx="988">
                  <c:v>2202</c:v>
                </c:pt>
                <c:pt idx="989">
                  <c:v>2207</c:v>
                </c:pt>
                <c:pt idx="990">
                  <c:v>2210</c:v>
                </c:pt>
                <c:pt idx="991">
                  <c:v>2214</c:v>
                </c:pt>
                <c:pt idx="992">
                  <c:v>2215</c:v>
                </c:pt>
                <c:pt idx="993">
                  <c:v>2213</c:v>
                </c:pt>
                <c:pt idx="994">
                  <c:v>2209</c:v>
                </c:pt>
                <c:pt idx="995">
                  <c:v>2206</c:v>
                </c:pt>
                <c:pt idx="996">
                  <c:v>2199</c:v>
                </c:pt>
                <c:pt idx="997">
                  <c:v>2191</c:v>
                </c:pt>
                <c:pt idx="998">
                  <c:v>2178</c:v>
                </c:pt>
                <c:pt idx="999">
                  <c:v>2163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F8-4E07-AF03-B6AA58E95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4208144"/>
        <c:axId val="1114208624"/>
      </c:lineChart>
      <c:catAx>
        <c:axId val="111420814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14208624"/>
        <c:crosses val="autoZero"/>
        <c:auto val="1"/>
        <c:lblAlgn val="ctr"/>
        <c:lblOffset val="100"/>
        <c:noMultiLvlLbl val="0"/>
      </c:catAx>
      <c:valAx>
        <c:axId val="1114208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14208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baseline="0"/>
              <a:t>V FB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工作表1!$C$1:$C$1000</c:f>
              <c:numCache>
                <c:formatCode>General</c:formatCode>
                <c:ptCount val="1000"/>
                <c:pt idx="0">
                  <c:v>1300</c:v>
                </c:pt>
                <c:pt idx="1">
                  <c:v>1307</c:v>
                </c:pt>
                <c:pt idx="2">
                  <c:v>1318</c:v>
                </c:pt>
                <c:pt idx="3">
                  <c:v>1357</c:v>
                </c:pt>
                <c:pt idx="4">
                  <c:v>1395</c:v>
                </c:pt>
                <c:pt idx="5">
                  <c:v>1432</c:v>
                </c:pt>
                <c:pt idx="6">
                  <c:v>1466</c:v>
                </c:pt>
                <c:pt idx="7">
                  <c:v>1504</c:v>
                </c:pt>
                <c:pt idx="8">
                  <c:v>1540</c:v>
                </c:pt>
                <c:pt idx="9">
                  <c:v>1583</c:v>
                </c:pt>
                <c:pt idx="10">
                  <c:v>1611</c:v>
                </c:pt>
                <c:pt idx="11">
                  <c:v>1643</c:v>
                </c:pt>
                <c:pt idx="12">
                  <c:v>1672</c:v>
                </c:pt>
                <c:pt idx="13">
                  <c:v>1696</c:v>
                </c:pt>
                <c:pt idx="14">
                  <c:v>1714</c:v>
                </c:pt>
                <c:pt idx="15">
                  <c:v>1727</c:v>
                </c:pt>
                <c:pt idx="16">
                  <c:v>1734</c:v>
                </c:pt>
                <c:pt idx="17">
                  <c:v>1739</c:v>
                </c:pt>
                <c:pt idx="18">
                  <c:v>1738</c:v>
                </c:pt>
                <c:pt idx="19">
                  <c:v>1731</c:v>
                </c:pt>
                <c:pt idx="20">
                  <c:v>1721</c:v>
                </c:pt>
                <c:pt idx="21">
                  <c:v>1707</c:v>
                </c:pt>
                <c:pt idx="22">
                  <c:v>1683</c:v>
                </c:pt>
                <c:pt idx="23">
                  <c:v>1652</c:v>
                </c:pt>
                <c:pt idx="24">
                  <c:v>1615</c:v>
                </c:pt>
                <c:pt idx="25">
                  <c:v>1583</c:v>
                </c:pt>
                <c:pt idx="26">
                  <c:v>1550</c:v>
                </c:pt>
                <c:pt idx="27">
                  <c:v>1512</c:v>
                </c:pt>
                <c:pt idx="28">
                  <c:v>1479</c:v>
                </c:pt>
                <c:pt idx="29">
                  <c:v>1446</c:v>
                </c:pt>
                <c:pt idx="30">
                  <c:v>1411</c:v>
                </c:pt>
                <c:pt idx="31">
                  <c:v>1390</c:v>
                </c:pt>
                <c:pt idx="32">
                  <c:v>1358</c:v>
                </c:pt>
                <c:pt idx="33">
                  <c:v>1338</c:v>
                </c:pt>
                <c:pt idx="34">
                  <c:v>1320</c:v>
                </c:pt>
                <c:pt idx="35">
                  <c:v>1308</c:v>
                </c:pt>
                <c:pt idx="36">
                  <c:v>1302</c:v>
                </c:pt>
                <c:pt idx="37">
                  <c:v>1304</c:v>
                </c:pt>
                <c:pt idx="38">
                  <c:v>1306</c:v>
                </c:pt>
                <c:pt idx="39">
                  <c:v>1322</c:v>
                </c:pt>
                <c:pt idx="40">
                  <c:v>1358</c:v>
                </c:pt>
                <c:pt idx="41">
                  <c:v>1394</c:v>
                </c:pt>
                <c:pt idx="42">
                  <c:v>1431</c:v>
                </c:pt>
                <c:pt idx="43">
                  <c:v>1466</c:v>
                </c:pt>
                <c:pt idx="44">
                  <c:v>1509</c:v>
                </c:pt>
                <c:pt idx="45">
                  <c:v>1546</c:v>
                </c:pt>
                <c:pt idx="46">
                  <c:v>1582</c:v>
                </c:pt>
                <c:pt idx="47">
                  <c:v>1615</c:v>
                </c:pt>
                <c:pt idx="48">
                  <c:v>1643</c:v>
                </c:pt>
                <c:pt idx="49">
                  <c:v>1674</c:v>
                </c:pt>
                <c:pt idx="50">
                  <c:v>1696</c:v>
                </c:pt>
                <c:pt idx="51">
                  <c:v>1716</c:v>
                </c:pt>
                <c:pt idx="52">
                  <c:v>1730</c:v>
                </c:pt>
                <c:pt idx="53">
                  <c:v>1738</c:v>
                </c:pt>
                <c:pt idx="54">
                  <c:v>1739</c:v>
                </c:pt>
                <c:pt idx="55">
                  <c:v>1738</c:v>
                </c:pt>
                <c:pt idx="56">
                  <c:v>1730</c:v>
                </c:pt>
                <c:pt idx="57">
                  <c:v>1718</c:v>
                </c:pt>
                <c:pt idx="58">
                  <c:v>1699</c:v>
                </c:pt>
                <c:pt idx="59">
                  <c:v>1675</c:v>
                </c:pt>
                <c:pt idx="60">
                  <c:v>1651</c:v>
                </c:pt>
                <c:pt idx="61">
                  <c:v>1611</c:v>
                </c:pt>
                <c:pt idx="62">
                  <c:v>1578</c:v>
                </c:pt>
                <c:pt idx="63">
                  <c:v>1547</c:v>
                </c:pt>
                <c:pt idx="64">
                  <c:v>1506</c:v>
                </c:pt>
                <c:pt idx="65">
                  <c:v>1470</c:v>
                </c:pt>
                <c:pt idx="66">
                  <c:v>1438</c:v>
                </c:pt>
                <c:pt idx="67">
                  <c:v>1405</c:v>
                </c:pt>
                <c:pt idx="68">
                  <c:v>1379</c:v>
                </c:pt>
                <c:pt idx="69">
                  <c:v>1354</c:v>
                </c:pt>
                <c:pt idx="70">
                  <c:v>1334</c:v>
                </c:pt>
                <c:pt idx="71">
                  <c:v>1320</c:v>
                </c:pt>
                <c:pt idx="72">
                  <c:v>1307</c:v>
                </c:pt>
                <c:pt idx="73">
                  <c:v>1306</c:v>
                </c:pt>
                <c:pt idx="74">
                  <c:v>1306</c:v>
                </c:pt>
                <c:pt idx="75">
                  <c:v>1313</c:v>
                </c:pt>
                <c:pt idx="76">
                  <c:v>1323</c:v>
                </c:pt>
                <c:pt idx="77">
                  <c:v>1365</c:v>
                </c:pt>
                <c:pt idx="78">
                  <c:v>1403</c:v>
                </c:pt>
                <c:pt idx="79">
                  <c:v>1438</c:v>
                </c:pt>
                <c:pt idx="80">
                  <c:v>1478</c:v>
                </c:pt>
                <c:pt idx="81">
                  <c:v>1518</c:v>
                </c:pt>
                <c:pt idx="82">
                  <c:v>1549</c:v>
                </c:pt>
                <c:pt idx="83">
                  <c:v>1592</c:v>
                </c:pt>
                <c:pt idx="84">
                  <c:v>1626</c:v>
                </c:pt>
                <c:pt idx="85">
                  <c:v>1651</c:v>
                </c:pt>
                <c:pt idx="86">
                  <c:v>1682</c:v>
                </c:pt>
                <c:pt idx="87">
                  <c:v>1704</c:v>
                </c:pt>
                <c:pt idx="88">
                  <c:v>1718</c:v>
                </c:pt>
                <c:pt idx="89">
                  <c:v>1734</c:v>
                </c:pt>
                <c:pt idx="90">
                  <c:v>1737</c:v>
                </c:pt>
                <c:pt idx="91">
                  <c:v>1739</c:v>
                </c:pt>
                <c:pt idx="92">
                  <c:v>1738</c:v>
                </c:pt>
                <c:pt idx="93">
                  <c:v>1727</c:v>
                </c:pt>
                <c:pt idx="94">
                  <c:v>1715</c:v>
                </c:pt>
                <c:pt idx="95">
                  <c:v>1696</c:v>
                </c:pt>
                <c:pt idx="96">
                  <c:v>1666</c:v>
                </c:pt>
                <c:pt idx="97">
                  <c:v>1643</c:v>
                </c:pt>
                <c:pt idx="98">
                  <c:v>1603</c:v>
                </c:pt>
                <c:pt idx="99">
                  <c:v>1566</c:v>
                </c:pt>
                <c:pt idx="100">
                  <c:v>1534</c:v>
                </c:pt>
                <c:pt idx="101">
                  <c:v>1495</c:v>
                </c:pt>
                <c:pt idx="102">
                  <c:v>1464</c:v>
                </c:pt>
                <c:pt idx="103">
                  <c:v>1427</c:v>
                </c:pt>
                <c:pt idx="104">
                  <c:v>1399</c:v>
                </c:pt>
                <c:pt idx="105">
                  <c:v>1374</c:v>
                </c:pt>
                <c:pt idx="106">
                  <c:v>1347</c:v>
                </c:pt>
                <c:pt idx="107">
                  <c:v>1327</c:v>
                </c:pt>
                <c:pt idx="108">
                  <c:v>1314</c:v>
                </c:pt>
                <c:pt idx="109">
                  <c:v>1306</c:v>
                </c:pt>
                <c:pt idx="110">
                  <c:v>1304</c:v>
                </c:pt>
                <c:pt idx="111">
                  <c:v>1305</c:v>
                </c:pt>
                <c:pt idx="112">
                  <c:v>1311</c:v>
                </c:pt>
                <c:pt idx="113">
                  <c:v>1331</c:v>
                </c:pt>
                <c:pt idx="114">
                  <c:v>1372</c:v>
                </c:pt>
                <c:pt idx="115">
                  <c:v>1408</c:v>
                </c:pt>
                <c:pt idx="116">
                  <c:v>1444</c:v>
                </c:pt>
                <c:pt idx="117">
                  <c:v>1480</c:v>
                </c:pt>
                <c:pt idx="118">
                  <c:v>1523</c:v>
                </c:pt>
                <c:pt idx="119">
                  <c:v>1558</c:v>
                </c:pt>
                <c:pt idx="120">
                  <c:v>1595</c:v>
                </c:pt>
                <c:pt idx="121">
                  <c:v>1627</c:v>
                </c:pt>
                <c:pt idx="122">
                  <c:v>1656</c:v>
                </c:pt>
                <c:pt idx="123">
                  <c:v>1683</c:v>
                </c:pt>
                <c:pt idx="124">
                  <c:v>1703</c:v>
                </c:pt>
                <c:pt idx="125">
                  <c:v>1722</c:v>
                </c:pt>
                <c:pt idx="126">
                  <c:v>1731</c:v>
                </c:pt>
                <c:pt idx="127">
                  <c:v>1738</c:v>
                </c:pt>
                <c:pt idx="128">
                  <c:v>1739</c:v>
                </c:pt>
                <c:pt idx="129">
                  <c:v>1739</c:v>
                </c:pt>
                <c:pt idx="130">
                  <c:v>1729</c:v>
                </c:pt>
                <c:pt idx="131">
                  <c:v>1715</c:v>
                </c:pt>
                <c:pt idx="132">
                  <c:v>1699</c:v>
                </c:pt>
                <c:pt idx="133">
                  <c:v>1669</c:v>
                </c:pt>
                <c:pt idx="134">
                  <c:v>1643</c:v>
                </c:pt>
                <c:pt idx="135">
                  <c:v>1606</c:v>
                </c:pt>
                <c:pt idx="136">
                  <c:v>1569</c:v>
                </c:pt>
                <c:pt idx="137">
                  <c:v>1535</c:v>
                </c:pt>
                <c:pt idx="138">
                  <c:v>1490</c:v>
                </c:pt>
                <c:pt idx="139">
                  <c:v>1459</c:v>
                </c:pt>
                <c:pt idx="140">
                  <c:v>1430</c:v>
                </c:pt>
                <c:pt idx="141">
                  <c:v>1400</c:v>
                </c:pt>
                <c:pt idx="142">
                  <c:v>1371</c:v>
                </c:pt>
                <c:pt idx="143">
                  <c:v>1347</c:v>
                </c:pt>
                <c:pt idx="144">
                  <c:v>1331</c:v>
                </c:pt>
                <c:pt idx="145">
                  <c:v>1315</c:v>
                </c:pt>
                <c:pt idx="146">
                  <c:v>1305</c:v>
                </c:pt>
                <c:pt idx="147">
                  <c:v>1304</c:v>
                </c:pt>
                <c:pt idx="148">
                  <c:v>1307</c:v>
                </c:pt>
                <c:pt idx="149">
                  <c:v>1314</c:v>
                </c:pt>
                <c:pt idx="150">
                  <c:v>1350</c:v>
                </c:pt>
                <c:pt idx="151">
                  <c:v>1382</c:v>
                </c:pt>
                <c:pt idx="152">
                  <c:v>1411</c:v>
                </c:pt>
                <c:pt idx="153">
                  <c:v>1448</c:v>
                </c:pt>
                <c:pt idx="154">
                  <c:v>1487</c:v>
                </c:pt>
                <c:pt idx="155">
                  <c:v>1526</c:v>
                </c:pt>
                <c:pt idx="156">
                  <c:v>1561</c:v>
                </c:pt>
                <c:pt idx="157">
                  <c:v>1603</c:v>
                </c:pt>
                <c:pt idx="158">
                  <c:v>1633</c:v>
                </c:pt>
                <c:pt idx="159">
                  <c:v>1658</c:v>
                </c:pt>
                <c:pt idx="160">
                  <c:v>1686</c:v>
                </c:pt>
                <c:pt idx="161">
                  <c:v>1705</c:v>
                </c:pt>
                <c:pt idx="162">
                  <c:v>1721</c:v>
                </c:pt>
                <c:pt idx="163">
                  <c:v>1731</c:v>
                </c:pt>
                <c:pt idx="164">
                  <c:v>1736</c:v>
                </c:pt>
                <c:pt idx="165">
                  <c:v>1739</c:v>
                </c:pt>
                <c:pt idx="166">
                  <c:v>1731</c:v>
                </c:pt>
                <c:pt idx="167">
                  <c:v>1722</c:v>
                </c:pt>
                <c:pt idx="168">
                  <c:v>1707</c:v>
                </c:pt>
                <c:pt idx="169">
                  <c:v>1690</c:v>
                </c:pt>
                <c:pt idx="170">
                  <c:v>1656</c:v>
                </c:pt>
                <c:pt idx="171">
                  <c:v>1626</c:v>
                </c:pt>
                <c:pt idx="172">
                  <c:v>1595</c:v>
                </c:pt>
                <c:pt idx="173">
                  <c:v>1556</c:v>
                </c:pt>
                <c:pt idx="174">
                  <c:v>1523</c:v>
                </c:pt>
                <c:pt idx="175">
                  <c:v>1483</c:v>
                </c:pt>
                <c:pt idx="176">
                  <c:v>1453</c:v>
                </c:pt>
                <c:pt idx="177">
                  <c:v>1419</c:v>
                </c:pt>
                <c:pt idx="178">
                  <c:v>1387</c:v>
                </c:pt>
                <c:pt idx="179">
                  <c:v>1366</c:v>
                </c:pt>
                <c:pt idx="180">
                  <c:v>1343</c:v>
                </c:pt>
                <c:pt idx="181">
                  <c:v>1326</c:v>
                </c:pt>
                <c:pt idx="182">
                  <c:v>1314</c:v>
                </c:pt>
                <c:pt idx="183">
                  <c:v>1302</c:v>
                </c:pt>
                <c:pt idx="184">
                  <c:v>1303</c:v>
                </c:pt>
                <c:pt idx="185">
                  <c:v>1308</c:v>
                </c:pt>
                <c:pt idx="186">
                  <c:v>1320</c:v>
                </c:pt>
                <c:pt idx="187">
                  <c:v>1356</c:v>
                </c:pt>
                <c:pt idx="188">
                  <c:v>1387</c:v>
                </c:pt>
                <c:pt idx="189">
                  <c:v>1426</c:v>
                </c:pt>
                <c:pt idx="190">
                  <c:v>1459</c:v>
                </c:pt>
                <c:pt idx="191">
                  <c:v>1496</c:v>
                </c:pt>
                <c:pt idx="192">
                  <c:v>1539</c:v>
                </c:pt>
                <c:pt idx="193">
                  <c:v>1574</c:v>
                </c:pt>
                <c:pt idx="194">
                  <c:v>1609</c:v>
                </c:pt>
                <c:pt idx="195">
                  <c:v>1638</c:v>
                </c:pt>
                <c:pt idx="196">
                  <c:v>1667</c:v>
                </c:pt>
                <c:pt idx="197">
                  <c:v>1693</c:v>
                </c:pt>
                <c:pt idx="198">
                  <c:v>1713</c:v>
                </c:pt>
                <c:pt idx="199">
                  <c:v>1727</c:v>
                </c:pt>
                <c:pt idx="200">
                  <c:v>1736</c:v>
                </c:pt>
                <c:pt idx="201">
                  <c:v>1742</c:v>
                </c:pt>
                <c:pt idx="202">
                  <c:v>1741</c:v>
                </c:pt>
                <c:pt idx="203">
                  <c:v>1737</c:v>
                </c:pt>
                <c:pt idx="204">
                  <c:v>1723</c:v>
                </c:pt>
                <c:pt idx="205">
                  <c:v>1707</c:v>
                </c:pt>
                <c:pt idx="206">
                  <c:v>1689</c:v>
                </c:pt>
                <c:pt idx="207">
                  <c:v>1655</c:v>
                </c:pt>
                <c:pt idx="208">
                  <c:v>1627</c:v>
                </c:pt>
                <c:pt idx="209">
                  <c:v>1594</c:v>
                </c:pt>
                <c:pt idx="210">
                  <c:v>1555</c:v>
                </c:pt>
                <c:pt idx="211">
                  <c:v>1519</c:v>
                </c:pt>
                <c:pt idx="212">
                  <c:v>1480</c:v>
                </c:pt>
                <c:pt idx="213">
                  <c:v>1448</c:v>
                </c:pt>
                <c:pt idx="214">
                  <c:v>1417</c:v>
                </c:pt>
                <c:pt idx="215">
                  <c:v>1387</c:v>
                </c:pt>
                <c:pt idx="216">
                  <c:v>1362</c:v>
                </c:pt>
                <c:pt idx="217">
                  <c:v>1338</c:v>
                </c:pt>
                <c:pt idx="218">
                  <c:v>1323</c:v>
                </c:pt>
                <c:pt idx="219">
                  <c:v>1311</c:v>
                </c:pt>
                <c:pt idx="220">
                  <c:v>1304</c:v>
                </c:pt>
                <c:pt idx="221">
                  <c:v>1300</c:v>
                </c:pt>
                <c:pt idx="222">
                  <c:v>1307</c:v>
                </c:pt>
                <c:pt idx="223">
                  <c:v>1315</c:v>
                </c:pt>
                <c:pt idx="224">
                  <c:v>1353</c:v>
                </c:pt>
                <c:pt idx="225">
                  <c:v>1391</c:v>
                </c:pt>
                <c:pt idx="226">
                  <c:v>1423</c:v>
                </c:pt>
                <c:pt idx="227">
                  <c:v>1458</c:v>
                </c:pt>
                <c:pt idx="228">
                  <c:v>1498</c:v>
                </c:pt>
                <c:pt idx="229">
                  <c:v>1535</c:v>
                </c:pt>
                <c:pt idx="230">
                  <c:v>1570</c:v>
                </c:pt>
                <c:pt idx="231">
                  <c:v>1614</c:v>
                </c:pt>
                <c:pt idx="232">
                  <c:v>1643</c:v>
                </c:pt>
                <c:pt idx="233">
                  <c:v>1668</c:v>
                </c:pt>
                <c:pt idx="234">
                  <c:v>1691</c:v>
                </c:pt>
                <c:pt idx="235">
                  <c:v>1711</c:v>
                </c:pt>
                <c:pt idx="236">
                  <c:v>1727</c:v>
                </c:pt>
                <c:pt idx="237">
                  <c:v>1735</c:v>
                </c:pt>
                <c:pt idx="238">
                  <c:v>1739</c:v>
                </c:pt>
                <c:pt idx="239">
                  <c:v>1738</c:v>
                </c:pt>
                <c:pt idx="240">
                  <c:v>1735</c:v>
                </c:pt>
                <c:pt idx="241">
                  <c:v>1722</c:v>
                </c:pt>
                <c:pt idx="242">
                  <c:v>1705</c:v>
                </c:pt>
                <c:pt idx="243">
                  <c:v>1690</c:v>
                </c:pt>
                <c:pt idx="244">
                  <c:v>1649</c:v>
                </c:pt>
                <c:pt idx="245">
                  <c:v>1619</c:v>
                </c:pt>
                <c:pt idx="246">
                  <c:v>1586</c:v>
                </c:pt>
                <c:pt idx="247">
                  <c:v>1552</c:v>
                </c:pt>
                <c:pt idx="248">
                  <c:v>1518</c:v>
                </c:pt>
                <c:pt idx="249">
                  <c:v>1476</c:v>
                </c:pt>
                <c:pt idx="250">
                  <c:v>1448</c:v>
                </c:pt>
                <c:pt idx="251">
                  <c:v>1410</c:v>
                </c:pt>
                <c:pt idx="252">
                  <c:v>1379</c:v>
                </c:pt>
                <c:pt idx="253">
                  <c:v>1357</c:v>
                </c:pt>
                <c:pt idx="254">
                  <c:v>1331</c:v>
                </c:pt>
                <c:pt idx="255">
                  <c:v>1320</c:v>
                </c:pt>
                <c:pt idx="256">
                  <c:v>1310</c:v>
                </c:pt>
                <c:pt idx="257">
                  <c:v>1304</c:v>
                </c:pt>
                <c:pt idx="258">
                  <c:v>1304</c:v>
                </c:pt>
                <c:pt idx="259">
                  <c:v>1310</c:v>
                </c:pt>
                <c:pt idx="260">
                  <c:v>1323</c:v>
                </c:pt>
                <c:pt idx="261">
                  <c:v>1364</c:v>
                </c:pt>
                <c:pt idx="262">
                  <c:v>1398</c:v>
                </c:pt>
                <c:pt idx="263">
                  <c:v>1435</c:v>
                </c:pt>
                <c:pt idx="264">
                  <c:v>1471</c:v>
                </c:pt>
                <c:pt idx="265">
                  <c:v>1506</c:v>
                </c:pt>
                <c:pt idx="266">
                  <c:v>1546</c:v>
                </c:pt>
                <c:pt idx="267">
                  <c:v>1584</c:v>
                </c:pt>
                <c:pt idx="268">
                  <c:v>1620</c:v>
                </c:pt>
                <c:pt idx="269">
                  <c:v>1647</c:v>
                </c:pt>
                <c:pt idx="270">
                  <c:v>1674</c:v>
                </c:pt>
                <c:pt idx="271">
                  <c:v>1702</c:v>
                </c:pt>
                <c:pt idx="272">
                  <c:v>1715</c:v>
                </c:pt>
                <c:pt idx="273">
                  <c:v>1730</c:v>
                </c:pt>
                <c:pt idx="274">
                  <c:v>1734</c:v>
                </c:pt>
                <c:pt idx="275">
                  <c:v>1735</c:v>
                </c:pt>
                <c:pt idx="276">
                  <c:v>1737</c:v>
                </c:pt>
                <c:pt idx="277">
                  <c:v>1728</c:v>
                </c:pt>
                <c:pt idx="278">
                  <c:v>1716</c:v>
                </c:pt>
                <c:pt idx="279">
                  <c:v>1703</c:v>
                </c:pt>
                <c:pt idx="280">
                  <c:v>1675</c:v>
                </c:pt>
                <c:pt idx="281">
                  <c:v>1650</c:v>
                </c:pt>
                <c:pt idx="282">
                  <c:v>1616</c:v>
                </c:pt>
                <c:pt idx="283">
                  <c:v>1579</c:v>
                </c:pt>
                <c:pt idx="284">
                  <c:v>1544</c:v>
                </c:pt>
                <c:pt idx="285">
                  <c:v>1512</c:v>
                </c:pt>
                <c:pt idx="286">
                  <c:v>1467</c:v>
                </c:pt>
                <c:pt idx="287">
                  <c:v>1439</c:v>
                </c:pt>
                <c:pt idx="288">
                  <c:v>1406</c:v>
                </c:pt>
                <c:pt idx="289">
                  <c:v>1374</c:v>
                </c:pt>
                <c:pt idx="290">
                  <c:v>1354</c:v>
                </c:pt>
                <c:pt idx="291">
                  <c:v>1331</c:v>
                </c:pt>
                <c:pt idx="292">
                  <c:v>1321</c:v>
                </c:pt>
                <c:pt idx="293">
                  <c:v>1310</c:v>
                </c:pt>
                <c:pt idx="294">
                  <c:v>1305</c:v>
                </c:pt>
                <c:pt idx="295">
                  <c:v>1305</c:v>
                </c:pt>
                <c:pt idx="296">
                  <c:v>1313</c:v>
                </c:pt>
                <c:pt idx="297">
                  <c:v>1323</c:v>
                </c:pt>
                <c:pt idx="298">
                  <c:v>1367</c:v>
                </c:pt>
                <c:pt idx="299">
                  <c:v>1397</c:v>
                </c:pt>
                <c:pt idx="300">
                  <c:v>1435</c:v>
                </c:pt>
                <c:pt idx="301">
                  <c:v>1472</c:v>
                </c:pt>
                <c:pt idx="302">
                  <c:v>1511</c:v>
                </c:pt>
                <c:pt idx="303">
                  <c:v>1549</c:v>
                </c:pt>
                <c:pt idx="304">
                  <c:v>1587</c:v>
                </c:pt>
                <c:pt idx="305">
                  <c:v>1624</c:v>
                </c:pt>
                <c:pt idx="306">
                  <c:v>1653</c:v>
                </c:pt>
                <c:pt idx="307">
                  <c:v>1679</c:v>
                </c:pt>
                <c:pt idx="308">
                  <c:v>1704</c:v>
                </c:pt>
                <c:pt idx="309">
                  <c:v>1718</c:v>
                </c:pt>
                <c:pt idx="310">
                  <c:v>1730</c:v>
                </c:pt>
                <c:pt idx="311">
                  <c:v>1735</c:v>
                </c:pt>
                <c:pt idx="312">
                  <c:v>1736</c:v>
                </c:pt>
                <c:pt idx="313">
                  <c:v>1738</c:v>
                </c:pt>
                <c:pt idx="314">
                  <c:v>1731</c:v>
                </c:pt>
                <c:pt idx="315">
                  <c:v>1717</c:v>
                </c:pt>
                <c:pt idx="316">
                  <c:v>1699</c:v>
                </c:pt>
                <c:pt idx="317">
                  <c:v>1674</c:v>
                </c:pt>
                <c:pt idx="318">
                  <c:v>1643</c:v>
                </c:pt>
                <c:pt idx="319">
                  <c:v>1611</c:v>
                </c:pt>
                <c:pt idx="320">
                  <c:v>1576</c:v>
                </c:pt>
                <c:pt idx="321">
                  <c:v>1542</c:v>
                </c:pt>
                <c:pt idx="322">
                  <c:v>1503</c:v>
                </c:pt>
                <c:pt idx="323">
                  <c:v>1464</c:v>
                </c:pt>
                <c:pt idx="324">
                  <c:v>1434</c:v>
                </c:pt>
                <c:pt idx="325">
                  <c:v>1398</c:v>
                </c:pt>
                <c:pt idx="326">
                  <c:v>1370</c:v>
                </c:pt>
                <c:pt idx="327">
                  <c:v>1352</c:v>
                </c:pt>
                <c:pt idx="328">
                  <c:v>1330</c:v>
                </c:pt>
                <c:pt idx="329">
                  <c:v>1318</c:v>
                </c:pt>
                <c:pt idx="330">
                  <c:v>1307</c:v>
                </c:pt>
                <c:pt idx="331">
                  <c:v>1305</c:v>
                </c:pt>
                <c:pt idx="332">
                  <c:v>1306</c:v>
                </c:pt>
                <c:pt idx="333">
                  <c:v>1311</c:v>
                </c:pt>
                <c:pt idx="334">
                  <c:v>1323</c:v>
                </c:pt>
                <c:pt idx="335">
                  <c:v>1374</c:v>
                </c:pt>
                <c:pt idx="336">
                  <c:v>1402</c:v>
                </c:pt>
                <c:pt idx="337">
                  <c:v>1443</c:v>
                </c:pt>
                <c:pt idx="338">
                  <c:v>1482</c:v>
                </c:pt>
                <c:pt idx="339">
                  <c:v>1518</c:v>
                </c:pt>
                <c:pt idx="340">
                  <c:v>1560</c:v>
                </c:pt>
                <c:pt idx="341">
                  <c:v>1594</c:v>
                </c:pt>
                <c:pt idx="342">
                  <c:v>1628</c:v>
                </c:pt>
                <c:pt idx="343">
                  <c:v>1656</c:v>
                </c:pt>
                <c:pt idx="344">
                  <c:v>1683</c:v>
                </c:pt>
                <c:pt idx="345">
                  <c:v>1706</c:v>
                </c:pt>
                <c:pt idx="346">
                  <c:v>1720</c:v>
                </c:pt>
                <c:pt idx="347">
                  <c:v>1731</c:v>
                </c:pt>
                <c:pt idx="348">
                  <c:v>1736</c:v>
                </c:pt>
                <c:pt idx="349">
                  <c:v>1738</c:v>
                </c:pt>
                <c:pt idx="350">
                  <c:v>1736</c:v>
                </c:pt>
                <c:pt idx="351">
                  <c:v>1723</c:v>
                </c:pt>
                <c:pt idx="352">
                  <c:v>1715</c:v>
                </c:pt>
                <c:pt idx="353">
                  <c:v>1694</c:v>
                </c:pt>
                <c:pt idx="354">
                  <c:v>1663</c:v>
                </c:pt>
                <c:pt idx="355">
                  <c:v>1635</c:v>
                </c:pt>
                <c:pt idx="356">
                  <c:v>1603</c:v>
                </c:pt>
                <c:pt idx="357">
                  <c:v>1563</c:v>
                </c:pt>
                <c:pt idx="358">
                  <c:v>1530</c:v>
                </c:pt>
                <c:pt idx="359">
                  <c:v>1491</c:v>
                </c:pt>
                <c:pt idx="360">
                  <c:v>1454</c:v>
                </c:pt>
                <c:pt idx="361">
                  <c:v>1427</c:v>
                </c:pt>
                <c:pt idx="362">
                  <c:v>1398</c:v>
                </c:pt>
                <c:pt idx="363">
                  <c:v>1371</c:v>
                </c:pt>
                <c:pt idx="364">
                  <c:v>1350</c:v>
                </c:pt>
                <c:pt idx="365">
                  <c:v>1331</c:v>
                </c:pt>
                <c:pt idx="366">
                  <c:v>1320</c:v>
                </c:pt>
                <c:pt idx="367">
                  <c:v>1307</c:v>
                </c:pt>
                <c:pt idx="368">
                  <c:v>1306</c:v>
                </c:pt>
                <c:pt idx="369">
                  <c:v>1307</c:v>
                </c:pt>
                <c:pt idx="370">
                  <c:v>1317</c:v>
                </c:pt>
                <c:pt idx="371">
                  <c:v>1351</c:v>
                </c:pt>
                <c:pt idx="372">
                  <c:v>1385</c:v>
                </c:pt>
                <c:pt idx="373">
                  <c:v>1412</c:v>
                </c:pt>
                <c:pt idx="374">
                  <c:v>1449</c:v>
                </c:pt>
                <c:pt idx="375">
                  <c:v>1486</c:v>
                </c:pt>
                <c:pt idx="376">
                  <c:v>1530</c:v>
                </c:pt>
                <c:pt idx="377">
                  <c:v>1562</c:v>
                </c:pt>
                <c:pt idx="378">
                  <c:v>1600</c:v>
                </c:pt>
                <c:pt idx="379">
                  <c:v>1631</c:v>
                </c:pt>
                <c:pt idx="380">
                  <c:v>1660</c:v>
                </c:pt>
                <c:pt idx="381">
                  <c:v>1683</c:v>
                </c:pt>
                <c:pt idx="382">
                  <c:v>1704</c:v>
                </c:pt>
                <c:pt idx="383">
                  <c:v>1718</c:v>
                </c:pt>
                <c:pt idx="384">
                  <c:v>1731</c:v>
                </c:pt>
                <c:pt idx="385">
                  <c:v>1736</c:v>
                </c:pt>
                <c:pt idx="386">
                  <c:v>1739</c:v>
                </c:pt>
                <c:pt idx="387">
                  <c:v>1734</c:v>
                </c:pt>
                <c:pt idx="388">
                  <c:v>1727</c:v>
                </c:pt>
                <c:pt idx="389">
                  <c:v>1711</c:v>
                </c:pt>
                <c:pt idx="390">
                  <c:v>1690</c:v>
                </c:pt>
                <c:pt idx="391">
                  <c:v>1658</c:v>
                </c:pt>
                <c:pt idx="392">
                  <c:v>1630</c:v>
                </c:pt>
                <c:pt idx="393">
                  <c:v>1597</c:v>
                </c:pt>
                <c:pt idx="394">
                  <c:v>1560</c:v>
                </c:pt>
                <c:pt idx="395">
                  <c:v>1526</c:v>
                </c:pt>
                <c:pt idx="396">
                  <c:v>1489</c:v>
                </c:pt>
                <c:pt idx="397">
                  <c:v>1449</c:v>
                </c:pt>
                <c:pt idx="398">
                  <c:v>1421</c:v>
                </c:pt>
                <c:pt idx="399">
                  <c:v>1390</c:v>
                </c:pt>
                <c:pt idx="400">
                  <c:v>1363</c:v>
                </c:pt>
                <c:pt idx="401">
                  <c:v>1342</c:v>
                </c:pt>
                <c:pt idx="402">
                  <c:v>1323</c:v>
                </c:pt>
                <c:pt idx="403">
                  <c:v>1311</c:v>
                </c:pt>
                <c:pt idx="404">
                  <c:v>1303</c:v>
                </c:pt>
                <c:pt idx="405">
                  <c:v>1302</c:v>
                </c:pt>
                <c:pt idx="406">
                  <c:v>1306</c:v>
                </c:pt>
                <c:pt idx="407">
                  <c:v>1315</c:v>
                </c:pt>
                <c:pt idx="408">
                  <c:v>1354</c:v>
                </c:pt>
                <c:pt idx="409">
                  <c:v>1390</c:v>
                </c:pt>
                <c:pt idx="410">
                  <c:v>1417</c:v>
                </c:pt>
                <c:pt idx="411">
                  <c:v>1459</c:v>
                </c:pt>
                <c:pt idx="412">
                  <c:v>1496</c:v>
                </c:pt>
                <c:pt idx="413">
                  <c:v>1534</c:v>
                </c:pt>
                <c:pt idx="414">
                  <c:v>1571</c:v>
                </c:pt>
                <c:pt idx="415">
                  <c:v>1606</c:v>
                </c:pt>
                <c:pt idx="416">
                  <c:v>1640</c:v>
                </c:pt>
                <c:pt idx="417">
                  <c:v>1666</c:v>
                </c:pt>
                <c:pt idx="418">
                  <c:v>1691</c:v>
                </c:pt>
                <c:pt idx="419">
                  <c:v>1713</c:v>
                </c:pt>
                <c:pt idx="420">
                  <c:v>1728</c:v>
                </c:pt>
                <c:pt idx="421">
                  <c:v>1739</c:v>
                </c:pt>
                <c:pt idx="422">
                  <c:v>1744</c:v>
                </c:pt>
                <c:pt idx="423">
                  <c:v>1743</c:v>
                </c:pt>
                <c:pt idx="424">
                  <c:v>1736</c:v>
                </c:pt>
                <c:pt idx="425">
                  <c:v>1728</c:v>
                </c:pt>
                <c:pt idx="426">
                  <c:v>1712</c:v>
                </c:pt>
                <c:pt idx="427">
                  <c:v>1694</c:v>
                </c:pt>
                <c:pt idx="428">
                  <c:v>1658</c:v>
                </c:pt>
                <c:pt idx="429">
                  <c:v>1626</c:v>
                </c:pt>
                <c:pt idx="430">
                  <c:v>1598</c:v>
                </c:pt>
                <c:pt idx="431">
                  <c:v>1555</c:v>
                </c:pt>
                <c:pt idx="432">
                  <c:v>1519</c:v>
                </c:pt>
                <c:pt idx="433">
                  <c:v>1482</c:v>
                </c:pt>
                <c:pt idx="434">
                  <c:v>1446</c:v>
                </c:pt>
                <c:pt idx="435">
                  <c:v>1419</c:v>
                </c:pt>
                <c:pt idx="436">
                  <c:v>1387</c:v>
                </c:pt>
                <c:pt idx="437">
                  <c:v>1362</c:v>
                </c:pt>
                <c:pt idx="438">
                  <c:v>1339</c:v>
                </c:pt>
                <c:pt idx="439">
                  <c:v>1323</c:v>
                </c:pt>
                <c:pt idx="440">
                  <c:v>1307</c:v>
                </c:pt>
                <c:pt idx="441">
                  <c:v>1302</c:v>
                </c:pt>
                <c:pt idx="442">
                  <c:v>1302</c:v>
                </c:pt>
                <c:pt idx="443">
                  <c:v>1305</c:v>
                </c:pt>
                <c:pt idx="444">
                  <c:v>1320</c:v>
                </c:pt>
                <c:pt idx="445">
                  <c:v>1354</c:v>
                </c:pt>
                <c:pt idx="446">
                  <c:v>1387</c:v>
                </c:pt>
                <c:pt idx="447">
                  <c:v>1423</c:v>
                </c:pt>
                <c:pt idx="448">
                  <c:v>1463</c:v>
                </c:pt>
                <c:pt idx="449">
                  <c:v>1496</c:v>
                </c:pt>
                <c:pt idx="450">
                  <c:v>1537</c:v>
                </c:pt>
                <c:pt idx="451">
                  <c:v>1574</c:v>
                </c:pt>
                <c:pt idx="452">
                  <c:v>1609</c:v>
                </c:pt>
                <c:pt idx="453">
                  <c:v>1641</c:v>
                </c:pt>
                <c:pt idx="454">
                  <c:v>1663</c:v>
                </c:pt>
                <c:pt idx="455">
                  <c:v>1690</c:v>
                </c:pt>
                <c:pt idx="456">
                  <c:v>1709</c:v>
                </c:pt>
                <c:pt idx="457">
                  <c:v>1723</c:v>
                </c:pt>
                <c:pt idx="458">
                  <c:v>1736</c:v>
                </c:pt>
                <c:pt idx="459">
                  <c:v>1736</c:v>
                </c:pt>
                <c:pt idx="460">
                  <c:v>1734</c:v>
                </c:pt>
                <c:pt idx="461">
                  <c:v>1729</c:v>
                </c:pt>
                <c:pt idx="462">
                  <c:v>1720</c:v>
                </c:pt>
                <c:pt idx="463">
                  <c:v>1704</c:v>
                </c:pt>
                <c:pt idx="464">
                  <c:v>1683</c:v>
                </c:pt>
                <c:pt idx="465">
                  <c:v>1650</c:v>
                </c:pt>
                <c:pt idx="466">
                  <c:v>1618</c:v>
                </c:pt>
                <c:pt idx="467">
                  <c:v>1588</c:v>
                </c:pt>
                <c:pt idx="468">
                  <c:v>1551</c:v>
                </c:pt>
                <c:pt idx="469">
                  <c:v>1519</c:v>
                </c:pt>
                <c:pt idx="470">
                  <c:v>1480</c:v>
                </c:pt>
                <c:pt idx="471">
                  <c:v>1446</c:v>
                </c:pt>
                <c:pt idx="472">
                  <c:v>1415</c:v>
                </c:pt>
                <c:pt idx="473">
                  <c:v>1384</c:v>
                </c:pt>
                <c:pt idx="474">
                  <c:v>1359</c:v>
                </c:pt>
                <c:pt idx="475">
                  <c:v>1339</c:v>
                </c:pt>
                <c:pt idx="476">
                  <c:v>1323</c:v>
                </c:pt>
                <c:pt idx="477">
                  <c:v>1313</c:v>
                </c:pt>
                <c:pt idx="478">
                  <c:v>1304</c:v>
                </c:pt>
                <c:pt idx="479">
                  <c:v>1303</c:v>
                </c:pt>
                <c:pt idx="480">
                  <c:v>1312</c:v>
                </c:pt>
                <c:pt idx="481">
                  <c:v>1323</c:v>
                </c:pt>
                <c:pt idx="482">
                  <c:v>1363</c:v>
                </c:pt>
                <c:pt idx="483">
                  <c:v>1397</c:v>
                </c:pt>
                <c:pt idx="484">
                  <c:v>1432</c:v>
                </c:pt>
                <c:pt idx="485">
                  <c:v>1472</c:v>
                </c:pt>
                <c:pt idx="486">
                  <c:v>1503</c:v>
                </c:pt>
                <c:pt idx="487">
                  <c:v>1547</c:v>
                </c:pt>
                <c:pt idx="488">
                  <c:v>1582</c:v>
                </c:pt>
                <c:pt idx="489">
                  <c:v>1616</c:v>
                </c:pt>
                <c:pt idx="490">
                  <c:v>1650</c:v>
                </c:pt>
                <c:pt idx="491">
                  <c:v>1673</c:v>
                </c:pt>
                <c:pt idx="492">
                  <c:v>1700</c:v>
                </c:pt>
                <c:pt idx="493">
                  <c:v>1720</c:v>
                </c:pt>
                <c:pt idx="494">
                  <c:v>1730</c:v>
                </c:pt>
                <c:pt idx="495">
                  <c:v>1739</c:v>
                </c:pt>
                <c:pt idx="496">
                  <c:v>1742</c:v>
                </c:pt>
                <c:pt idx="497">
                  <c:v>1737</c:v>
                </c:pt>
                <c:pt idx="498">
                  <c:v>1734</c:v>
                </c:pt>
                <c:pt idx="499">
                  <c:v>1721</c:v>
                </c:pt>
                <c:pt idx="500">
                  <c:v>1706</c:v>
                </c:pt>
                <c:pt idx="501">
                  <c:v>1675</c:v>
                </c:pt>
                <c:pt idx="502">
                  <c:v>1654</c:v>
                </c:pt>
                <c:pt idx="503">
                  <c:v>1614</c:v>
                </c:pt>
                <c:pt idx="504">
                  <c:v>1583</c:v>
                </c:pt>
                <c:pt idx="505">
                  <c:v>1539</c:v>
                </c:pt>
                <c:pt idx="506">
                  <c:v>1507</c:v>
                </c:pt>
                <c:pt idx="507">
                  <c:v>1469</c:v>
                </c:pt>
                <c:pt idx="508">
                  <c:v>1434</c:v>
                </c:pt>
                <c:pt idx="509">
                  <c:v>1403</c:v>
                </c:pt>
                <c:pt idx="510">
                  <c:v>1371</c:v>
                </c:pt>
                <c:pt idx="511">
                  <c:v>1353</c:v>
                </c:pt>
                <c:pt idx="512">
                  <c:v>1327</c:v>
                </c:pt>
                <c:pt idx="513">
                  <c:v>1315</c:v>
                </c:pt>
                <c:pt idx="514">
                  <c:v>1306</c:v>
                </c:pt>
                <c:pt idx="515">
                  <c:v>1302</c:v>
                </c:pt>
                <c:pt idx="516">
                  <c:v>1302</c:v>
                </c:pt>
                <c:pt idx="517">
                  <c:v>1307</c:v>
                </c:pt>
                <c:pt idx="518">
                  <c:v>1320</c:v>
                </c:pt>
                <c:pt idx="519">
                  <c:v>1362</c:v>
                </c:pt>
                <c:pt idx="520">
                  <c:v>1392</c:v>
                </c:pt>
                <c:pt idx="521">
                  <c:v>1434</c:v>
                </c:pt>
                <c:pt idx="522">
                  <c:v>1474</c:v>
                </c:pt>
                <c:pt idx="523">
                  <c:v>1509</c:v>
                </c:pt>
                <c:pt idx="524">
                  <c:v>1550</c:v>
                </c:pt>
                <c:pt idx="525">
                  <c:v>1590</c:v>
                </c:pt>
                <c:pt idx="526">
                  <c:v>1619</c:v>
                </c:pt>
                <c:pt idx="527">
                  <c:v>1653</c:v>
                </c:pt>
                <c:pt idx="528">
                  <c:v>1675</c:v>
                </c:pt>
                <c:pt idx="529">
                  <c:v>1700</c:v>
                </c:pt>
                <c:pt idx="530">
                  <c:v>1715</c:v>
                </c:pt>
                <c:pt idx="531">
                  <c:v>1730</c:v>
                </c:pt>
                <c:pt idx="532">
                  <c:v>1736</c:v>
                </c:pt>
                <c:pt idx="533">
                  <c:v>1738</c:v>
                </c:pt>
                <c:pt idx="534">
                  <c:v>1738</c:v>
                </c:pt>
                <c:pt idx="535">
                  <c:v>1731</c:v>
                </c:pt>
                <c:pt idx="536">
                  <c:v>1720</c:v>
                </c:pt>
                <c:pt idx="537">
                  <c:v>1699</c:v>
                </c:pt>
                <c:pt idx="538">
                  <c:v>1675</c:v>
                </c:pt>
                <c:pt idx="539">
                  <c:v>1647</c:v>
                </c:pt>
                <c:pt idx="540">
                  <c:v>1610</c:v>
                </c:pt>
                <c:pt idx="541">
                  <c:v>1578</c:v>
                </c:pt>
                <c:pt idx="542">
                  <c:v>1539</c:v>
                </c:pt>
                <c:pt idx="543">
                  <c:v>1507</c:v>
                </c:pt>
                <c:pt idx="544">
                  <c:v>1466</c:v>
                </c:pt>
                <c:pt idx="545">
                  <c:v>1434</c:v>
                </c:pt>
                <c:pt idx="546">
                  <c:v>1409</c:v>
                </c:pt>
                <c:pt idx="547">
                  <c:v>1378</c:v>
                </c:pt>
                <c:pt idx="548">
                  <c:v>1354</c:v>
                </c:pt>
                <c:pt idx="549">
                  <c:v>1338</c:v>
                </c:pt>
                <c:pt idx="550">
                  <c:v>1322</c:v>
                </c:pt>
                <c:pt idx="551">
                  <c:v>1315</c:v>
                </c:pt>
                <c:pt idx="552">
                  <c:v>1307</c:v>
                </c:pt>
                <c:pt idx="553">
                  <c:v>1308</c:v>
                </c:pt>
                <c:pt idx="554">
                  <c:v>1315</c:v>
                </c:pt>
                <c:pt idx="555">
                  <c:v>1327</c:v>
                </c:pt>
                <c:pt idx="556">
                  <c:v>1380</c:v>
                </c:pt>
                <c:pt idx="557">
                  <c:v>1407</c:v>
                </c:pt>
                <c:pt idx="558">
                  <c:v>1443</c:v>
                </c:pt>
                <c:pt idx="559">
                  <c:v>1486</c:v>
                </c:pt>
                <c:pt idx="560">
                  <c:v>1518</c:v>
                </c:pt>
                <c:pt idx="561">
                  <c:v>1556</c:v>
                </c:pt>
                <c:pt idx="562">
                  <c:v>1592</c:v>
                </c:pt>
                <c:pt idx="563">
                  <c:v>1626</c:v>
                </c:pt>
                <c:pt idx="564">
                  <c:v>1651</c:v>
                </c:pt>
                <c:pt idx="565">
                  <c:v>1675</c:v>
                </c:pt>
                <c:pt idx="566">
                  <c:v>1699</c:v>
                </c:pt>
                <c:pt idx="567">
                  <c:v>1716</c:v>
                </c:pt>
                <c:pt idx="568">
                  <c:v>1727</c:v>
                </c:pt>
                <c:pt idx="569">
                  <c:v>1735</c:v>
                </c:pt>
                <c:pt idx="570">
                  <c:v>1738</c:v>
                </c:pt>
                <c:pt idx="571">
                  <c:v>1735</c:v>
                </c:pt>
                <c:pt idx="572">
                  <c:v>1727</c:v>
                </c:pt>
                <c:pt idx="573">
                  <c:v>1714</c:v>
                </c:pt>
                <c:pt idx="574">
                  <c:v>1691</c:v>
                </c:pt>
                <c:pt idx="575">
                  <c:v>1668</c:v>
                </c:pt>
                <c:pt idx="576">
                  <c:v>1637</c:v>
                </c:pt>
                <c:pt idx="577">
                  <c:v>1601</c:v>
                </c:pt>
                <c:pt idx="578">
                  <c:v>1565</c:v>
                </c:pt>
                <c:pt idx="579">
                  <c:v>1528</c:v>
                </c:pt>
                <c:pt idx="580">
                  <c:v>1495</c:v>
                </c:pt>
                <c:pt idx="581">
                  <c:v>1461</c:v>
                </c:pt>
                <c:pt idx="582">
                  <c:v>1427</c:v>
                </c:pt>
                <c:pt idx="583">
                  <c:v>1398</c:v>
                </c:pt>
                <c:pt idx="584">
                  <c:v>1367</c:v>
                </c:pt>
                <c:pt idx="585">
                  <c:v>1347</c:v>
                </c:pt>
                <c:pt idx="586">
                  <c:v>1326</c:v>
                </c:pt>
                <c:pt idx="587">
                  <c:v>1310</c:v>
                </c:pt>
                <c:pt idx="588">
                  <c:v>1303</c:v>
                </c:pt>
                <c:pt idx="589">
                  <c:v>1301</c:v>
                </c:pt>
                <c:pt idx="590">
                  <c:v>1304</c:v>
                </c:pt>
                <c:pt idx="591">
                  <c:v>1314</c:v>
                </c:pt>
                <c:pt idx="592">
                  <c:v>1350</c:v>
                </c:pt>
                <c:pt idx="593">
                  <c:v>1384</c:v>
                </c:pt>
                <c:pt idx="594">
                  <c:v>1410</c:v>
                </c:pt>
                <c:pt idx="595">
                  <c:v>1450</c:v>
                </c:pt>
                <c:pt idx="596">
                  <c:v>1491</c:v>
                </c:pt>
                <c:pt idx="597">
                  <c:v>1528</c:v>
                </c:pt>
                <c:pt idx="598">
                  <c:v>1570</c:v>
                </c:pt>
                <c:pt idx="599">
                  <c:v>1601</c:v>
                </c:pt>
                <c:pt idx="600">
                  <c:v>1634</c:v>
                </c:pt>
                <c:pt idx="601">
                  <c:v>1663</c:v>
                </c:pt>
                <c:pt idx="602">
                  <c:v>1686</c:v>
                </c:pt>
                <c:pt idx="603">
                  <c:v>1710</c:v>
                </c:pt>
                <c:pt idx="604">
                  <c:v>1723</c:v>
                </c:pt>
                <c:pt idx="605">
                  <c:v>1736</c:v>
                </c:pt>
                <c:pt idx="606">
                  <c:v>1742</c:v>
                </c:pt>
                <c:pt idx="607">
                  <c:v>1742</c:v>
                </c:pt>
                <c:pt idx="608">
                  <c:v>1738</c:v>
                </c:pt>
                <c:pt idx="609">
                  <c:v>1727</c:v>
                </c:pt>
                <c:pt idx="610">
                  <c:v>1714</c:v>
                </c:pt>
                <c:pt idx="611">
                  <c:v>1691</c:v>
                </c:pt>
                <c:pt idx="612">
                  <c:v>1661</c:v>
                </c:pt>
                <c:pt idx="613">
                  <c:v>1635</c:v>
                </c:pt>
                <c:pt idx="614">
                  <c:v>1602</c:v>
                </c:pt>
                <c:pt idx="615">
                  <c:v>1563</c:v>
                </c:pt>
                <c:pt idx="616">
                  <c:v>1526</c:v>
                </c:pt>
                <c:pt idx="617">
                  <c:v>1491</c:v>
                </c:pt>
                <c:pt idx="618">
                  <c:v>1454</c:v>
                </c:pt>
                <c:pt idx="619">
                  <c:v>1422</c:v>
                </c:pt>
                <c:pt idx="620">
                  <c:v>1395</c:v>
                </c:pt>
                <c:pt idx="621">
                  <c:v>1363</c:v>
                </c:pt>
                <c:pt idx="622">
                  <c:v>1346</c:v>
                </c:pt>
                <c:pt idx="623">
                  <c:v>1327</c:v>
                </c:pt>
                <c:pt idx="624">
                  <c:v>1314</c:v>
                </c:pt>
                <c:pt idx="625">
                  <c:v>1306</c:v>
                </c:pt>
                <c:pt idx="626">
                  <c:v>1303</c:v>
                </c:pt>
                <c:pt idx="627">
                  <c:v>1306</c:v>
                </c:pt>
                <c:pt idx="628">
                  <c:v>1316</c:v>
                </c:pt>
                <c:pt idx="629">
                  <c:v>1352</c:v>
                </c:pt>
                <c:pt idx="630">
                  <c:v>1390</c:v>
                </c:pt>
                <c:pt idx="631">
                  <c:v>1418</c:v>
                </c:pt>
                <c:pt idx="632">
                  <c:v>1452</c:v>
                </c:pt>
                <c:pt idx="633">
                  <c:v>1495</c:v>
                </c:pt>
                <c:pt idx="634">
                  <c:v>1529</c:v>
                </c:pt>
                <c:pt idx="635">
                  <c:v>1568</c:v>
                </c:pt>
                <c:pt idx="636">
                  <c:v>1602</c:v>
                </c:pt>
                <c:pt idx="637">
                  <c:v>1633</c:v>
                </c:pt>
                <c:pt idx="638">
                  <c:v>1665</c:v>
                </c:pt>
                <c:pt idx="639">
                  <c:v>1688</c:v>
                </c:pt>
                <c:pt idx="640">
                  <c:v>1707</c:v>
                </c:pt>
                <c:pt idx="641">
                  <c:v>1723</c:v>
                </c:pt>
                <c:pt idx="642">
                  <c:v>1731</c:v>
                </c:pt>
                <c:pt idx="643">
                  <c:v>1738</c:v>
                </c:pt>
                <c:pt idx="644">
                  <c:v>1738</c:v>
                </c:pt>
                <c:pt idx="645">
                  <c:v>1733</c:v>
                </c:pt>
                <c:pt idx="646">
                  <c:v>1723</c:v>
                </c:pt>
                <c:pt idx="647">
                  <c:v>1706</c:v>
                </c:pt>
                <c:pt idx="648">
                  <c:v>1690</c:v>
                </c:pt>
                <c:pt idx="649">
                  <c:v>1655</c:v>
                </c:pt>
                <c:pt idx="650">
                  <c:v>1626</c:v>
                </c:pt>
                <c:pt idx="651">
                  <c:v>1592</c:v>
                </c:pt>
                <c:pt idx="652">
                  <c:v>1555</c:v>
                </c:pt>
                <c:pt idx="653">
                  <c:v>1522</c:v>
                </c:pt>
                <c:pt idx="654">
                  <c:v>1485</c:v>
                </c:pt>
                <c:pt idx="655">
                  <c:v>1451</c:v>
                </c:pt>
                <c:pt idx="656">
                  <c:v>1422</c:v>
                </c:pt>
                <c:pt idx="657">
                  <c:v>1393</c:v>
                </c:pt>
                <c:pt idx="658">
                  <c:v>1364</c:v>
                </c:pt>
                <c:pt idx="659">
                  <c:v>1344</c:v>
                </c:pt>
                <c:pt idx="660">
                  <c:v>1322</c:v>
                </c:pt>
                <c:pt idx="661">
                  <c:v>1313</c:v>
                </c:pt>
                <c:pt idx="662">
                  <c:v>1304</c:v>
                </c:pt>
                <c:pt idx="663">
                  <c:v>1304</c:v>
                </c:pt>
                <c:pt idx="664">
                  <c:v>1306</c:v>
                </c:pt>
                <c:pt idx="665">
                  <c:v>1318</c:v>
                </c:pt>
                <c:pt idx="666">
                  <c:v>1352</c:v>
                </c:pt>
                <c:pt idx="667">
                  <c:v>1393</c:v>
                </c:pt>
                <c:pt idx="668">
                  <c:v>1419</c:v>
                </c:pt>
                <c:pt idx="669">
                  <c:v>1459</c:v>
                </c:pt>
                <c:pt idx="670">
                  <c:v>1500</c:v>
                </c:pt>
                <c:pt idx="671">
                  <c:v>1535</c:v>
                </c:pt>
                <c:pt idx="672">
                  <c:v>1576</c:v>
                </c:pt>
                <c:pt idx="673">
                  <c:v>1610</c:v>
                </c:pt>
                <c:pt idx="674">
                  <c:v>1642</c:v>
                </c:pt>
                <c:pt idx="675">
                  <c:v>1671</c:v>
                </c:pt>
                <c:pt idx="676">
                  <c:v>1695</c:v>
                </c:pt>
                <c:pt idx="677">
                  <c:v>1715</c:v>
                </c:pt>
                <c:pt idx="678">
                  <c:v>1730</c:v>
                </c:pt>
                <c:pt idx="679">
                  <c:v>1739</c:v>
                </c:pt>
                <c:pt idx="680">
                  <c:v>1743</c:v>
                </c:pt>
                <c:pt idx="681">
                  <c:v>1739</c:v>
                </c:pt>
                <c:pt idx="682">
                  <c:v>1734</c:v>
                </c:pt>
                <c:pt idx="683">
                  <c:v>1723</c:v>
                </c:pt>
                <c:pt idx="684">
                  <c:v>1709</c:v>
                </c:pt>
                <c:pt idx="685">
                  <c:v>1688</c:v>
                </c:pt>
                <c:pt idx="686">
                  <c:v>1654</c:v>
                </c:pt>
                <c:pt idx="687">
                  <c:v>1619</c:v>
                </c:pt>
                <c:pt idx="688">
                  <c:v>1590</c:v>
                </c:pt>
                <c:pt idx="689">
                  <c:v>1554</c:v>
                </c:pt>
                <c:pt idx="690">
                  <c:v>1515</c:v>
                </c:pt>
                <c:pt idx="691">
                  <c:v>1479</c:v>
                </c:pt>
                <c:pt idx="692">
                  <c:v>1436</c:v>
                </c:pt>
                <c:pt idx="693">
                  <c:v>1406</c:v>
                </c:pt>
                <c:pt idx="694">
                  <c:v>1378</c:v>
                </c:pt>
                <c:pt idx="695">
                  <c:v>1354</c:v>
                </c:pt>
                <c:pt idx="696">
                  <c:v>1335</c:v>
                </c:pt>
                <c:pt idx="697">
                  <c:v>1321</c:v>
                </c:pt>
                <c:pt idx="698">
                  <c:v>1310</c:v>
                </c:pt>
                <c:pt idx="699">
                  <c:v>1306</c:v>
                </c:pt>
                <c:pt idx="700">
                  <c:v>1304</c:v>
                </c:pt>
                <c:pt idx="701">
                  <c:v>1308</c:v>
                </c:pt>
                <c:pt idx="702">
                  <c:v>1323</c:v>
                </c:pt>
                <c:pt idx="703">
                  <c:v>1358</c:v>
                </c:pt>
                <c:pt idx="704">
                  <c:v>1396</c:v>
                </c:pt>
                <c:pt idx="705">
                  <c:v>1426</c:v>
                </c:pt>
                <c:pt idx="706">
                  <c:v>1466</c:v>
                </c:pt>
                <c:pt idx="707">
                  <c:v>1503</c:v>
                </c:pt>
                <c:pt idx="708">
                  <c:v>1540</c:v>
                </c:pt>
                <c:pt idx="709">
                  <c:v>1579</c:v>
                </c:pt>
                <c:pt idx="710">
                  <c:v>1614</c:v>
                </c:pt>
                <c:pt idx="711">
                  <c:v>1650</c:v>
                </c:pt>
                <c:pt idx="712">
                  <c:v>1675</c:v>
                </c:pt>
                <c:pt idx="713">
                  <c:v>1698</c:v>
                </c:pt>
                <c:pt idx="714">
                  <c:v>1714</c:v>
                </c:pt>
                <c:pt idx="715">
                  <c:v>1727</c:v>
                </c:pt>
                <c:pt idx="716">
                  <c:v>1736</c:v>
                </c:pt>
                <c:pt idx="717">
                  <c:v>1739</c:v>
                </c:pt>
                <c:pt idx="718">
                  <c:v>1738</c:v>
                </c:pt>
                <c:pt idx="719">
                  <c:v>1733</c:v>
                </c:pt>
                <c:pt idx="720">
                  <c:v>1722</c:v>
                </c:pt>
                <c:pt idx="721">
                  <c:v>1704</c:v>
                </c:pt>
                <c:pt idx="722">
                  <c:v>1683</c:v>
                </c:pt>
                <c:pt idx="723">
                  <c:v>1654</c:v>
                </c:pt>
                <c:pt idx="724">
                  <c:v>1615</c:v>
                </c:pt>
                <c:pt idx="725">
                  <c:v>1582</c:v>
                </c:pt>
                <c:pt idx="726">
                  <c:v>1548</c:v>
                </c:pt>
                <c:pt idx="727">
                  <c:v>1510</c:v>
                </c:pt>
                <c:pt idx="728">
                  <c:v>1475</c:v>
                </c:pt>
                <c:pt idx="729">
                  <c:v>1440</c:v>
                </c:pt>
                <c:pt idx="730">
                  <c:v>1410</c:v>
                </c:pt>
                <c:pt idx="731">
                  <c:v>1379</c:v>
                </c:pt>
                <c:pt idx="732">
                  <c:v>1353</c:v>
                </c:pt>
                <c:pt idx="733">
                  <c:v>1337</c:v>
                </c:pt>
                <c:pt idx="734">
                  <c:v>1323</c:v>
                </c:pt>
                <c:pt idx="735">
                  <c:v>1314</c:v>
                </c:pt>
                <c:pt idx="736">
                  <c:v>1305</c:v>
                </c:pt>
                <c:pt idx="737">
                  <c:v>1304</c:v>
                </c:pt>
                <c:pt idx="738">
                  <c:v>1310</c:v>
                </c:pt>
                <c:pt idx="739">
                  <c:v>1323</c:v>
                </c:pt>
                <c:pt idx="740">
                  <c:v>1368</c:v>
                </c:pt>
                <c:pt idx="741">
                  <c:v>1396</c:v>
                </c:pt>
                <c:pt idx="742">
                  <c:v>1431</c:v>
                </c:pt>
                <c:pt idx="743">
                  <c:v>1475</c:v>
                </c:pt>
                <c:pt idx="744">
                  <c:v>1512</c:v>
                </c:pt>
                <c:pt idx="745">
                  <c:v>1543</c:v>
                </c:pt>
                <c:pt idx="746">
                  <c:v>1587</c:v>
                </c:pt>
                <c:pt idx="747">
                  <c:v>1615</c:v>
                </c:pt>
                <c:pt idx="748">
                  <c:v>1643</c:v>
                </c:pt>
                <c:pt idx="749">
                  <c:v>1674</c:v>
                </c:pt>
                <c:pt idx="750">
                  <c:v>1697</c:v>
                </c:pt>
                <c:pt idx="751">
                  <c:v>1715</c:v>
                </c:pt>
                <c:pt idx="752">
                  <c:v>1723</c:v>
                </c:pt>
                <c:pt idx="753">
                  <c:v>1738</c:v>
                </c:pt>
                <c:pt idx="754">
                  <c:v>1739</c:v>
                </c:pt>
                <c:pt idx="755">
                  <c:v>1739</c:v>
                </c:pt>
                <c:pt idx="756">
                  <c:v>1731</c:v>
                </c:pt>
                <c:pt idx="757">
                  <c:v>1722</c:v>
                </c:pt>
                <c:pt idx="758">
                  <c:v>1695</c:v>
                </c:pt>
                <c:pt idx="759">
                  <c:v>1675</c:v>
                </c:pt>
                <c:pt idx="760">
                  <c:v>1647</c:v>
                </c:pt>
                <c:pt idx="761">
                  <c:v>1614</c:v>
                </c:pt>
                <c:pt idx="762">
                  <c:v>1581</c:v>
                </c:pt>
                <c:pt idx="763">
                  <c:v>1541</c:v>
                </c:pt>
                <c:pt idx="764">
                  <c:v>1505</c:v>
                </c:pt>
                <c:pt idx="765">
                  <c:v>1470</c:v>
                </c:pt>
                <c:pt idx="766">
                  <c:v>1431</c:v>
                </c:pt>
                <c:pt idx="767">
                  <c:v>1402</c:v>
                </c:pt>
                <c:pt idx="768">
                  <c:v>1371</c:v>
                </c:pt>
                <c:pt idx="769">
                  <c:v>1350</c:v>
                </c:pt>
                <c:pt idx="770">
                  <c:v>1331</c:v>
                </c:pt>
                <c:pt idx="771">
                  <c:v>1320</c:v>
                </c:pt>
                <c:pt idx="772">
                  <c:v>1306</c:v>
                </c:pt>
                <c:pt idx="773">
                  <c:v>1303</c:v>
                </c:pt>
                <c:pt idx="774">
                  <c:v>1303</c:v>
                </c:pt>
                <c:pt idx="775">
                  <c:v>1312</c:v>
                </c:pt>
                <c:pt idx="776">
                  <c:v>1326</c:v>
                </c:pt>
                <c:pt idx="777">
                  <c:v>1372</c:v>
                </c:pt>
                <c:pt idx="778">
                  <c:v>1407</c:v>
                </c:pt>
                <c:pt idx="779">
                  <c:v>1442</c:v>
                </c:pt>
                <c:pt idx="780">
                  <c:v>1482</c:v>
                </c:pt>
                <c:pt idx="781">
                  <c:v>1519</c:v>
                </c:pt>
                <c:pt idx="782">
                  <c:v>1554</c:v>
                </c:pt>
                <c:pt idx="783">
                  <c:v>1600</c:v>
                </c:pt>
                <c:pt idx="784">
                  <c:v>1626</c:v>
                </c:pt>
                <c:pt idx="785">
                  <c:v>1662</c:v>
                </c:pt>
                <c:pt idx="786">
                  <c:v>1685</c:v>
                </c:pt>
                <c:pt idx="787">
                  <c:v>1704</c:v>
                </c:pt>
                <c:pt idx="788">
                  <c:v>1720</c:v>
                </c:pt>
                <c:pt idx="789">
                  <c:v>1731</c:v>
                </c:pt>
                <c:pt idx="790">
                  <c:v>1734</c:v>
                </c:pt>
                <c:pt idx="791">
                  <c:v>1736</c:v>
                </c:pt>
                <c:pt idx="792">
                  <c:v>1734</c:v>
                </c:pt>
                <c:pt idx="793">
                  <c:v>1726</c:v>
                </c:pt>
                <c:pt idx="794">
                  <c:v>1715</c:v>
                </c:pt>
                <c:pt idx="795">
                  <c:v>1691</c:v>
                </c:pt>
                <c:pt idx="796">
                  <c:v>1667</c:v>
                </c:pt>
                <c:pt idx="797">
                  <c:v>1643</c:v>
                </c:pt>
                <c:pt idx="798">
                  <c:v>1603</c:v>
                </c:pt>
                <c:pt idx="799">
                  <c:v>1569</c:v>
                </c:pt>
                <c:pt idx="800">
                  <c:v>1534</c:v>
                </c:pt>
                <c:pt idx="801">
                  <c:v>1494</c:v>
                </c:pt>
                <c:pt idx="802">
                  <c:v>1459</c:v>
                </c:pt>
                <c:pt idx="803">
                  <c:v>1426</c:v>
                </c:pt>
                <c:pt idx="804">
                  <c:v>1398</c:v>
                </c:pt>
                <c:pt idx="805">
                  <c:v>1369</c:v>
                </c:pt>
                <c:pt idx="806">
                  <c:v>1349</c:v>
                </c:pt>
                <c:pt idx="807">
                  <c:v>1331</c:v>
                </c:pt>
                <c:pt idx="808">
                  <c:v>1316</c:v>
                </c:pt>
                <c:pt idx="809">
                  <c:v>1307</c:v>
                </c:pt>
                <c:pt idx="810">
                  <c:v>1302</c:v>
                </c:pt>
                <c:pt idx="811">
                  <c:v>1306</c:v>
                </c:pt>
                <c:pt idx="812">
                  <c:v>1311</c:v>
                </c:pt>
                <c:pt idx="813">
                  <c:v>1346</c:v>
                </c:pt>
                <c:pt idx="814">
                  <c:v>1379</c:v>
                </c:pt>
                <c:pt idx="815">
                  <c:v>1410</c:v>
                </c:pt>
                <c:pt idx="816">
                  <c:v>1443</c:v>
                </c:pt>
                <c:pt idx="817">
                  <c:v>1487</c:v>
                </c:pt>
                <c:pt idx="818">
                  <c:v>1523</c:v>
                </c:pt>
                <c:pt idx="819">
                  <c:v>1560</c:v>
                </c:pt>
                <c:pt idx="820">
                  <c:v>1601</c:v>
                </c:pt>
                <c:pt idx="821">
                  <c:v>1631</c:v>
                </c:pt>
                <c:pt idx="822">
                  <c:v>1659</c:v>
                </c:pt>
                <c:pt idx="823">
                  <c:v>1683</c:v>
                </c:pt>
                <c:pt idx="824">
                  <c:v>1706</c:v>
                </c:pt>
                <c:pt idx="825">
                  <c:v>1721</c:v>
                </c:pt>
                <c:pt idx="826">
                  <c:v>1736</c:v>
                </c:pt>
                <c:pt idx="827">
                  <c:v>1738</c:v>
                </c:pt>
                <c:pt idx="828">
                  <c:v>1739</c:v>
                </c:pt>
                <c:pt idx="829">
                  <c:v>1737</c:v>
                </c:pt>
                <c:pt idx="830">
                  <c:v>1727</c:v>
                </c:pt>
                <c:pt idx="831">
                  <c:v>1714</c:v>
                </c:pt>
                <c:pt idx="832">
                  <c:v>1691</c:v>
                </c:pt>
                <c:pt idx="833">
                  <c:v>1662</c:v>
                </c:pt>
                <c:pt idx="834">
                  <c:v>1635</c:v>
                </c:pt>
                <c:pt idx="835">
                  <c:v>1600</c:v>
                </c:pt>
                <c:pt idx="836">
                  <c:v>1567</c:v>
                </c:pt>
                <c:pt idx="837">
                  <c:v>1528</c:v>
                </c:pt>
                <c:pt idx="838">
                  <c:v>1490</c:v>
                </c:pt>
                <c:pt idx="839">
                  <c:v>1462</c:v>
                </c:pt>
                <c:pt idx="840">
                  <c:v>1424</c:v>
                </c:pt>
                <c:pt idx="841">
                  <c:v>1397</c:v>
                </c:pt>
                <c:pt idx="842">
                  <c:v>1369</c:v>
                </c:pt>
                <c:pt idx="843">
                  <c:v>1346</c:v>
                </c:pt>
                <c:pt idx="844">
                  <c:v>1332</c:v>
                </c:pt>
                <c:pt idx="845">
                  <c:v>1315</c:v>
                </c:pt>
                <c:pt idx="846">
                  <c:v>1306</c:v>
                </c:pt>
                <c:pt idx="847">
                  <c:v>1302</c:v>
                </c:pt>
                <c:pt idx="848">
                  <c:v>1306</c:v>
                </c:pt>
                <c:pt idx="849">
                  <c:v>1315</c:v>
                </c:pt>
                <c:pt idx="850">
                  <c:v>1352</c:v>
                </c:pt>
                <c:pt idx="851">
                  <c:v>1386</c:v>
                </c:pt>
                <c:pt idx="852">
                  <c:v>1416</c:v>
                </c:pt>
                <c:pt idx="853">
                  <c:v>1451</c:v>
                </c:pt>
                <c:pt idx="854">
                  <c:v>1491</c:v>
                </c:pt>
                <c:pt idx="855">
                  <c:v>1525</c:v>
                </c:pt>
                <c:pt idx="856">
                  <c:v>1563</c:v>
                </c:pt>
                <c:pt idx="857">
                  <c:v>1608</c:v>
                </c:pt>
                <c:pt idx="858">
                  <c:v>1633</c:v>
                </c:pt>
                <c:pt idx="859">
                  <c:v>1665</c:v>
                </c:pt>
                <c:pt idx="860">
                  <c:v>1689</c:v>
                </c:pt>
                <c:pt idx="861">
                  <c:v>1706</c:v>
                </c:pt>
                <c:pt idx="862">
                  <c:v>1727</c:v>
                </c:pt>
                <c:pt idx="863">
                  <c:v>1734</c:v>
                </c:pt>
                <c:pt idx="864">
                  <c:v>1739</c:v>
                </c:pt>
                <c:pt idx="865">
                  <c:v>1739</c:v>
                </c:pt>
                <c:pt idx="866">
                  <c:v>1735</c:v>
                </c:pt>
                <c:pt idx="867">
                  <c:v>1724</c:v>
                </c:pt>
                <c:pt idx="868">
                  <c:v>1707</c:v>
                </c:pt>
                <c:pt idx="869">
                  <c:v>1687</c:v>
                </c:pt>
                <c:pt idx="870">
                  <c:v>1651</c:v>
                </c:pt>
                <c:pt idx="871">
                  <c:v>1627</c:v>
                </c:pt>
                <c:pt idx="872">
                  <c:v>1593</c:v>
                </c:pt>
                <c:pt idx="873">
                  <c:v>1558</c:v>
                </c:pt>
                <c:pt idx="874">
                  <c:v>1521</c:v>
                </c:pt>
                <c:pt idx="875">
                  <c:v>1483</c:v>
                </c:pt>
                <c:pt idx="876">
                  <c:v>1448</c:v>
                </c:pt>
                <c:pt idx="877">
                  <c:v>1414</c:v>
                </c:pt>
                <c:pt idx="878">
                  <c:v>1387</c:v>
                </c:pt>
                <c:pt idx="879">
                  <c:v>1358</c:v>
                </c:pt>
                <c:pt idx="880">
                  <c:v>1339</c:v>
                </c:pt>
                <c:pt idx="881">
                  <c:v>1326</c:v>
                </c:pt>
                <c:pt idx="882">
                  <c:v>1314</c:v>
                </c:pt>
                <c:pt idx="883">
                  <c:v>1306</c:v>
                </c:pt>
                <c:pt idx="884">
                  <c:v>1306</c:v>
                </c:pt>
                <c:pt idx="885">
                  <c:v>1310</c:v>
                </c:pt>
                <c:pt idx="886">
                  <c:v>1322</c:v>
                </c:pt>
                <c:pt idx="887">
                  <c:v>1351</c:v>
                </c:pt>
                <c:pt idx="888">
                  <c:v>1393</c:v>
                </c:pt>
                <c:pt idx="889">
                  <c:v>1427</c:v>
                </c:pt>
                <c:pt idx="890">
                  <c:v>1458</c:v>
                </c:pt>
                <c:pt idx="891">
                  <c:v>1502</c:v>
                </c:pt>
                <c:pt idx="892">
                  <c:v>1539</c:v>
                </c:pt>
                <c:pt idx="893">
                  <c:v>1577</c:v>
                </c:pt>
                <c:pt idx="894">
                  <c:v>1611</c:v>
                </c:pt>
                <c:pt idx="895">
                  <c:v>1642</c:v>
                </c:pt>
                <c:pt idx="896">
                  <c:v>1670</c:v>
                </c:pt>
                <c:pt idx="897">
                  <c:v>1692</c:v>
                </c:pt>
                <c:pt idx="898">
                  <c:v>1711</c:v>
                </c:pt>
                <c:pt idx="899">
                  <c:v>1728</c:v>
                </c:pt>
                <c:pt idx="900">
                  <c:v>1731</c:v>
                </c:pt>
                <c:pt idx="901">
                  <c:v>1738</c:v>
                </c:pt>
                <c:pt idx="902">
                  <c:v>1739</c:v>
                </c:pt>
                <c:pt idx="903">
                  <c:v>1732</c:v>
                </c:pt>
                <c:pt idx="904">
                  <c:v>1723</c:v>
                </c:pt>
                <c:pt idx="905">
                  <c:v>1711</c:v>
                </c:pt>
                <c:pt idx="906">
                  <c:v>1690</c:v>
                </c:pt>
                <c:pt idx="907">
                  <c:v>1661</c:v>
                </c:pt>
                <c:pt idx="908">
                  <c:v>1623</c:v>
                </c:pt>
                <c:pt idx="909">
                  <c:v>1592</c:v>
                </c:pt>
                <c:pt idx="910">
                  <c:v>1555</c:v>
                </c:pt>
                <c:pt idx="911">
                  <c:v>1514</c:v>
                </c:pt>
                <c:pt idx="912">
                  <c:v>1475</c:v>
                </c:pt>
                <c:pt idx="913">
                  <c:v>1448</c:v>
                </c:pt>
                <c:pt idx="914">
                  <c:v>1410</c:v>
                </c:pt>
                <c:pt idx="915">
                  <c:v>1386</c:v>
                </c:pt>
                <c:pt idx="916">
                  <c:v>1360</c:v>
                </c:pt>
                <c:pt idx="917">
                  <c:v>1337</c:v>
                </c:pt>
                <c:pt idx="918">
                  <c:v>1322</c:v>
                </c:pt>
                <c:pt idx="919">
                  <c:v>1306</c:v>
                </c:pt>
                <c:pt idx="920">
                  <c:v>1303</c:v>
                </c:pt>
                <c:pt idx="921">
                  <c:v>1302</c:v>
                </c:pt>
                <c:pt idx="922">
                  <c:v>1307</c:v>
                </c:pt>
                <c:pt idx="923">
                  <c:v>1318</c:v>
                </c:pt>
                <c:pt idx="924">
                  <c:v>1355</c:v>
                </c:pt>
                <c:pt idx="925">
                  <c:v>1391</c:v>
                </c:pt>
                <c:pt idx="926">
                  <c:v>1428</c:v>
                </c:pt>
                <c:pt idx="927">
                  <c:v>1464</c:v>
                </c:pt>
                <c:pt idx="928">
                  <c:v>1502</c:v>
                </c:pt>
                <c:pt idx="929">
                  <c:v>1538</c:v>
                </c:pt>
                <c:pt idx="930">
                  <c:v>1579</c:v>
                </c:pt>
                <c:pt idx="931">
                  <c:v>1611</c:v>
                </c:pt>
                <c:pt idx="932">
                  <c:v>1642</c:v>
                </c:pt>
                <c:pt idx="933">
                  <c:v>1671</c:v>
                </c:pt>
                <c:pt idx="934">
                  <c:v>1696</c:v>
                </c:pt>
                <c:pt idx="935">
                  <c:v>1711</c:v>
                </c:pt>
                <c:pt idx="936">
                  <c:v>1728</c:v>
                </c:pt>
                <c:pt idx="937">
                  <c:v>1735</c:v>
                </c:pt>
                <c:pt idx="938">
                  <c:v>1739</c:v>
                </c:pt>
                <c:pt idx="939">
                  <c:v>1736</c:v>
                </c:pt>
                <c:pt idx="940">
                  <c:v>1732</c:v>
                </c:pt>
                <c:pt idx="941">
                  <c:v>1719</c:v>
                </c:pt>
                <c:pt idx="942">
                  <c:v>1708</c:v>
                </c:pt>
                <c:pt idx="943">
                  <c:v>1706</c:v>
                </c:pt>
                <c:pt idx="944">
                  <c:v>1651</c:v>
                </c:pt>
                <c:pt idx="945">
                  <c:v>1619</c:v>
                </c:pt>
                <c:pt idx="946">
                  <c:v>1583</c:v>
                </c:pt>
                <c:pt idx="947">
                  <c:v>1547</c:v>
                </c:pt>
                <c:pt idx="948">
                  <c:v>1512</c:v>
                </c:pt>
                <c:pt idx="949">
                  <c:v>1475</c:v>
                </c:pt>
                <c:pt idx="950">
                  <c:v>1442</c:v>
                </c:pt>
                <c:pt idx="951">
                  <c:v>1407</c:v>
                </c:pt>
                <c:pt idx="952">
                  <c:v>1380</c:v>
                </c:pt>
                <c:pt idx="953">
                  <c:v>1353</c:v>
                </c:pt>
                <c:pt idx="954">
                  <c:v>1334</c:v>
                </c:pt>
                <c:pt idx="955">
                  <c:v>1320</c:v>
                </c:pt>
                <c:pt idx="956">
                  <c:v>1308</c:v>
                </c:pt>
                <c:pt idx="957">
                  <c:v>1306</c:v>
                </c:pt>
                <c:pt idx="958">
                  <c:v>1306</c:v>
                </c:pt>
                <c:pt idx="959">
                  <c:v>1312</c:v>
                </c:pt>
                <c:pt idx="960">
                  <c:v>1322</c:v>
                </c:pt>
                <c:pt idx="961">
                  <c:v>1366</c:v>
                </c:pt>
                <c:pt idx="962">
                  <c:v>1395</c:v>
                </c:pt>
                <c:pt idx="963">
                  <c:v>1438</c:v>
                </c:pt>
                <c:pt idx="964">
                  <c:v>1473</c:v>
                </c:pt>
                <c:pt idx="965">
                  <c:v>1517</c:v>
                </c:pt>
                <c:pt idx="966">
                  <c:v>1547</c:v>
                </c:pt>
                <c:pt idx="967">
                  <c:v>1590</c:v>
                </c:pt>
                <c:pt idx="968">
                  <c:v>1625</c:v>
                </c:pt>
                <c:pt idx="969">
                  <c:v>1653</c:v>
                </c:pt>
                <c:pt idx="970">
                  <c:v>1679</c:v>
                </c:pt>
                <c:pt idx="971">
                  <c:v>1700</c:v>
                </c:pt>
                <c:pt idx="972">
                  <c:v>1719</c:v>
                </c:pt>
                <c:pt idx="973">
                  <c:v>1731</c:v>
                </c:pt>
                <c:pt idx="974">
                  <c:v>1736</c:v>
                </c:pt>
                <c:pt idx="975">
                  <c:v>1738</c:v>
                </c:pt>
                <c:pt idx="976">
                  <c:v>1733</c:v>
                </c:pt>
                <c:pt idx="977">
                  <c:v>1729</c:v>
                </c:pt>
                <c:pt idx="978">
                  <c:v>1713</c:v>
                </c:pt>
                <c:pt idx="979">
                  <c:v>1695</c:v>
                </c:pt>
                <c:pt idx="980">
                  <c:v>1671</c:v>
                </c:pt>
                <c:pt idx="981">
                  <c:v>1647</c:v>
                </c:pt>
                <c:pt idx="982">
                  <c:v>1608</c:v>
                </c:pt>
                <c:pt idx="983">
                  <c:v>1571</c:v>
                </c:pt>
                <c:pt idx="984">
                  <c:v>1539</c:v>
                </c:pt>
                <c:pt idx="985">
                  <c:v>1498</c:v>
                </c:pt>
                <c:pt idx="986">
                  <c:v>1464</c:v>
                </c:pt>
                <c:pt idx="987">
                  <c:v>1434</c:v>
                </c:pt>
                <c:pt idx="988">
                  <c:v>1401</c:v>
                </c:pt>
                <c:pt idx="989">
                  <c:v>1375</c:v>
                </c:pt>
                <c:pt idx="990">
                  <c:v>1354</c:v>
                </c:pt>
                <c:pt idx="991">
                  <c:v>1334</c:v>
                </c:pt>
                <c:pt idx="992">
                  <c:v>1319</c:v>
                </c:pt>
                <c:pt idx="993">
                  <c:v>1309</c:v>
                </c:pt>
                <c:pt idx="994">
                  <c:v>1306</c:v>
                </c:pt>
                <c:pt idx="995">
                  <c:v>1303</c:v>
                </c:pt>
                <c:pt idx="996">
                  <c:v>1311</c:v>
                </c:pt>
                <c:pt idx="997">
                  <c:v>1323</c:v>
                </c:pt>
                <c:pt idx="998">
                  <c:v>1370</c:v>
                </c:pt>
                <c:pt idx="999">
                  <c:v>1401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CA-4A79-AD48-3B76CEB505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4242704"/>
        <c:axId val="1114243184"/>
      </c:lineChart>
      <c:catAx>
        <c:axId val="11142427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14243184"/>
        <c:crosses val="autoZero"/>
        <c:auto val="1"/>
        <c:lblAlgn val="ctr"/>
        <c:lblOffset val="100"/>
        <c:noMultiLvlLbl val="0"/>
      </c:catAx>
      <c:valAx>
        <c:axId val="111424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14242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I</a:t>
            </a:r>
            <a:r>
              <a:rPr lang="en-US" altLang="zh-TW" baseline="0"/>
              <a:t> FB1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工作表1!$D$1:$D$1000</c:f>
              <c:numCache>
                <c:formatCode>General</c:formatCode>
                <c:ptCount val="1000"/>
                <c:pt idx="0">
                  <c:v>1584</c:v>
                </c:pt>
                <c:pt idx="1">
                  <c:v>1614</c:v>
                </c:pt>
                <c:pt idx="2">
                  <c:v>1699</c:v>
                </c:pt>
                <c:pt idx="3">
                  <c:v>1843</c:v>
                </c:pt>
                <c:pt idx="4">
                  <c:v>1775</c:v>
                </c:pt>
                <c:pt idx="5">
                  <c:v>1902</c:v>
                </c:pt>
                <c:pt idx="6">
                  <c:v>2027</c:v>
                </c:pt>
                <c:pt idx="7">
                  <c:v>2058</c:v>
                </c:pt>
                <c:pt idx="8">
                  <c:v>2140</c:v>
                </c:pt>
                <c:pt idx="9">
                  <c:v>2246</c:v>
                </c:pt>
                <c:pt idx="10">
                  <c:v>2306</c:v>
                </c:pt>
                <c:pt idx="11">
                  <c:v>2378</c:v>
                </c:pt>
                <c:pt idx="12">
                  <c:v>2425</c:v>
                </c:pt>
                <c:pt idx="13">
                  <c:v>2481</c:v>
                </c:pt>
                <c:pt idx="14">
                  <c:v>2520</c:v>
                </c:pt>
                <c:pt idx="15">
                  <c:v>2542</c:v>
                </c:pt>
                <c:pt idx="16">
                  <c:v>2563</c:v>
                </c:pt>
                <c:pt idx="17">
                  <c:v>2563</c:v>
                </c:pt>
                <c:pt idx="18">
                  <c:v>2546</c:v>
                </c:pt>
                <c:pt idx="19">
                  <c:v>2526</c:v>
                </c:pt>
                <c:pt idx="20">
                  <c:v>2491</c:v>
                </c:pt>
                <c:pt idx="21">
                  <c:v>2443</c:v>
                </c:pt>
                <c:pt idx="22">
                  <c:v>2290</c:v>
                </c:pt>
                <c:pt idx="23">
                  <c:v>2346</c:v>
                </c:pt>
                <c:pt idx="24">
                  <c:v>2255</c:v>
                </c:pt>
                <c:pt idx="25">
                  <c:v>2121</c:v>
                </c:pt>
                <c:pt idx="26">
                  <c:v>2056</c:v>
                </c:pt>
                <c:pt idx="27">
                  <c:v>1990</c:v>
                </c:pt>
                <c:pt idx="28">
                  <c:v>1891</c:v>
                </c:pt>
                <c:pt idx="29">
                  <c:v>1819</c:v>
                </c:pt>
                <c:pt idx="30">
                  <c:v>1763</c:v>
                </c:pt>
                <c:pt idx="31">
                  <c:v>1691</c:v>
                </c:pt>
                <c:pt idx="32">
                  <c:v>1658</c:v>
                </c:pt>
                <c:pt idx="33">
                  <c:v>1614</c:v>
                </c:pt>
                <c:pt idx="34">
                  <c:v>1588</c:v>
                </c:pt>
                <c:pt idx="35">
                  <c:v>1580</c:v>
                </c:pt>
                <c:pt idx="36">
                  <c:v>1579</c:v>
                </c:pt>
                <c:pt idx="37">
                  <c:v>1594</c:v>
                </c:pt>
                <c:pt idx="38">
                  <c:v>1618</c:v>
                </c:pt>
                <c:pt idx="39">
                  <c:v>1656</c:v>
                </c:pt>
                <c:pt idx="40">
                  <c:v>1862</c:v>
                </c:pt>
                <c:pt idx="41">
                  <c:v>1822</c:v>
                </c:pt>
                <c:pt idx="42">
                  <c:v>1891</c:v>
                </c:pt>
                <c:pt idx="43">
                  <c:v>2008</c:v>
                </c:pt>
                <c:pt idx="44">
                  <c:v>2105</c:v>
                </c:pt>
                <c:pt idx="45">
                  <c:v>2158</c:v>
                </c:pt>
                <c:pt idx="46">
                  <c:v>2239</c:v>
                </c:pt>
                <c:pt idx="47">
                  <c:v>2336</c:v>
                </c:pt>
                <c:pt idx="48">
                  <c:v>2379</c:v>
                </c:pt>
                <c:pt idx="49">
                  <c:v>2438</c:v>
                </c:pt>
                <c:pt idx="50">
                  <c:v>2483</c:v>
                </c:pt>
                <c:pt idx="51">
                  <c:v>2520</c:v>
                </c:pt>
                <c:pt idx="52">
                  <c:v>2543</c:v>
                </c:pt>
                <c:pt idx="53">
                  <c:v>2554</c:v>
                </c:pt>
                <c:pt idx="54">
                  <c:v>2561</c:v>
                </c:pt>
                <c:pt idx="55">
                  <c:v>2543</c:v>
                </c:pt>
                <c:pt idx="56">
                  <c:v>2515</c:v>
                </c:pt>
                <c:pt idx="57">
                  <c:v>2474</c:v>
                </c:pt>
                <c:pt idx="58">
                  <c:v>2432</c:v>
                </c:pt>
                <c:pt idx="59">
                  <c:v>2273</c:v>
                </c:pt>
                <c:pt idx="60">
                  <c:v>2282</c:v>
                </c:pt>
                <c:pt idx="61">
                  <c:v>2246</c:v>
                </c:pt>
                <c:pt idx="62">
                  <c:v>2123</c:v>
                </c:pt>
                <c:pt idx="63">
                  <c:v>2047</c:v>
                </c:pt>
                <c:pt idx="64">
                  <c:v>1960</c:v>
                </c:pt>
                <c:pt idx="65">
                  <c:v>1886</c:v>
                </c:pt>
                <c:pt idx="66">
                  <c:v>1815</c:v>
                </c:pt>
                <c:pt idx="67">
                  <c:v>1750</c:v>
                </c:pt>
                <c:pt idx="68">
                  <c:v>1704</c:v>
                </c:pt>
                <c:pt idx="69">
                  <c:v>1654</c:v>
                </c:pt>
                <c:pt idx="70">
                  <c:v>1621</c:v>
                </c:pt>
                <c:pt idx="71">
                  <c:v>1597</c:v>
                </c:pt>
                <c:pt idx="72">
                  <c:v>1579</c:v>
                </c:pt>
                <c:pt idx="73">
                  <c:v>1586</c:v>
                </c:pt>
                <c:pt idx="74">
                  <c:v>1610</c:v>
                </c:pt>
                <c:pt idx="75">
                  <c:v>1632</c:v>
                </c:pt>
                <c:pt idx="76">
                  <c:v>1672</c:v>
                </c:pt>
                <c:pt idx="77">
                  <c:v>1848</c:v>
                </c:pt>
                <c:pt idx="78">
                  <c:v>1890</c:v>
                </c:pt>
                <c:pt idx="79">
                  <c:v>1907</c:v>
                </c:pt>
                <c:pt idx="80">
                  <c:v>2015</c:v>
                </c:pt>
                <c:pt idx="81">
                  <c:v>2123</c:v>
                </c:pt>
                <c:pt idx="82">
                  <c:v>2175</c:v>
                </c:pt>
                <c:pt idx="83">
                  <c:v>2258</c:v>
                </c:pt>
                <c:pt idx="84">
                  <c:v>2328</c:v>
                </c:pt>
                <c:pt idx="85">
                  <c:v>2390</c:v>
                </c:pt>
                <c:pt idx="86">
                  <c:v>2443</c:v>
                </c:pt>
                <c:pt idx="87">
                  <c:v>2488</c:v>
                </c:pt>
                <c:pt idx="88">
                  <c:v>2527</c:v>
                </c:pt>
                <c:pt idx="89">
                  <c:v>2547</c:v>
                </c:pt>
                <c:pt idx="90">
                  <c:v>2558</c:v>
                </c:pt>
                <c:pt idx="91">
                  <c:v>2554</c:v>
                </c:pt>
                <c:pt idx="92">
                  <c:v>2539</c:v>
                </c:pt>
                <c:pt idx="93">
                  <c:v>2514</c:v>
                </c:pt>
                <c:pt idx="94">
                  <c:v>2478</c:v>
                </c:pt>
                <c:pt idx="95">
                  <c:v>2424</c:v>
                </c:pt>
                <c:pt idx="96">
                  <c:v>2334</c:v>
                </c:pt>
                <c:pt idx="97">
                  <c:v>2257</c:v>
                </c:pt>
                <c:pt idx="98">
                  <c:v>2214</c:v>
                </c:pt>
                <c:pt idx="99">
                  <c:v>2120</c:v>
                </c:pt>
                <c:pt idx="100">
                  <c:v>2022</c:v>
                </c:pt>
                <c:pt idx="101">
                  <c:v>1957</c:v>
                </c:pt>
                <c:pt idx="102">
                  <c:v>1883</c:v>
                </c:pt>
                <c:pt idx="103">
                  <c:v>1794</c:v>
                </c:pt>
                <c:pt idx="104">
                  <c:v>1742</c:v>
                </c:pt>
                <c:pt idx="105">
                  <c:v>1685</c:v>
                </c:pt>
                <c:pt idx="106">
                  <c:v>1641</c:v>
                </c:pt>
                <c:pt idx="107">
                  <c:v>1603</c:v>
                </c:pt>
                <c:pt idx="108">
                  <c:v>1590</c:v>
                </c:pt>
                <c:pt idx="109">
                  <c:v>1579</c:v>
                </c:pt>
                <c:pt idx="110">
                  <c:v>1580</c:v>
                </c:pt>
                <c:pt idx="111">
                  <c:v>1595</c:v>
                </c:pt>
                <c:pt idx="112">
                  <c:v>1626</c:v>
                </c:pt>
                <c:pt idx="113">
                  <c:v>1671</c:v>
                </c:pt>
                <c:pt idx="114">
                  <c:v>1805</c:v>
                </c:pt>
                <c:pt idx="115">
                  <c:v>1874</c:v>
                </c:pt>
                <c:pt idx="116">
                  <c:v>1939</c:v>
                </c:pt>
                <c:pt idx="117">
                  <c:v>2024</c:v>
                </c:pt>
                <c:pt idx="118">
                  <c:v>2120</c:v>
                </c:pt>
                <c:pt idx="119">
                  <c:v>2206</c:v>
                </c:pt>
                <c:pt idx="120">
                  <c:v>2263</c:v>
                </c:pt>
                <c:pt idx="121">
                  <c:v>2344</c:v>
                </c:pt>
                <c:pt idx="122">
                  <c:v>2400</c:v>
                </c:pt>
                <c:pt idx="123">
                  <c:v>2454</c:v>
                </c:pt>
                <c:pt idx="124">
                  <c:v>2507</c:v>
                </c:pt>
                <c:pt idx="125">
                  <c:v>2531</c:v>
                </c:pt>
                <c:pt idx="126">
                  <c:v>2555</c:v>
                </c:pt>
                <c:pt idx="127">
                  <c:v>2566</c:v>
                </c:pt>
                <c:pt idx="128">
                  <c:v>2555</c:v>
                </c:pt>
                <c:pt idx="129">
                  <c:v>2539</c:v>
                </c:pt>
                <c:pt idx="130">
                  <c:v>2511</c:v>
                </c:pt>
                <c:pt idx="131">
                  <c:v>2470</c:v>
                </c:pt>
                <c:pt idx="132">
                  <c:v>2419</c:v>
                </c:pt>
                <c:pt idx="133">
                  <c:v>2351</c:v>
                </c:pt>
                <c:pt idx="134">
                  <c:v>2217</c:v>
                </c:pt>
                <c:pt idx="135">
                  <c:v>2215</c:v>
                </c:pt>
                <c:pt idx="136">
                  <c:v>2099</c:v>
                </c:pt>
                <c:pt idx="137">
                  <c:v>2005</c:v>
                </c:pt>
                <c:pt idx="138">
                  <c:v>1945</c:v>
                </c:pt>
                <c:pt idx="139">
                  <c:v>1867</c:v>
                </c:pt>
                <c:pt idx="140">
                  <c:v>1798</c:v>
                </c:pt>
                <c:pt idx="141">
                  <c:v>1723</c:v>
                </c:pt>
                <c:pt idx="142">
                  <c:v>1683</c:v>
                </c:pt>
                <c:pt idx="143">
                  <c:v>1639</c:v>
                </c:pt>
                <c:pt idx="144">
                  <c:v>1603</c:v>
                </c:pt>
                <c:pt idx="145">
                  <c:v>1591</c:v>
                </c:pt>
                <c:pt idx="146">
                  <c:v>1582</c:v>
                </c:pt>
                <c:pt idx="147">
                  <c:v>1590</c:v>
                </c:pt>
                <c:pt idx="148">
                  <c:v>1611</c:v>
                </c:pt>
                <c:pt idx="149">
                  <c:v>1642</c:v>
                </c:pt>
                <c:pt idx="150">
                  <c:v>1750</c:v>
                </c:pt>
                <c:pt idx="151">
                  <c:v>1806</c:v>
                </c:pt>
                <c:pt idx="152">
                  <c:v>1920</c:v>
                </c:pt>
                <c:pt idx="153">
                  <c:v>1955</c:v>
                </c:pt>
                <c:pt idx="154">
                  <c:v>2026</c:v>
                </c:pt>
                <c:pt idx="155">
                  <c:v>2146</c:v>
                </c:pt>
                <c:pt idx="156">
                  <c:v>2209</c:v>
                </c:pt>
                <c:pt idx="157">
                  <c:v>2273</c:v>
                </c:pt>
                <c:pt idx="158">
                  <c:v>2344</c:v>
                </c:pt>
                <c:pt idx="159">
                  <c:v>2410</c:v>
                </c:pt>
                <c:pt idx="160">
                  <c:v>2459</c:v>
                </c:pt>
                <c:pt idx="161">
                  <c:v>2495</c:v>
                </c:pt>
                <c:pt idx="162">
                  <c:v>2536</c:v>
                </c:pt>
                <c:pt idx="163">
                  <c:v>2548</c:v>
                </c:pt>
                <c:pt idx="164">
                  <c:v>2555</c:v>
                </c:pt>
                <c:pt idx="165">
                  <c:v>2543</c:v>
                </c:pt>
                <c:pt idx="166">
                  <c:v>2528</c:v>
                </c:pt>
                <c:pt idx="167">
                  <c:v>2498</c:v>
                </c:pt>
                <c:pt idx="168">
                  <c:v>2459</c:v>
                </c:pt>
                <c:pt idx="169">
                  <c:v>2370</c:v>
                </c:pt>
                <c:pt idx="170">
                  <c:v>2376</c:v>
                </c:pt>
                <c:pt idx="171">
                  <c:v>2214</c:v>
                </c:pt>
                <c:pt idx="172">
                  <c:v>2163</c:v>
                </c:pt>
                <c:pt idx="173">
                  <c:v>2111</c:v>
                </c:pt>
                <c:pt idx="174">
                  <c:v>1995</c:v>
                </c:pt>
                <c:pt idx="175">
                  <c:v>1920</c:v>
                </c:pt>
                <c:pt idx="176">
                  <c:v>1866</c:v>
                </c:pt>
                <c:pt idx="177">
                  <c:v>1779</c:v>
                </c:pt>
                <c:pt idx="178">
                  <c:v>1727</c:v>
                </c:pt>
                <c:pt idx="179">
                  <c:v>1674</c:v>
                </c:pt>
                <c:pt idx="180">
                  <c:v>1626</c:v>
                </c:pt>
                <c:pt idx="181">
                  <c:v>1598</c:v>
                </c:pt>
                <c:pt idx="182">
                  <c:v>1585</c:v>
                </c:pt>
                <c:pt idx="183">
                  <c:v>1586</c:v>
                </c:pt>
                <c:pt idx="184">
                  <c:v>1589</c:v>
                </c:pt>
                <c:pt idx="185">
                  <c:v>1606</c:v>
                </c:pt>
                <c:pt idx="186">
                  <c:v>1690</c:v>
                </c:pt>
                <c:pt idx="187">
                  <c:v>1766</c:v>
                </c:pt>
                <c:pt idx="188">
                  <c:v>1784</c:v>
                </c:pt>
                <c:pt idx="189">
                  <c:v>1926</c:v>
                </c:pt>
                <c:pt idx="190">
                  <c:v>1995</c:v>
                </c:pt>
                <c:pt idx="191">
                  <c:v>2042</c:v>
                </c:pt>
                <c:pt idx="192">
                  <c:v>2136</c:v>
                </c:pt>
                <c:pt idx="193">
                  <c:v>2235</c:v>
                </c:pt>
                <c:pt idx="194">
                  <c:v>2289</c:v>
                </c:pt>
                <c:pt idx="195">
                  <c:v>2363</c:v>
                </c:pt>
                <c:pt idx="196">
                  <c:v>2440</c:v>
                </c:pt>
                <c:pt idx="197">
                  <c:v>2474</c:v>
                </c:pt>
                <c:pt idx="198">
                  <c:v>2515</c:v>
                </c:pt>
                <c:pt idx="199">
                  <c:v>2543</c:v>
                </c:pt>
                <c:pt idx="200">
                  <c:v>2560</c:v>
                </c:pt>
                <c:pt idx="201">
                  <c:v>2568</c:v>
                </c:pt>
                <c:pt idx="202">
                  <c:v>2551</c:v>
                </c:pt>
                <c:pt idx="203">
                  <c:v>2534</c:v>
                </c:pt>
                <c:pt idx="204">
                  <c:v>2506</c:v>
                </c:pt>
                <c:pt idx="205">
                  <c:v>2450</c:v>
                </c:pt>
                <c:pt idx="206">
                  <c:v>2325</c:v>
                </c:pt>
                <c:pt idx="207">
                  <c:v>2377</c:v>
                </c:pt>
                <c:pt idx="208">
                  <c:v>2219</c:v>
                </c:pt>
                <c:pt idx="209">
                  <c:v>2142</c:v>
                </c:pt>
                <c:pt idx="210">
                  <c:v>2097</c:v>
                </c:pt>
                <c:pt idx="211">
                  <c:v>1995</c:v>
                </c:pt>
                <c:pt idx="212">
                  <c:v>1912</c:v>
                </c:pt>
                <c:pt idx="213">
                  <c:v>1834</c:v>
                </c:pt>
                <c:pt idx="214">
                  <c:v>1771</c:v>
                </c:pt>
                <c:pt idx="215">
                  <c:v>1705</c:v>
                </c:pt>
                <c:pt idx="216">
                  <c:v>1659</c:v>
                </c:pt>
                <c:pt idx="217">
                  <c:v>1623</c:v>
                </c:pt>
                <c:pt idx="218">
                  <c:v>1587</c:v>
                </c:pt>
                <c:pt idx="219">
                  <c:v>1581</c:v>
                </c:pt>
                <c:pt idx="220">
                  <c:v>1579</c:v>
                </c:pt>
                <c:pt idx="221">
                  <c:v>1586</c:v>
                </c:pt>
                <c:pt idx="222">
                  <c:v>1611</c:v>
                </c:pt>
                <c:pt idx="223">
                  <c:v>1694</c:v>
                </c:pt>
                <c:pt idx="224">
                  <c:v>1842</c:v>
                </c:pt>
                <c:pt idx="225">
                  <c:v>1774</c:v>
                </c:pt>
                <c:pt idx="226">
                  <c:v>1896</c:v>
                </c:pt>
                <c:pt idx="227">
                  <c:v>2034</c:v>
                </c:pt>
                <c:pt idx="228">
                  <c:v>2066</c:v>
                </c:pt>
                <c:pt idx="229">
                  <c:v>2136</c:v>
                </c:pt>
                <c:pt idx="230">
                  <c:v>2219</c:v>
                </c:pt>
                <c:pt idx="231">
                  <c:v>2314</c:v>
                </c:pt>
                <c:pt idx="232">
                  <c:v>2371</c:v>
                </c:pt>
                <c:pt idx="233">
                  <c:v>2422</c:v>
                </c:pt>
                <c:pt idx="234">
                  <c:v>2488</c:v>
                </c:pt>
                <c:pt idx="235">
                  <c:v>2518</c:v>
                </c:pt>
                <c:pt idx="236">
                  <c:v>2539</c:v>
                </c:pt>
                <c:pt idx="237">
                  <c:v>2553</c:v>
                </c:pt>
                <c:pt idx="238">
                  <c:v>2555</c:v>
                </c:pt>
                <c:pt idx="239">
                  <c:v>2546</c:v>
                </c:pt>
                <c:pt idx="240">
                  <c:v>2523</c:v>
                </c:pt>
                <c:pt idx="241">
                  <c:v>2485</c:v>
                </c:pt>
                <c:pt idx="242">
                  <c:v>2440</c:v>
                </c:pt>
                <c:pt idx="243">
                  <c:v>2286</c:v>
                </c:pt>
                <c:pt idx="244">
                  <c:v>2329</c:v>
                </c:pt>
                <c:pt idx="245">
                  <c:v>2243</c:v>
                </c:pt>
                <c:pt idx="246">
                  <c:v>2120</c:v>
                </c:pt>
                <c:pt idx="247">
                  <c:v>2074</c:v>
                </c:pt>
                <c:pt idx="248">
                  <c:v>1987</c:v>
                </c:pt>
                <c:pt idx="249">
                  <c:v>1891</c:v>
                </c:pt>
                <c:pt idx="250">
                  <c:v>1841</c:v>
                </c:pt>
                <c:pt idx="251">
                  <c:v>1759</c:v>
                </c:pt>
                <c:pt idx="252">
                  <c:v>1695</c:v>
                </c:pt>
                <c:pt idx="253">
                  <c:v>1663</c:v>
                </c:pt>
                <c:pt idx="254">
                  <c:v>1624</c:v>
                </c:pt>
                <c:pt idx="255">
                  <c:v>1602</c:v>
                </c:pt>
                <c:pt idx="256">
                  <c:v>1587</c:v>
                </c:pt>
                <c:pt idx="257">
                  <c:v>1583</c:v>
                </c:pt>
                <c:pt idx="258">
                  <c:v>1601</c:v>
                </c:pt>
                <c:pt idx="259">
                  <c:v>1624</c:v>
                </c:pt>
                <c:pt idx="260">
                  <c:v>1654</c:v>
                </c:pt>
                <c:pt idx="261">
                  <c:v>1874</c:v>
                </c:pt>
                <c:pt idx="262">
                  <c:v>1822</c:v>
                </c:pt>
                <c:pt idx="263">
                  <c:v>1886</c:v>
                </c:pt>
                <c:pt idx="264">
                  <c:v>1999</c:v>
                </c:pt>
                <c:pt idx="265">
                  <c:v>2098</c:v>
                </c:pt>
                <c:pt idx="266">
                  <c:v>2150</c:v>
                </c:pt>
                <c:pt idx="267">
                  <c:v>2238</c:v>
                </c:pt>
                <c:pt idx="268">
                  <c:v>2329</c:v>
                </c:pt>
                <c:pt idx="269">
                  <c:v>2376</c:v>
                </c:pt>
                <c:pt idx="270">
                  <c:v>2438</c:v>
                </c:pt>
                <c:pt idx="271">
                  <c:v>2483</c:v>
                </c:pt>
                <c:pt idx="272">
                  <c:v>2521</c:v>
                </c:pt>
                <c:pt idx="273">
                  <c:v>2547</c:v>
                </c:pt>
                <c:pt idx="274">
                  <c:v>2558</c:v>
                </c:pt>
                <c:pt idx="275">
                  <c:v>2562</c:v>
                </c:pt>
                <c:pt idx="276">
                  <c:v>2547</c:v>
                </c:pt>
                <c:pt idx="277">
                  <c:v>2520</c:v>
                </c:pt>
                <c:pt idx="278">
                  <c:v>2486</c:v>
                </c:pt>
                <c:pt idx="279">
                  <c:v>2438</c:v>
                </c:pt>
                <c:pt idx="280">
                  <c:v>2275</c:v>
                </c:pt>
                <c:pt idx="281">
                  <c:v>2312</c:v>
                </c:pt>
                <c:pt idx="282">
                  <c:v>2250</c:v>
                </c:pt>
                <c:pt idx="283">
                  <c:v>2127</c:v>
                </c:pt>
                <c:pt idx="284">
                  <c:v>2059</c:v>
                </c:pt>
                <c:pt idx="285">
                  <c:v>1963</c:v>
                </c:pt>
                <c:pt idx="286">
                  <c:v>1887</c:v>
                </c:pt>
                <c:pt idx="287">
                  <c:v>1808</c:v>
                </c:pt>
                <c:pt idx="288">
                  <c:v>1746</c:v>
                </c:pt>
                <c:pt idx="289">
                  <c:v>1690</c:v>
                </c:pt>
                <c:pt idx="290">
                  <c:v>1643</c:v>
                </c:pt>
                <c:pt idx="291">
                  <c:v>1616</c:v>
                </c:pt>
                <c:pt idx="292">
                  <c:v>1589</c:v>
                </c:pt>
                <c:pt idx="293">
                  <c:v>1578</c:v>
                </c:pt>
                <c:pt idx="294">
                  <c:v>1582</c:v>
                </c:pt>
                <c:pt idx="295">
                  <c:v>1595</c:v>
                </c:pt>
                <c:pt idx="296">
                  <c:v>1621</c:v>
                </c:pt>
                <c:pt idx="297">
                  <c:v>1667</c:v>
                </c:pt>
                <c:pt idx="298">
                  <c:v>1854</c:v>
                </c:pt>
                <c:pt idx="299">
                  <c:v>1871</c:v>
                </c:pt>
                <c:pt idx="300">
                  <c:v>1914</c:v>
                </c:pt>
                <c:pt idx="301">
                  <c:v>2015</c:v>
                </c:pt>
                <c:pt idx="302">
                  <c:v>2096</c:v>
                </c:pt>
                <c:pt idx="303">
                  <c:v>2182</c:v>
                </c:pt>
                <c:pt idx="304">
                  <c:v>2264</c:v>
                </c:pt>
                <c:pt idx="305">
                  <c:v>2328</c:v>
                </c:pt>
                <c:pt idx="306">
                  <c:v>2403</c:v>
                </c:pt>
                <c:pt idx="307">
                  <c:v>2447</c:v>
                </c:pt>
                <c:pt idx="308">
                  <c:v>2491</c:v>
                </c:pt>
                <c:pt idx="309">
                  <c:v>2523</c:v>
                </c:pt>
                <c:pt idx="310">
                  <c:v>2547</c:v>
                </c:pt>
                <c:pt idx="311">
                  <c:v>2559</c:v>
                </c:pt>
                <c:pt idx="312">
                  <c:v>2555</c:v>
                </c:pt>
                <c:pt idx="313">
                  <c:v>2542</c:v>
                </c:pt>
                <c:pt idx="314">
                  <c:v>2515</c:v>
                </c:pt>
                <c:pt idx="315">
                  <c:v>2474</c:v>
                </c:pt>
                <c:pt idx="316">
                  <c:v>2411</c:v>
                </c:pt>
                <c:pt idx="317">
                  <c:v>2306</c:v>
                </c:pt>
                <c:pt idx="318">
                  <c:v>2251</c:v>
                </c:pt>
                <c:pt idx="319">
                  <c:v>2227</c:v>
                </c:pt>
                <c:pt idx="320">
                  <c:v>2112</c:v>
                </c:pt>
                <c:pt idx="321">
                  <c:v>2022</c:v>
                </c:pt>
                <c:pt idx="322">
                  <c:v>1968</c:v>
                </c:pt>
                <c:pt idx="323">
                  <c:v>1871</c:v>
                </c:pt>
                <c:pt idx="324">
                  <c:v>1795</c:v>
                </c:pt>
                <c:pt idx="325">
                  <c:v>1742</c:v>
                </c:pt>
                <c:pt idx="326">
                  <c:v>1687</c:v>
                </c:pt>
                <c:pt idx="327">
                  <c:v>1654</c:v>
                </c:pt>
                <c:pt idx="328">
                  <c:v>1610</c:v>
                </c:pt>
                <c:pt idx="329">
                  <c:v>1594</c:v>
                </c:pt>
                <c:pt idx="330">
                  <c:v>1586</c:v>
                </c:pt>
                <c:pt idx="331">
                  <c:v>1587</c:v>
                </c:pt>
                <c:pt idx="332">
                  <c:v>1602</c:v>
                </c:pt>
                <c:pt idx="333">
                  <c:v>1642</c:v>
                </c:pt>
                <c:pt idx="334">
                  <c:v>1679</c:v>
                </c:pt>
                <c:pt idx="335">
                  <c:v>1816</c:v>
                </c:pt>
                <c:pt idx="336">
                  <c:v>1898</c:v>
                </c:pt>
                <c:pt idx="337">
                  <c:v>1927</c:v>
                </c:pt>
                <c:pt idx="338">
                  <c:v>2015</c:v>
                </c:pt>
                <c:pt idx="339">
                  <c:v>2129</c:v>
                </c:pt>
                <c:pt idx="340">
                  <c:v>2192</c:v>
                </c:pt>
                <c:pt idx="341">
                  <c:v>2258</c:v>
                </c:pt>
                <c:pt idx="342">
                  <c:v>2345</c:v>
                </c:pt>
                <c:pt idx="343">
                  <c:v>2395</c:v>
                </c:pt>
                <c:pt idx="344">
                  <c:v>2448</c:v>
                </c:pt>
                <c:pt idx="345">
                  <c:v>2491</c:v>
                </c:pt>
                <c:pt idx="346">
                  <c:v>2523</c:v>
                </c:pt>
                <c:pt idx="347">
                  <c:v>2552</c:v>
                </c:pt>
                <c:pt idx="348">
                  <c:v>2558</c:v>
                </c:pt>
                <c:pt idx="349">
                  <c:v>2551</c:v>
                </c:pt>
                <c:pt idx="350">
                  <c:v>2537</c:v>
                </c:pt>
                <c:pt idx="351">
                  <c:v>2506</c:v>
                </c:pt>
                <c:pt idx="352">
                  <c:v>2467</c:v>
                </c:pt>
                <c:pt idx="353">
                  <c:v>2418</c:v>
                </c:pt>
                <c:pt idx="354">
                  <c:v>2350</c:v>
                </c:pt>
                <c:pt idx="355">
                  <c:v>2251</c:v>
                </c:pt>
                <c:pt idx="356">
                  <c:v>2218</c:v>
                </c:pt>
                <c:pt idx="357">
                  <c:v>2107</c:v>
                </c:pt>
                <c:pt idx="358">
                  <c:v>2018</c:v>
                </c:pt>
                <c:pt idx="359">
                  <c:v>1937</c:v>
                </c:pt>
                <c:pt idx="360">
                  <c:v>1875</c:v>
                </c:pt>
                <c:pt idx="361">
                  <c:v>1795</c:v>
                </c:pt>
                <c:pt idx="362">
                  <c:v>1726</c:v>
                </c:pt>
                <c:pt idx="363">
                  <c:v>1688</c:v>
                </c:pt>
                <c:pt idx="364">
                  <c:v>1638</c:v>
                </c:pt>
                <c:pt idx="365">
                  <c:v>1607</c:v>
                </c:pt>
                <c:pt idx="366">
                  <c:v>1589</c:v>
                </c:pt>
                <c:pt idx="367">
                  <c:v>1579</c:v>
                </c:pt>
                <c:pt idx="368">
                  <c:v>1586</c:v>
                </c:pt>
                <c:pt idx="369">
                  <c:v>1605</c:v>
                </c:pt>
                <c:pt idx="370">
                  <c:v>1637</c:v>
                </c:pt>
                <c:pt idx="371">
                  <c:v>1736</c:v>
                </c:pt>
                <c:pt idx="372">
                  <c:v>1768</c:v>
                </c:pt>
                <c:pt idx="373">
                  <c:v>1940</c:v>
                </c:pt>
                <c:pt idx="374">
                  <c:v>1944</c:v>
                </c:pt>
                <c:pt idx="375">
                  <c:v>2015</c:v>
                </c:pt>
                <c:pt idx="376">
                  <c:v>2146</c:v>
                </c:pt>
                <c:pt idx="377">
                  <c:v>2213</c:v>
                </c:pt>
                <c:pt idx="378">
                  <c:v>2283</c:v>
                </c:pt>
                <c:pt idx="379">
                  <c:v>2348</c:v>
                </c:pt>
                <c:pt idx="380">
                  <c:v>2419</c:v>
                </c:pt>
                <c:pt idx="381">
                  <c:v>2462</c:v>
                </c:pt>
                <c:pt idx="382">
                  <c:v>2504</c:v>
                </c:pt>
                <c:pt idx="383">
                  <c:v>2538</c:v>
                </c:pt>
                <c:pt idx="384">
                  <c:v>2554</c:v>
                </c:pt>
                <c:pt idx="385">
                  <c:v>2565</c:v>
                </c:pt>
                <c:pt idx="386">
                  <c:v>2553</c:v>
                </c:pt>
                <c:pt idx="387">
                  <c:v>2527</c:v>
                </c:pt>
                <c:pt idx="388">
                  <c:v>2499</c:v>
                </c:pt>
                <c:pt idx="389">
                  <c:v>2460</c:v>
                </c:pt>
                <c:pt idx="390">
                  <c:v>2376</c:v>
                </c:pt>
                <c:pt idx="391">
                  <c:v>2362</c:v>
                </c:pt>
                <c:pt idx="392">
                  <c:v>2207</c:v>
                </c:pt>
                <c:pt idx="393">
                  <c:v>2171</c:v>
                </c:pt>
                <c:pt idx="394">
                  <c:v>2107</c:v>
                </c:pt>
                <c:pt idx="395">
                  <c:v>1988</c:v>
                </c:pt>
                <c:pt idx="396">
                  <c:v>1915</c:v>
                </c:pt>
                <c:pt idx="397">
                  <c:v>1858</c:v>
                </c:pt>
                <c:pt idx="398">
                  <c:v>1778</c:v>
                </c:pt>
                <c:pt idx="399">
                  <c:v>1726</c:v>
                </c:pt>
                <c:pt idx="400">
                  <c:v>1667</c:v>
                </c:pt>
                <c:pt idx="401">
                  <c:v>1630</c:v>
                </c:pt>
                <c:pt idx="402">
                  <c:v>1595</c:v>
                </c:pt>
                <c:pt idx="403">
                  <c:v>1582</c:v>
                </c:pt>
                <c:pt idx="404">
                  <c:v>1579</c:v>
                </c:pt>
                <c:pt idx="405">
                  <c:v>1592</c:v>
                </c:pt>
                <c:pt idx="406">
                  <c:v>1611</c:v>
                </c:pt>
                <c:pt idx="407">
                  <c:v>1646</c:v>
                </c:pt>
                <c:pt idx="408">
                  <c:v>1782</c:v>
                </c:pt>
                <c:pt idx="409">
                  <c:v>1758</c:v>
                </c:pt>
                <c:pt idx="410">
                  <c:v>1915</c:v>
                </c:pt>
                <c:pt idx="411">
                  <c:v>2013</c:v>
                </c:pt>
                <c:pt idx="412">
                  <c:v>2040</c:v>
                </c:pt>
                <c:pt idx="413">
                  <c:v>2136</c:v>
                </c:pt>
                <c:pt idx="414">
                  <c:v>2239</c:v>
                </c:pt>
                <c:pt idx="415">
                  <c:v>2287</c:v>
                </c:pt>
                <c:pt idx="416">
                  <c:v>2360</c:v>
                </c:pt>
                <c:pt idx="417">
                  <c:v>2418</c:v>
                </c:pt>
                <c:pt idx="418">
                  <c:v>2467</c:v>
                </c:pt>
                <c:pt idx="419">
                  <c:v>2518</c:v>
                </c:pt>
                <c:pt idx="420">
                  <c:v>2536</c:v>
                </c:pt>
                <c:pt idx="421">
                  <c:v>2558</c:v>
                </c:pt>
                <c:pt idx="422">
                  <c:v>2563</c:v>
                </c:pt>
                <c:pt idx="423">
                  <c:v>2551</c:v>
                </c:pt>
                <c:pt idx="424">
                  <c:v>2528</c:v>
                </c:pt>
                <c:pt idx="425">
                  <c:v>2502</c:v>
                </c:pt>
                <c:pt idx="426">
                  <c:v>2451</c:v>
                </c:pt>
                <c:pt idx="427">
                  <c:v>2355</c:v>
                </c:pt>
                <c:pt idx="428">
                  <c:v>2376</c:v>
                </c:pt>
                <c:pt idx="429">
                  <c:v>2219</c:v>
                </c:pt>
                <c:pt idx="430">
                  <c:v>2160</c:v>
                </c:pt>
                <c:pt idx="431">
                  <c:v>2083</c:v>
                </c:pt>
                <c:pt idx="432">
                  <c:v>2003</c:v>
                </c:pt>
                <c:pt idx="433">
                  <c:v>1918</c:v>
                </c:pt>
                <c:pt idx="434">
                  <c:v>1847</c:v>
                </c:pt>
                <c:pt idx="435">
                  <c:v>1785</c:v>
                </c:pt>
                <c:pt idx="436">
                  <c:v>1711</c:v>
                </c:pt>
                <c:pt idx="437">
                  <c:v>1670</c:v>
                </c:pt>
                <c:pt idx="438">
                  <c:v>1627</c:v>
                </c:pt>
                <c:pt idx="439">
                  <c:v>1600</c:v>
                </c:pt>
                <c:pt idx="440">
                  <c:v>1583</c:v>
                </c:pt>
                <c:pt idx="441">
                  <c:v>1576</c:v>
                </c:pt>
                <c:pt idx="442">
                  <c:v>1590</c:v>
                </c:pt>
                <c:pt idx="443">
                  <c:v>1610</c:v>
                </c:pt>
                <c:pt idx="444">
                  <c:v>1690</c:v>
                </c:pt>
                <c:pt idx="445">
                  <c:v>1830</c:v>
                </c:pt>
                <c:pt idx="446">
                  <c:v>1776</c:v>
                </c:pt>
                <c:pt idx="447">
                  <c:v>1886</c:v>
                </c:pt>
                <c:pt idx="448">
                  <c:v>2017</c:v>
                </c:pt>
                <c:pt idx="449">
                  <c:v>2059</c:v>
                </c:pt>
                <c:pt idx="450">
                  <c:v>2139</c:v>
                </c:pt>
                <c:pt idx="451">
                  <c:v>2218</c:v>
                </c:pt>
                <c:pt idx="452">
                  <c:v>2303</c:v>
                </c:pt>
                <c:pt idx="453">
                  <c:v>2361</c:v>
                </c:pt>
                <c:pt idx="454">
                  <c:v>2424</c:v>
                </c:pt>
                <c:pt idx="455">
                  <c:v>2480</c:v>
                </c:pt>
                <c:pt idx="456">
                  <c:v>2513</c:v>
                </c:pt>
                <c:pt idx="457">
                  <c:v>2543</c:v>
                </c:pt>
                <c:pt idx="458">
                  <c:v>2555</c:v>
                </c:pt>
                <c:pt idx="459">
                  <c:v>2559</c:v>
                </c:pt>
                <c:pt idx="460">
                  <c:v>2550</c:v>
                </c:pt>
                <c:pt idx="461">
                  <c:v>2529</c:v>
                </c:pt>
                <c:pt idx="462">
                  <c:v>2491</c:v>
                </c:pt>
                <c:pt idx="463">
                  <c:v>2450</c:v>
                </c:pt>
                <c:pt idx="464">
                  <c:v>2289</c:v>
                </c:pt>
                <c:pt idx="465">
                  <c:v>2351</c:v>
                </c:pt>
                <c:pt idx="466">
                  <c:v>2242</c:v>
                </c:pt>
                <c:pt idx="467">
                  <c:v>2127</c:v>
                </c:pt>
                <c:pt idx="468">
                  <c:v>2069</c:v>
                </c:pt>
                <c:pt idx="469">
                  <c:v>1987</c:v>
                </c:pt>
                <c:pt idx="470">
                  <c:v>1898</c:v>
                </c:pt>
                <c:pt idx="471">
                  <c:v>1835</c:v>
                </c:pt>
                <c:pt idx="472">
                  <c:v>1755</c:v>
                </c:pt>
                <c:pt idx="473">
                  <c:v>1704</c:v>
                </c:pt>
                <c:pt idx="474">
                  <c:v>1656</c:v>
                </c:pt>
                <c:pt idx="475">
                  <c:v>1620</c:v>
                </c:pt>
                <c:pt idx="476">
                  <c:v>1595</c:v>
                </c:pt>
                <c:pt idx="477">
                  <c:v>1581</c:v>
                </c:pt>
                <c:pt idx="478">
                  <c:v>1584</c:v>
                </c:pt>
                <c:pt idx="479">
                  <c:v>1596</c:v>
                </c:pt>
                <c:pt idx="480">
                  <c:v>1617</c:v>
                </c:pt>
                <c:pt idx="481">
                  <c:v>1662</c:v>
                </c:pt>
                <c:pt idx="482">
                  <c:v>1841</c:v>
                </c:pt>
                <c:pt idx="483">
                  <c:v>1839</c:v>
                </c:pt>
                <c:pt idx="484">
                  <c:v>1894</c:v>
                </c:pt>
                <c:pt idx="485">
                  <c:v>2018</c:v>
                </c:pt>
                <c:pt idx="486">
                  <c:v>2102</c:v>
                </c:pt>
                <c:pt idx="487">
                  <c:v>2160</c:v>
                </c:pt>
                <c:pt idx="488">
                  <c:v>2248</c:v>
                </c:pt>
                <c:pt idx="489">
                  <c:v>2315</c:v>
                </c:pt>
                <c:pt idx="490">
                  <c:v>2382</c:v>
                </c:pt>
                <c:pt idx="491">
                  <c:v>2442</c:v>
                </c:pt>
                <c:pt idx="492">
                  <c:v>2484</c:v>
                </c:pt>
                <c:pt idx="493">
                  <c:v>2528</c:v>
                </c:pt>
                <c:pt idx="494">
                  <c:v>2546</c:v>
                </c:pt>
                <c:pt idx="495">
                  <c:v>2562</c:v>
                </c:pt>
                <c:pt idx="496">
                  <c:v>2559</c:v>
                </c:pt>
                <c:pt idx="497">
                  <c:v>2539</c:v>
                </c:pt>
                <c:pt idx="498">
                  <c:v>2522</c:v>
                </c:pt>
                <c:pt idx="499">
                  <c:v>2483</c:v>
                </c:pt>
                <c:pt idx="500">
                  <c:v>2431</c:v>
                </c:pt>
                <c:pt idx="501">
                  <c:v>2275</c:v>
                </c:pt>
                <c:pt idx="502">
                  <c:v>2314</c:v>
                </c:pt>
                <c:pt idx="503">
                  <c:v>2211</c:v>
                </c:pt>
                <c:pt idx="504">
                  <c:v>2126</c:v>
                </c:pt>
                <c:pt idx="505">
                  <c:v>2056</c:v>
                </c:pt>
                <c:pt idx="506">
                  <c:v>1976</c:v>
                </c:pt>
                <c:pt idx="507">
                  <c:v>1890</c:v>
                </c:pt>
                <c:pt idx="508">
                  <c:v>1813</c:v>
                </c:pt>
                <c:pt idx="509">
                  <c:v>1760</c:v>
                </c:pt>
                <c:pt idx="510">
                  <c:v>1690</c:v>
                </c:pt>
                <c:pt idx="511">
                  <c:v>1648</c:v>
                </c:pt>
                <c:pt idx="512">
                  <c:v>1615</c:v>
                </c:pt>
                <c:pt idx="513">
                  <c:v>1594</c:v>
                </c:pt>
                <c:pt idx="514">
                  <c:v>1582</c:v>
                </c:pt>
                <c:pt idx="515">
                  <c:v>1582</c:v>
                </c:pt>
                <c:pt idx="516">
                  <c:v>1593</c:v>
                </c:pt>
                <c:pt idx="517">
                  <c:v>1624</c:v>
                </c:pt>
                <c:pt idx="518">
                  <c:v>1658</c:v>
                </c:pt>
                <c:pt idx="519">
                  <c:v>1867</c:v>
                </c:pt>
                <c:pt idx="520">
                  <c:v>1866</c:v>
                </c:pt>
                <c:pt idx="521">
                  <c:v>1882</c:v>
                </c:pt>
                <c:pt idx="522">
                  <c:v>2019</c:v>
                </c:pt>
                <c:pt idx="523">
                  <c:v>2091</c:v>
                </c:pt>
                <c:pt idx="524">
                  <c:v>2162</c:v>
                </c:pt>
                <c:pt idx="525">
                  <c:v>2235</c:v>
                </c:pt>
                <c:pt idx="526">
                  <c:v>2327</c:v>
                </c:pt>
                <c:pt idx="527">
                  <c:v>2391</c:v>
                </c:pt>
                <c:pt idx="528">
                  <c:v>2440</c:v>
                </c:pt>
                <c:pt idx="529">
                  <c:v>2488</c:v>
                </c:pt>
                <c:pt idx="530">
                  <c:v>2519</c:v>
                </c:pt>
                <c:pt idx="531">
                  <c:v>2543</c:v>
                </c:pt>
                <c:pt idx="532">
                  <c:v>2561</c:v>
                </c:pt>
                <c:pt idx="533">
                  <c:v>2554</c:v>
                </c:pt>
                <c:pt idx="534">
                  <c:v>2546</c:v>
                </c:pt>
                <c:pt idx="535">
                  <c:v>2527</c:v>
                </c:pt>
                <c:pt idx="536">
                  <c:v>2475</c:v>
                </c:pt>
                <c:pt idx="537">
                  <c:v>2426</c:v>
                </c:pt>
                <c:pt idx="538">
                  <c:v>2303</c:v>
                </c:pt>
                <c:pt idx="539">
                  <c:v>2293</c:v>
                </c:pt>
                <c:pt idx="540">
                  <c:v>2235</c:v>
                </c:pt>
                <c:pt idx="541">
                  <c:v>2120</c:v>
                </c:pt>
                <c:pt idx="542">
                  <c:v>2043</c:v>
                </c:pt>
                <c:pt idx="543">
                  <c:v>1977</c:v>
                </c:pt>
                <c:pt idx="544">
                  <c:v>1880</c:v>
                </c:pt>
                <c:pt idx="545">
                  <c:v>1810</c:v>
                </c:pt>
                <c:pt idx="546">
                  <c:v>1743</c:v>
                </c:pt>
                <c:pt idx="547">
                  <c:v>1696</c:v>
                </c:pt>
                <c:pt idx="548">
                  <c:v>1651</c:v>
                </c:pt>
                <c:pt idx="549">
                  <c:v>1606</c:v>
                </c:pt>
                <c:pt idx="550">
                  <c:v>1595</c:v>
                </c:pt>
                <c:pt idx="551">
                  <c:v>1583</c:v>
                </c:pt>
                <c:pt idx="552">
                  <c:v>1579</c:v>
                </c:pt>
                <c:pt idx="553">
                  <c:v>1600</c:v>
                </c:pt>
                <c:pt idx="554">
                  <c:v>1635</c:v>
                </c:pt>
                <c:pt idx="555">
                  <c:v>1673</c:v>
                </c:pt>
                <c:pt idx="556">
                  <c:v>1818</c:v>
                </c:pt>
                <c:pt idx="557">
                  <c:v>1912</c:v>
                </c:pt>
                <c:pt idx="558">
                  <c:v>1915</c:v>
                </c:pt>
                <c:pt idx="559">
                  <c:v>2022</c:v>
                </c:pt>
                <c:pt idx="560">
                  <c:v>2135</c:v>
                </c:pt>
                <c:pt idx="561">
                  <c:v>2183</c:v>
                </c:pt>
                <c:pt idx="562">
                  <c:v>2259</c:v>
                </c:pt>
                <c:pt idx="563">
                  <c:v>2346</c:v>
                </c:pt>
                <c:pt idx="564">
                  <c:v>2400</c:v>
                </c:pt>
                <c:pt idx="565">
                  <c:v>2461</c:v>
                </c:pt>
                <c:pt idx="566">
                  <c:v>2498</c:v>
                </c:pt>
                <c:pt idx="567">
                  <c:v>2527</c:v>
                </c:pt>
                <c:pt idx="568">
                  <c:v>2551</c:v>
                </c:pt>
                <c:pt idx="569">
                  <c:v>2559</c:v>
                </c:pt>
                <c:pt idx="570">
                  <c:v>2554</c:v>
                </c:pt>
                <c:pt idx="571">
                  <c:v>2536</c:v>
                </c:pt>
                <c:pt idx="572">
                  <c:v>2506</c:v>
                </c:pt>
                <c:pt idx="573">
                  <c:v>2466</c:v>
                </c:pt>
                <c:pt idx="574">
                  <c:v>2410</c:v>
                </c:pt>
                <c:pt idx="575">
                  <c:v>2322</c:v>
                </c:pt>
                <c:pt idx="576">
                  <c:v>2238</c:v>
                </c:pt>
                <c:pt idx="577">
                  <c:v>2200</c:v>
                </c:pt>
                <c:pt idx="578">
                  <c:v>2115</c:v>
                </c:pt>
                <c:pt idx="579">
                  <c:v>2006</c:v>
                </c:pt>
                <c:pt idx="580">
                  <c:v>1936</c:v>
                </c:pt>
                <c:pt idx="581">
                  <c:v>1871</c:v>
                </c:pt>
                <c:pt idx="582">
                  <c:v>1784</c:v>
                </c:pt>
                <c:pt idx="583">
                  <c:v>1726</c:v>
                </c:pt>
                <c:pt idx="584">
                  <c:v>1685</c:v>
                </c:pt>
                <c:pt idx="585">
                  <c:v>1635</c:v>
                </c:pt>
                <c:pt idx="586">
                  <c:v>1610</c:v>
                </c:pt>
                <c:pt idx="587">
                  <c:v>1594</c:v>
                </c:pt>
                <c:pt idx="588">
                  <c:v>1583</c:v>
                </c:pt>
                <c:pt idx="589">
                  <c:v>1589</c:v>
                </c:pt>
                <c:pt idx="590">
                  <c:v>1608</c:v>
                </c:pt>
                <c:pt idx="591">
                  <c:v>1638</c:v>
                </c:pt>
                <c:pt idx="592">
                  <c:v>1739</c:v>
                </c:pt>
                <c:pt idx="593">
                  <c:v>1778</c:v>
                </c:pt>
                <c:pt idx="594">
                  <c:v>1938</c:v>
                </c:pt>
                <c:pt idx="595">
                  <c:v>1947</c:v>
                </c:pt>
                <c:pt idx="596">
                  <c:v>2011</c:v>
                </c:pt>
                <c:pt idx="597">
                  <c:v>2122</c:v>
                </c:pt>
                <c:pt idx="598">
                  <c:v>2219</c:v>
                </c:pt>
                <c:pt idx="599">
                  <c:v>2274</c:v>
                </c:pt>
                <c:pt idx="600">
                  <c:v>2345</c:v>
                </c:pt>
                <c:pt idx="601">
                  <c:v>2418</c:v>
                </c:pt>
                <c:pt idx="602">
                  <c:v>2458</c:v>
                </c:pt>
                <c:pt idx="603">
                  <c:v>2503</c:v>
                </c:pt>
                <c:pt idx="604">
                  <c:v>2533</c:v>
                </c:pt>
                <c:pt idx="605">
                  <c:v>2552</c:v>
                </c:pt>
                <c:pt idx="606">
                  <c:v>2562</c:v>
                </c:pt>
                <c:pt idx="607">
                  <c:v>2551</c:v>
                </c:pt>
                <c:pt idx="608">
                  <c:v>2535</c:v>
                </c:pt>
                <c:pt idx="609">
                  <c:v>2507</c:v>
                </c:pt>
                <c:pt idx="610">
                  <c:v>2463</c:v>
                </c:pt>
                <c:pt idx="611">
                  <c:v>2387</c:v>
                </c:pt>
                <c:pt idx="612">
                  <c:v>2379</c:v>
                </c:pt>
                <c:pt idx="613">
                  <c:v>2216</c:v>
                </c:pt>
                <c:pt idx="614">
                  <c:v>2182</c:v>
                </c:pt>
                <c:pt idx="615">
                  <c:v>2118</c:v>
                </c:pt>
                <c:pt idx="616">
                  <c:v>2003</c:v>
                </c:pt>
                <c:pt idx="617">
                  <c:v>1937</c:v>
                </c:pt>
                <c:pt idx="618">
                  <c:v>1850</c:v>
                </c:pt>
                <c:pt idx="619">
                  <c:v>1782</c:v>
                </c:pt>
                <c:pt idx="620">
                  <c:v>1727</c:v>
                </c:pt>
                <c:pt idx="621">
                  <c:v>1675</c:v>
                </c:pt>
                <c:pt idx="622">
                  <c:v>1638</c:v>
                </c:pt>
                <c:pt idx="623">
                  <c:v>1599</c:v>
                </c:pt>
                <c:pt idx="624">
                  <c:v>1583</c:v>
                </c:pt>
                <c:pt idx="625">
                  <c:v>1579</c:v>
                </c:pt>
                <c:pt idx="626">
                  <c:v>1586</c:v>
                </c:pt>
                <c:pt idx="627">
                  <c:v>1603</c:v>
                </c:pt>
                <c:pt idx="628">
                  <c:v>1683</c:v>
                </c:pt>
                <c:pt idx="629">
                  <c:v>1768</c:v>
                </c:pt>
                <c:pt idx="630">
                  <c:v>1757</c:v>
                </c:pt>
                <c:pt idx="631">
                  <c:v>1915</c:v>
                </c:pt>
                <c:pt idx="632">
                  <c:v>1991</c:v>
                </c:pt>
                <c:pt idx="633">
                  <c:v>2030</c:v>
                </c:pt>
                <c:pt idx="634">
                  <c:v>2136</c:v>
                </c:pt>
                <c:pt idx="635">
                  <c:v>2232</c:v>
                </c:pt>
                <c:pt idx="636">
                  <c:v>2282</c:v>
                </c:pt>
                <c:pt idx="637">
                  <c:v>2363</c:v>
                </c:pt>
                <c:pt idx="638">
                  <c:v>2415</c:v>
                </c:pt>
                <c:pt idx="639">
                  <c:v>2466</c:v>
                </c:pt>
                <c:pt idx="640">
                  <c:v>2507</c:v>
                </c:pt>
                <c:pt idx="641">
                  <c:v>2539</c:v>
                </c:pt>
                <c:pt idx="642">
                  <c:v>2559</c:v>
                </c:pt>
                <c:pt idx="643">
                  <c:v>2563</c:v>
                </c:pt>
                <c:pt idx="644">
                  <c:v>2550</c:v>
                </c:pt>
                <c:pt idx="645">
                  <c:v>2529</c:v>
                </c:pt>
                <c:pt idx="646">
                  <c:v>2499</c:v>
                </c:pt>
                <c:pt idx="647">
                  <c:v>2456</c:v>
                </c:pt>
                <c:pt idx="648">
                  <c:v>2347</c:v>
                </c:pt>
                <c:pt idx="649">
                  <c:v>2379</c:v>
                </c:pt>
                <c:pt idx="650">
                  <c:v>2254</c:v>
                </c:pt>
                <c:pt idx="651">
                  <c:v>2146</c:v>
                </c:pt>
                <c:pt idx="652">
                  <c:v>2079</c:v>
                </c:pt>
                <c:pt idx="653">
                  <c:v>2001</c:v>
                </c:pt>
                <c:pt idx="654">
                  <c:v>1903</c:v>
                </c:pt>
                <c:pt idx="655">
                  <c:v>1842</c:v>
                </c:pt>
                <c:pt idx="656">
                  <c:v>1778</c:v>
                </c:pt>
                <c:pt idx="657">
                  <c:v>1707</c:v>
                </c:pt>
                <c:pt idx="658">
                  <c:v>1671</c:v>
                </c:pt>
                <c:pt idx="659">
                  <c:v>1619</c:v>
                </c:pt>
                <c:pt idx="660">
                  <c:v>1594</c:v>
                </c:pt>
                <c:pt idx="661">
                  <c:v>1586</c:v>
                </c:pt>
                <c:pt idx="662">
                  <c:v>1582</c:v>
                </c:pt>
                <c:pt idx="663">
                  <c:v>1593</c:v>
                </c:pt>
                <c:pt idx="664">
                  <c:v>1616</c:v>
                </c:pt>
                <c:pt idx="665">
                  <c:v>1699</c:v>
                </c:pt>
                <c:pt idx="666">
                  <c:v>1826</c:v>
                </c:pt>
                <c:pt idx="667">
                  <c:v>1765</c:v>
                </c:pt>
                <c:pt idx="668">
                  <c:v>1917</c:v>
                </c:pt>
                <c:pt idx="669">
                  <c:v>1995</c:v>
                </c:pt>
                <c:pt idx="670">
                  <c:v>2074</c:v>
                </c:pt>
                <c:pt idx="671">
                  <c:v>2145</c:v>
                </c:pt>
                <c:pt idx="672">
                  <c:v>2229</c:v>
                </c:pt>
                <c:pt idx="673">
                  <c:v>2315</c:v>
                </c:pt>
                <c:pt idx="674">
                  <c:v>2366</c:v>
                </c:pt>
                <c:pt idx="675">
                  <c:v>2427</c:v>
                </c:pt>
                <c:pt idx="676">
                  <c:v>2475</c:v>
                </c:pt>
                <c:pt idx="677">
                  <c:v>2514</c:v>
                </c:pt>
                <c:pt idx="678">
                  <c:v>2538</c:v>
                </c:pt>
                <c:pt idx="679">
                  <c:v>2551</c:v>
                </c:pt>
                <c:pt idx="680">
                  <c:v>2559</c:v>
                </c:pt>
                <c:pt idx="681">
                  <c:v>2552</c:v>
                </c:pt>
                <c:pt idx="682">
                  <c:v>2523</c:v>
                </c:pt>
                <c:pt idx="683">
                  <c:v>2483</c:v>
                </c:pt>
                <c:pt idx="684">
                  <c:v>2446</c:v>
                </c:pt>
                <c:pt idx="685">
                  <c:v>2290</c:v>
                </c:pt>
                <c:pt idx="686">
                  <c:v>2330</c:v>
                </c:pt>
                <c:pt idx="687">
                  <c:v>2243</c:v>
                </c:pt>
                <c:pt idx="688">
                  <c:v>2137</c:v>
                </c:pt>
                <c:pt idx="689">
                  <c:v>2081</c:v>
                </c:pt>
                <c:pt idx="690">
                  <c:v>1974</c:v>
                </c:pt>
                <c:pt idx="691">
                  <c:v>1899</c:v>
                </c:pt>
                <c:pt idx="692">
                  <c:v>1837</c:v>
                </c:pt>
                <c:pt idx="693">
                  <c:v>1771</c:v>
                </c:pt>
                <c:pt idx="694">
                  <c:v>1714</c:v>
                </c:pt>
                <c:pt idx="695">
                  <c:v>1661</c:v>
                </c:pt>
                <c:pt idx="696">
                  <c:v>1627</c:v>
                </c:pt>
                <c:pt idx="697">
                  <c:v>1595</c:v>
                </c:pt>
                <c:pt idx="698">
                  <c:v>1577</c:v>
                </c:pt>
                <c:pt idx="699">
                  <c:v>1579</c:v>
                </c:pt>
                <c:pt idx="700">
                  <c:v>1596</c:v>
                </c:pt>
                <c:pt idx="701">
                  <c:v>1617</c:v>
                </c:pt>
                <c:pt idx="702">
                  <c:v>1651</c:v>
                </c:pt>
                <c:pt idx="703">
                  <c:v>1856</c:v>
                </c:pt>
                <c:pt idx="704">
                  <c:v>1802</c:v>
                </c:pt>
                <c:pt idx="705">
                  <c:v>1891</c:v>
                </c:pt>
                <c:pt idx="706">
                  <c:v>2014</c:v>
                </c:pt>
                <c:pt idx="707">
                  <c:v>2083</c:v>
                </c:pt>
                <c:pt idx="708">
                  <c:v>2147</c:v>
                </c:pt>
                <c:pt idx="709">
                  <c:v>2242</c:v>
                </c:pt>
                <c:pt idx="710">
                  <c:v>2310</c:v>
                </c:pt>
                <c:pt idx="711">
                  <c:v>2377</c:v>
                </c:pt>
                <c:pt idx="712">
                  <c:v>2428</c:v>
                </c:pt>
                <c:pt idx="713">
                  <c:v>2488</c:v>
                </c:pt>
                <c:pt idx="714">
                  <c:v>2526</c:v>
                </c:pt>
                <c:pt idx="715">
                  <c:v>2546</c:v>
                </c:pt>
                <c:pt idx="716">
                  <c:v>2564</c:v>
                </c:pt>
                <c:pt idx="717">
                  <c:v>2561</c:v>
                </c:pt>
                <c:pt idx="718">
                  <c:v>2546</c:v>
                </c:pt>
                <c:pt idx="719">
                  <c:v>2530</c:v>
                </c:pt>
                <c:pt idx="720">
                  <c:v>2494</c:v>
                </c:pt>
                <c:pt idx="721">
                  <c:v>2442</c:v>
                </c:pt>
                <c:pt idx="722">
                  <c:v>2318</c:v>
                </c:pt>
                <c:pt idx="723">
                  <c:v>2311</c:v>
                </c:pt>
                <c:pt idx="724">
                  <c:v>2233</c:v>
                </c:pt>
                <c:pt idx="725">
                  <c:v>2123</c:v>
                </c:pt>
                <c:pt idx="726">
                  <c:v>2054</c:v>
                </c:pt>
                <c:pt idx="727">
                  <c:v>1983</c:v>
                </c:pt>
                <c:pt idx="728">
                  <c:v>1888</c:v>
                </c:pt>
                <c:pt idx="729">
                  <c:v>1818</c:v>
                </c:pt>
                <c:pt idx="730">
                  <c:v>1759</c:v>
                </c:pt>
                <c:pt idx="731">
                  <c:v>1687</c:v>
                </c:pt>
                <c:pt idx="732">
                  <c:v>1649</c:v>
                </c:pt>
                <c:pt idx="733">
                  <c:v>1614</c:v>
                </c:pt>
                <c:pt idx="734">
                  <c:v>1593</c:v>
                </c:pt>
                <c:pt idx="735">
                  <c:v>1579</c:v>
                </c:pt>
                <c:pt idx="736">
                  <c:v>1576</c:v>
                </c:pt>
                <c:pt idx="737">
                  <c:v>1592</c:v>
                </c:pt>
                <c:pt idx="738">
                  <c:v>1622</c:v>
                </c:pt>
                <c:pt idx="739">
                  <c:v>1658</c:v>
                </c:pt>
                <c:pt idx="740">
                  <c:v>1870</c:v>
                </c:pt>
                <c:pt idx="741">
                  <c:v>1834</c:v>
                </c:pt>
                <c:pt idx="742">
                  <c:v>1913</c:v>
                </c:pt>
                <c:pt idx="743">
                  <c:v>2025</c:v>
                </c:pt>
                <c:pt idx="744">
                  <c:v>2099</c:v>
                </c:pt>
                <c:pt idx="745">
                  <c:v>2174</c:v>
                </c:pt>
                <c:pt idx="746">
                  <c:v>2247</c:v>
                </c:pt>
                <c:pt idx="747">
                  <c:v>2334</c:v>
                </c:pt>
                <c:pt idx="748">
                  <c:v>2379</c:v>
                </c:pt>
                <c:pt idx="749">
                  <c:v>2442</c:v>
                </c:pt>
                <c:pt idx="750">
                  <c:v>2495</c:v>
                </c:pt>
                <c:pt idx="751">
                  <c:v>2523</c:v>
                </c:pt>
                <c:pt idx="752">
                  <c:v>2552</c:v>
                </c:pt>
                <c:pt idx="753">
                  <c:v>2558</c:v>
                </c:pt>
                <c:pt idx="754">
                  <c:v>2555</c:v>
                </c:pt>
                <c:pt idx="755">
                  <c:v>2541</c:v>
                </c:pt>
                <c:pt idx="756">
                  <c:v>2514</c:v>
                </c:pt>
                <c:pt idx="757">
                  <c:v>2474</c:v>
                </c:pt>
                <c:pt idx="758">
                  <c:v>2427</c:v>
                </c:pt>
                <c:pt idx="759">
                  <c:v>2287</c:v>
                </c:pt>
                <c:pt idx="760">
                  <c:v>2264</c:v>
                </c:pt>
                <c:pt idx="761">
                  <c:v>2246</c:v>
                </c:pt>
                <c:pt idx="762">
                  <c:v>2099</c:v>
                </c:pt>
                <c:pt idx="763">
                  <c:v>2029</c:v>
                </c:pt>
                <c:pt idx="764">
                  <c:v>1976</c:v>
                </c:pt>
                <c:pt idx="765">
                  <c:v>1890</c:v>
                </c:pt>
                <c:pt idx="766">
                  <c:v>1809</c:v>
                </c:pt>
                <c:pt idx="767">
                  <c:v>1738</c:v>
                </c:pt>
                <c:pt idx="768">
                  <c:v>1697</c:v>
                </c:pt>
                <c:pt idx="769">
                  <c:v>1650</c:v>
                </c:pt>
                <c:pt idx="770">
                  <c:v>1613</c:v>
                </c:pt>
                <c:pt idx="771">
                  <c:v>1600</c:v>
                </c:pt>
                <c:pt idx="772">
                  <c:v>1586</c:v>
                </c:pt>
                <c:pt idx="773">
                  <c:v>1592</c:v>
                </c:pt>
                <c:pt idx="774">
                  <c:v>1603</c:v>
                </c:pt>
                <c:pt idx="775">
                  <c:v>1629</c:v>
                </c:pt>
                <c:pt idx="776">
                  <c:v>1675</c:v>
                </c:pt>
                <c:pt idx="777">
                  <c:v>1842</c:v>
                </c:pt>
                <c:pt idx="778">
                  <c:v>1897</c:v>
                </c:pt>
                <c:pt idx="779">
                  <c:v>1907</c:v>
                </c:pt>
                <c:pt idx="780">
                  <c:v>2022</c:v>
                </c:pt>
                <c:pt idx="781">
                  <c:v>2128</c:v>
                </c:pt>
                <c:pt idx="782">
                  <c:v>2174</c:v>
                </c:pt>
                <c:pt idx="783">
                  <c:v>2258</c:v>
                </c:pt>
                <c:pt idx="784">
                  <c:v>2327</c:v>
                </c:pt>
                <c:pt idx="785">
                  <c:v>2398</c:v>
                </c:pt>
                <c:pt idx="786">
                  <c:v>2447</c:v>
                </c:pt>
                <c:pt idx="787">
                  <c:v>2491</c:v>
                </c:pt>
                <c:pt idx="788">
                  <c:v>2527</c:v>
                </c:pt>
                <c:pt idx="789">
                  <c:v>2547</c:v>
                </c:pt>
                <c:pt idx="790">
                  <c:v>2559</c:v>
                </c:pt>
                <c:pt idx="791">
                  <c:v>2560</c:v>
                </c:pt>
                <c:pt idx="792">
                  <c:v>2538</c:v>
                </c:pt>
                <c:pt idx="793">
                  <c:v>2507</c:v>
                </c:pt>
                <c:pt idx="794">
                  <c:v>2478</c:v>
                </c:pt>
                <c:pt idx="795">
                  <c:v>2418</c:v>
                </c:pt>
                <c:pt idx="796">
                  <c:v>2335</c:v>
                </c:pt>
                <c:pt idx="797">
                  <c:v>2235</c:v>
                </c:pt>
                <c:pt idx="798">
                  <c:v>2209</c:v>
                </c:pt>
                <c:pt idx="799">
                  <c:v>2127</c:v>
                </c:pt>
                <c:pt idx="800">
                  <c:v>2010</c:v>
                </c:pt>
                <c:pt idx="801">
                  <c:v>1947</c:v>
                </c:pt>
                <c:pt idx="802">
                  <c:v>1878</c:v>
                </c:pt>
                <c:pt idx="803">
                  <c:v>1787</c:v>
                </c:pt>
                <c:pt idx="804">
                  <c:v>1738</c:v>
                </c:pt>
                <c:pt idx="805">
                  <c:v>1680</c:v>
                </c:pt>
                <c:pt idx="806">
                  <c:v>1634</c:v>
                </c:pt>
                <c:pt idx="807">
                  <c:v>1603</c:v>
                </c:pt>
                <c:pt idx="808">
                  <c:v>1586</c:v>
                </c:pt>
                <c:pt idx="809">
                  <c:v>1579</c:v>
                </c:pt>
                <c:pt idx="810">
                  <c:v>1578</c:v>
                </c:pt>
                <c:pt idx="811">
                  <c:v>1595</c:v>
                </c:pt>
                <c:pt idx="812">
                  <c:v>1631</c:v>
                </c:pt>
                <c:pt idx="813">
                  <c:v>1718</c:v>
                </c:pt>
                <c:pt idx="814">
                  <c:v>1802</c:v>
                </c:pt>
                <c:pt idx="815">
                  <c:v>1922</c:v>
                </c:pt>
                <c:pt idx="816">
                  <c:v>1938</c:v>
                </c:pt>
                <c:pt idx="817">
                  <c:v>2013</c:v>
                </c:pt>
                <c:pt idx="818">
                  <c:v>2122</c:v>
                </c:pt>
                <c:pt idx="819">
                  <c:v>2211</c:v>
                </c:pt>
                <c:pt idx="820">
                  <c:v>2263</c:v>
                </c:pt>
                <c:pt idx="821">
                  <c:v>2351</c:v>
                </c:pt>
                <c:pt idx="822">
                  <c:v>2419</c:v>
                </c:pt>
                <c:pt idx="823">
                  <c:v>2462</c:v>
                </c:pt>
                <c:pt idx="824">
                  <c:v>2507</c:v>
                </c:pt>
                <c:pt idx="825">
                  <c:v>2533</c:v>
                </c:pt>
                <c:pt idx="826">
                  <c:v>2555</c:v>
                </c:pt>
                <c:pt idx="827">
                  <c:v>2566</c:v>
                </c:pt>
                <c:pt idx="828">
                  <c:v>2555</c:v>
                </c:pt>
                <c:pt idx="829">
                  <c:v>2539</c:v>
                </c:pt>
                <c:pt idx="830">
                  <c:v>2513</c:v>
                </c:pt>
                <c:pt idx="831">
                  <c:v>2458</c:v>
                </c:pt>
                <c:pt idx="832">
                  <c:v>2391</c:v>
                </c:pt>
                <c:pt idx="833">
                  <c:v>2370</c:v>
                </c:pt>
                <c:pt idx="834">
                  <c:v>2219</c:v>
                </c:pt>
                <c:pt idx="835">
                  <c:v>2178</c:v>
                </c:pt>
                <c:pt idx="836">
                  <c:v>2117</c:v>
                </c:pt>
                <c:pt idx="837">
                  <c:v>2018</c:v>
                </c:pt>
                <c:pt idx="838">
                  <c:v>1930</c:v>
                </c:pt>
                <c:pt idx="839">
                  <c:v>1850</c:v>
                </c:pt>
                <c:pt idx="840">
                  <c:v>1783</c:v>
                </c:pt>
                <c:pt idx="841">
                  <c:v>1720</c:v>
                </c:pt>
                <c:pt idx="842">
                  <c:v>1675</c:v>
                </c:pt>
                <c:pt idx="843">
                  <c:v>1631</c:v>
                </c:pt>
                <c:pt idx="844">
                  <c:v>1598</c:v>
                </c:pt>
                <c:pt idx="845">
                  <c:v>1590</c:v>
                </c:pt>
                <c:pt idx="846">
                  <c:v>1579</c:v>
                </c:pt>
                <c:pt idx="847">
                  <c:v>1586</c:v>
                </c:pt>
                <c:pt idx="848">
                  <c:v>1611</c:v>
                </c:pt>
                <c:pt idx="849">
                  <c:v>1689</c:v>
                </c:pt>
                <c:pt idx="850">
                  <c:v>1773</c:v>
                </c:pt>
                <c:pt idx="851">
                  <c:v>1755</c:v>
                </c:pt>
                <c:pt idx="852">
                  <c:v>1931</c:v>
                </c:pt>
                <c:pt idx="853">
                  <c:v>1994</c:v>
                </c:pt>
                <c:pt idx="854">
                  <c:v>2031</c:v>
                </c:pt>
                <c:pt idx="855">
                  <c:v>2137</c:v>
                </c:pt>
                <c:pt idx="856">
                  <c:v>2210</c:v>
                </c:pt>
                <c:pt idx="857">
                  <c:v>2294</c:v>
                </c:pt>
                <c:pt idx="858">
                  <c:v>2357</c:v>
                </c:pt>
                <c:pt idx="859">
                  <c:v>2413</c:v>
                </c:pt>
                <c:pt idx="860">
                  <c:v>2472</c:v>
                </c:pt>
                <c:pt idx="861">
                  <c:v>2506</c:v>
                </c:pt>
                <c:pt idx="862">
                  <c:v>2534</c:v>
                </c:pt>
                <c:pt idx="863">
                  <c:v>2547</c:v>
                </c:pt>
                <c:pt idx="864">
                  <c:v>2555</c:v>
                </c:pt>
                <c:pt idx="865">
                  <c:v>2547</c:v>
                </c:pt>
                <c:pt idx="866">
                  <c:v>2527</c:v>
                </c:pt>
                <c:pt idx="867">
                  <c:v>2494</c:v>
                </c:pt>
                <c:pt idx="868">
                  <c:v>2451</c:v>
                </c:pt>
                <c:pt idx="869">
                  <c:v>2347</c:v>
                </c:pt>
                <c:pt idx="870">
                  <c:v>2355</c:v>
                </c:pt>
                <c:pt idx="871">
                  <c:v>2234</c:v>
                </c:pt>
                <c:pt idx="872">
                  <c:v>2152</c:v>
                </c:pt>
                <c:pt idx="873">
                  <c:v>2098</c:v>
                </c:pt>
                <c:pt idx="874">
                  <c:v>2000</c:v>
                </c:pt>
                <c:pt idx="875">
                  <c:v>1912</c:v>
                </c:pt>
                <c:pt idx="876">
                  <c:v>1856</c:v>
                </c:pt>
                <c:pt idx="877">
                  <c:v>1770</c:v>
                </c:pt>
                <c:pt idx="878">
                  <c:v>1715</c:v>
                </c:pt>
                <c:pt idx="879">
                  <c:v>1675</c:v>
                </c:pt>
                <c:pt idx="880">
                  <c:v>1627</c:v>
                </c:pt>
                <c:pt idx="881">
                  <c:v>1602</c:v>
                </c:pt>
                <c:pt idx="882">
                  <c:v>1585</c:v>
                </c:pt>
                <c:pt idx="883">
                  <c:v>1578</c:v>
                </c:pt>
                <c:pt idx="884">
                  <c:v>1592</c:v>
                </c:pt>
                <c:pt idx="885">
                  <c:v>1610</c:v>
                </c:pt>
                <c:pt idx="886">
                  <c:v>1699</c:v>
                </c:pt>
                <c:pt idx="887">
                  <c:v>1812</c:v>
                </c:pt>
                <c:pt idx="888">
                  <c:v>1754</c:v>
                </c:pt>
                <c:pt idx="889">
                  <c:v>1891</c:v>
                </c:pt>
                <c:pt idx="890">
                  <c:v>1992</c:v>
                </c:pt>
                <c:pt idx="891">
                  <c:v>2066</c:v>
                </c:pt>
                <c:pt idx="892">
                  <c:v>2135</c:v>
                </c:pt>
                <c:pt idx="893">
                  <c:v>2233</c:v>
                </c:pt>
                <c:pt idx="894">
                  <c:v>2306</c:v>
                </c:pt>
                <c:pt idx="895">
                  <c:v>2368</c:v>
                </c:pt>
                <c:pt idx="896">
                  <c:v>2433</c:v>
                </c:pt>
                <c:pt idx="897">
                  <c:v>2476</c:v>
                </c:pt>
                <c:pt idx="898">
                  <c:v>2520</c:v>
                </c:pt>
                <c:pt idx="899">
                  <c:v>2546</c:v>
                </c:pt>
                <c:pt idx="900">
                  <c:v>2562</c:v>
                </c:pt>
                <c:pt idx="901">
                  <c:v>2565</c:v>
                </c:pt>
                <c:pt idx="902">
                  <c:v>2552</c:v>
                </c:pt>
                <c:pt idx="903">
                  <c:v>2527</c:v>
                </c:pt>
                <c:pt idx="904">
                  <c:v>2499</c:v>
                </c:pt>
                <c:pt idx="905">
                  <c:v>2451</c:v>
                </c:pt>
                <c:pt idx="906">
                  <c:v>2304</c:v>
                </c:pt>
                <c:pt idx="907">
                  <c:v>2368</c:v>
                </c:pt>
                <c:pt idx="908">
                  <c:v>2227</c:v>
                </c:pt>
                <c:pt idx="909">
                  <c:v>2147</c:v>
                </c:pt>
                <c:pt idx="910">
                  <c:v>2082</c:v>
                </c:pt>
                <c:pt idx="911">
                  <c:v>1982</c:v>
                </c:pt>
                <c:pt idx="912">
                  <c:v>1903</c:v>
                </c:pt>
                <c:pt idx="913">
                  <c:v>1821</c:v>
                </c:pt>
                <c:pt idx="914">
                  <c:v>1763</c:v>
                </c:pt>
                <c:pt idx="915">
                  <c:v>1702</c:v>
                </c:pt>
                <c:pt idx="916">
                  <c:v>1658</c:v>
                </c:pt>
                <c:pt idx="917">
                  <c:v>1623</c:v>
                </c:pt>
                <c:pt idx="918">
                  <c:v>1592</c:v>
                </c:pt>
                <c:pt idx="919">
                  <c:v>1578</c:v>
                </c:pt>
                <c:pt idx="920">
                  <c:v>1578</c:v>
                </c:pt>
                <c:pt idx="921">
                  <c:v>1589</c:v>
                </c:pt>
                <c:pt idx="922">
                  <c:v>1616</c:v>
                </c:pt>
                <c:pt idx="923">
                  <c:v>1659</c:v>
                </c:pt>
                <c:pt idx="924">
                  <c:v>1859</c:v>
                </c:pt>
                <c:pt idx="925">
                  <c:v>1816</c:v>
                </c:pt>
                <c:pt idx="926">
                  <c:v>1906</c:v>
                </c:pt>
                <c:pt idx="927">
                  <c:v>2011</c:v>
                </c:pt>
                <c:pt idx="928">
                  <c:v>2066</c:v>
                </c:pt>
                <c:pt idx="929">
                  <c:v>2163</c:v>
                </c:pt>
                <c:pt idx="930">
                  <c:v>2248</c:v>
                </c:pt>
                <c:pt idx="931">
                  <c:v>2312</c:v>
                </c:pt>
                <c:pt idx="932">
                  <c:v>2382</c:v>
                </c:pt>
                <c:pt idx="933">
                  <c:v>2426</c:v>
                </c:pt>
                <c:pt idx="934">
                  <c:v>2486</c:v>
                </c:pt>
                <c:pt idx="935">
                  <c:v>2515</c:v>
                </c:pt>
                <c:pt idx="936">
                  <c:v>2539</c:v>
                </c:pt>
                <c:pt idx="937">
                  <c:v>2560</c:v>
                </c:pt>
                <c:pt idx="938">
                  <c:v>2555</c:v>
                </c:pt>
                <c:pt idx="939">
                  <c:v>2539</c:v>
                </c:pt>
                <c:pt idx="940">
                  <c:v>2522</c:v>
                </c:pt>
                <c:pt idx="941">
                  <c:v>2483</c:v>
                </c:pt>
                <c:pt idx="942">
                  <c:v>2434</c:v>
                </c:pt>
                <c:pt idx="943">
                  <c:v>2282</c:v>
                </c:pt>
                <c:pt idx="944">
                  <c:v>2320</c:v>
                </c:pt>
                <c:pt idx="945">
                  <c:v>2243</c:v>
                </c:pt>
                <c:pt idx="946">
                  <c:v>2109</c:v>
                </c:pt>
                <c:pt idx="947">
                  <c:v>2057</c:v>
                </c:pt>
                <c:pt idx="948">
                  <c:v>1986</c:v>
                </c:pt>
                <c:pt idx="949">
                  <c:v>1885</c:v>
                </c:pt>
                <c:pt idx="950">
                  <c:v>1823</c:v>
                </c:pt>
                <c:pt idx="951">
                  <c:v>1763</c:v>
                </c:pt>
                <c:pt idx="952">
                  <c:v>1702</c:v>
                </c:pt>
                <c:pt idx="953">
                  <c:v>1667</c:v>
                </c:pt>
                <c:pt idx="954">
                  <c:v>1621</c:v>
                </c:pt>
                <c:pt idx="955">
                  <c:v>1595</c:v>
                </c:pt>
                <c:pt idx="956">
                  <c:v>1588</c:v>
                </c:pt>
                <c:pt idx="957">
                  <c:v>1587</c:v>
                </c:pt>
                <c:pt idx="958">
                  <c:v>1603</c:v>
                </c:pt>
                <c:pt idx="959">
                  <c:v>1627</c:v>
                </c:pt>
                <c:pt idx="960">
                  <c:v>1666</c:v>
                </c:pt>
                <c:pt idx="961">
                  <c:v>1842</c:v>
                </c:pt>
                <c:pt idx="962">
                  <c:v>1843</c:v>
                </c:pt>
                <c:pt idx="963">
                  <c:v>1898</c:v>
                </c:pt>
                <c:pt idx="964">
                  <c:v>2017</c:v>
                </c:pt>
                <c:pt idx="965">
                  <c:v>2113</c:v>
                </c:pt>
                <c:pt idx="966">
                  <c:v>2160</c:v>
                </c:pt>
                <c:pt idx="967">
                  <c:v>2242</c:v>
                </c:pt>
                <c:pt idx="968">
                  <c:v>2331</c:v>
                </c:pt>
                <c:pt idx="969">
                  <c:v>2379</c:v>
                </c:pt>
                <c:pt idx="970">
                  <c:v>2440</c:v>
                </c:pt>
                <c:pt idx="971">
                  <c:v>2482</c:v>
                </c:pt>
                <c:pt idx="972">
                  <c:v>2523</c:v>
                </c:pt>
                <c:pt idx="973">
                  <c:v>2547</c:v>
                </c:pt>
                <c:pt idx="974">
                  <c:v>2555</c:v>
                </c:pt>
                <c:pt idx="975">
                  <c:v>2559</c:v>
                </c:pt>
                <c:pt idx="976">
                  <c:v>2546</c:v>
                </c:pt>
                <c:pt idx="977">
                  <c:v>2520</c:v>
                </c:pt>
                <c:pt idx="978">
                  <c:v>2480</c:v>
                </c:pt>
                <c:pt idx="979">
                  <c:v>2434</c:v>
                </c:pt>
                <c:pt idx="980">
                  <c:v>2290</c:v>
                </c:pt>
                <c:pt idx="981">
                  <c:v>2297</c:v>
                </c:pt>
                <c:pt idx="982">
                  <c:v>2248</c:v>
                </c:pt>
                <c:pt idx="983">
                  <c:v>2110</c:v>
                </c:pt>
                <c:pt idx="984">
                  <c:v>2034</c:v>
                </c:pt>
                <c:pt idx="985">
                  <c:v>1957</c:v>
                </c:pt>
                <c:pt idx="986">
                  <c:v>1888</c:v>
                </c:pt>
                <c:pt idx="987">
                  <c:v>1806</c:v>
                </c:pt>
                <c:pt idx="988">
                  <c:v>1742</c:v>
                </c:pt>
                <c:pt idx="989">
                  <c:v>1690</c:v>
                </c:pt>
                <c:pt idx="990">
                  <c:v>1640</c:v>
                </c:pt>
                <c:pt idx="991">
                  <c:v>1606</c:v>
                </c:pt>
                <c:pt idx="992">
                  <c:v>1585</c:v>
                </c:pt>
                <c:pt idx="993">
                  <c:v>1577</c:v>
                </c:pt>
                <c:pt idx="994">
                  <c:v>1578</c:v>
                </c:pt>
                <c:pt idx="995">
                  <c:v>1594</c:v>
                </c:pt>
                <c:pt idx="996">
                  <c:v>1623</c:v>
                </c:pt>
                <c:pt idx="997">
                  <c:v>1663</c:v>
                </c:pt>
                <c:pt idx="998">
                  <c:v>1835</c:v>
                </c:pt>
                <c:pt idx="999">
                  <c:v>1907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F0-4549-BC3C-F6A93B8E69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0717104"/>
        <c:axId val="1030717584"/>
      </c:lineChart>
      <c:catAx>
        <c:axId val="10307171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30717584"/>
        <c:crosses val="autoZero"/>
        <c:auto val="1"/>
        <c:lblAlgn val="ctr"/>
        <c:lblOffset val="100"/>
        <c:noMultiLvlLbl val="0"/>
      </c:catAx>
      <c:valAx>
        <c:axId val="1030717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30717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I</a:t>
            </a:r>
            <a:r>
              <a:rPr lang="en-US" altLang="zh-TW" baseline="0"/>
              <a:t> FB 2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696581080702738"/>
          <c:y val="0.19130537791493554"/>
          <c:w val="0.87667402754896728"/>
          <c:h val="0.71409537013807589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工作表1!$B$1:$B$1000</c:f>
              <c:numCache>
                <c:formatCode>General</c:formatCode>
                <c:ptCount val="1000"/>
                <c:pt idx="0">
                  <c:v>2210</c:v>
                </c:pt>
                <c:pt idx="1">
                  <c:v>2202</c:v>
                </c:pt>
                <c:pt idx="2">
                  <c:v>2194</c:v>
                </c:pt>
                <c:pt idx="3">
                  <c:v>2178</c:v>
                </c:pt>
                <c:pt idx="4">
                  <c:v>2168</c:v>
                </c:pt>
                <c:pt idx="5">
                  <c:v>2162</c:v>
                </c:pt>
                <c:pt idx="6">
                  <c:v>2152</c:v>
                </c:pt>
                <c:pt idx="7">
                  <c:v>2142</c:v>
                </c:pt>
                <c:pt idx="8">
                  <c:v>2127</c:v>
                </c:pt>
                <c:pt idx="9">
                  <c:v>2120</c:v>
                </c:pt>
                <c:pt idx="10">
                  <c:v>2112</c:v>
                </c:pt>
                <c:pt idx="11">
                  <c:v>2104</c:v>
                </c:pt>
                <c:pt idx="12">
                  <c:v>2095</c:v>
                </c:pt>
                <c:pt idx="13">
                  <c:v>2091</c:v>
                </c:pt>
                <c:pt idx="14">
                  <c:v>2088</c:v>
                </c:pt>
                <c:pt idx="15">
                  <c:v>2090</c:v>
                </c:pt>
                <c:pt idx="16">
                  <c:v>2086</c:v>
                </c:pt>
                <c:pt idx="17">
                  <c:v>2089</c:v>
                </c:pt>
                <c:pt idx="18">
                  <c:v>2091</c:v>
                </c:pt>
                <c:pt idx="19">
                  <c:v>2102</c:v>
                </c:pt>
                <c:pt idx="20">
                  <c:v>2104</c:v>
                </c:pt>
                <c:pt idx="21">
                  <c:v>2112</c:v>
                </c:pt>
                <c:pt idx="22">
                  <c:v>2122</c:v>
                </c:pt>
                <c:pt idx="23">
                  <c:v>2136</c:v>
                </c:pt>
                <c:pt idx="24">
                  <c:v>2144</c:v>
                </c:pt>
                <c:pt idx="25">
                  <c:v>2155</c:v>
                </c:pt>
                <c:pt idx="26">
                  <c:v>2168</c:v>
                </c:pt>
                <c:pt idx="27">
                  <c:v>2176</c:v>
                </c:pt>
                <c:pt idx="28">
                  <c:v>2184</c:v>
                </c:pt>
                <c:pt idx="29">
                  <c:v>2191</c:v>
                </c:pt>
                <c:pt idx="30">
                  <c:v>2200</c:v>
                </c:pt>
                <c:pt idx="31">
                  <c:v>2206</c:v>
                </c:pt>
                <c:pt idx="32">
                  <c:v>2208</c:v>
                </c:pt>
                <c:pt idx="33">
                  <c:v>2216</c:v>
                </c:pt>
                <c:pt idx="34">
                  <c:v>2216</c:v>
                </c:pt>
                <c:pt idx="35">
                  <c:v>2214</c:v>
                </c:pt>
                <c:pt idx="36">
                  <c:v>2210</c:v>
                </c:pt>
                <c:pt idx="37">
                  <c:v>2208</c:v>
                </c:pt>
                <c:pt idx="38">
                  <c:v>2202</c:v>
                </c:pt>
                <c:pt idx="39">
                  <c:v>2192</c:v>
                </c:pt>
                <c:pt idx="40">
                  <c:v>2176</c:v>
                </c:pt>
                <c:pt idx="41">
                  <c:v>2166</c:v>
                </c:pt>
                <c:pt idx="42">
                  <c:v>2159</c:v>
                </c:pt>
                <c:pt idx="43">
                  <c:v>2148</c:v>
                </c:pt>
                <c:pt idx="44">
                  <c:v>2137</c:v>
                </c:pt>
                <c:pt idx="45">
                  <c:v>2123</c:v>
                </c:pt>
                <c:pt idx="46">
                  <c:v>2118</c:v>
                </c:pt>
                <c:pt idx="47">
                  <c:v>2110</c:v>
                </c:pt>
                <c:pt idx="48">
                  <c:v>2104</c:v>
                </c:pt>
                <c:pt idx="49">
                  <c:v>2094</c:v>
                </c:pt>
                <c:pt idx="50">
                  <c:v>2091</c:v>
                </c:pt>
                <c:pt idx="51">
                  <c:v>2089</c:v>
                </c:pt>
                <c:pt idx="52">
                  <c:v>2088</c:v>
                </c:pt>
                <c:pt idx="53">
                  <c:v>2090</c:v>
                </c:pt>
                <c:pt idx="54">
                  <c:v>2091</c:v>
                </c:pt>
                <c:pt idx="55">
                  <c:v>2094</c:v>
                </c:pt>
                <c:pt idx="56">
                  <c:v>2099</c:v>
                </c:pt>
                <c:pt idx="57">
                  <c:v>2106</c:v>
                </c:pt>
                <c:pt idx="58">
                  <c:v>2111</c:v>
                </c:pt>
                <c:pt idx="59">
                  <c:v>2123</c:v>
                </c:pt>
                <c:pt idx="60">
                  <c:v>2136</c:v>
                </c:pt>
                <c:pt idx="61">
                  <c:v>2143</c:v>
                </c:pt>
                <c:pt idx="62">
                  <c:v>2155</c:v>
                </c:pt>
                <c:pt idx="63">
                  <c:v>2168</c:v>
                </c:pt>
                <c:pt idx="64">
                  <c:v>2178</c:v>
                </c:pt>
                <c:pt idx="65">
                  <c:v>2186</c:v>
                </c:pt>
                <c:pt idx="66">
                  <c:v>2192</c:v>
                </c:pt>
                <c:pt idx="67">
                  <c:v>2200</c:v>
                </c:pt>
                <c:pt idx="68">
                  <c:v>2203</c:v>
                </c:pt>
                <c:pt idx="69">
                  <c:v>2207</c:v>
                </c:pt>
                <c:pt idx="70">
                  <c:v>2211</c:v>
                </c:pt>
                <c:pt idx="71">
                  <c:v>2213</c:v>
                </c:pt>
                <c:pt idx="72">
                  <c:v>2211</c:v>
                </c:pt>
                <c:pt idx="73">
                  <c:v>2206</c:v>
                </c:pt>
                <c:pt idx="74">
                  <c:v>2203</c:v>
                </c:pt>
                <c:pt idx="75">
                  <c:v>2197</c:v>
                </c:pt>
                <c:pt idx="76">
                  <c:v>2187</c:v>
                </c:pt>
                <c:pt idx="77">
                  <c:v>2176</c:v>
                </c:pt>
                <c:pt idx="78">
                  <c:v>2163</c:v>
                </c:pt>
                <c:pt idx="79">
                  <c:v>2154</c:v>
                </c:pt>
                <c:pt idx="80">
                  <c:v>2150</c:v>
                </c:pt>
                <c:pt idx="81">
                  <c:v>2135</c:v>
                </c:pt>
                <c:pt idx="82">
                  <c:v>2125</c:v>
                </c:pt>
                <c:pt idx="83">
                  <c:v>2120</c:v>
                </c:pt>
                <c:pt idx="84">
                  <c:v>2107</c:v>
                </c:pt>
                <c:pt idx="85">
                  <c:v>2101</c:v>
                </c:pt>
                <c:pt idx="86">
                  <c:v>2093</c:v>
                </c:pt>
                <c:pt idx="87">
                  <c:v>2090</c:v>
                </c:pt>
                <c:pt idx="88">
                  <c:v>2090</c:v>
                </c:pt>
                <c:pt idx="89">
                  <c:v>2087</c:v>
                </c:pt>
                <c:pt idx="90">
                  <c:v>2088</c:v>
                </c:pt>
                <c:pt idx="91">
                  <c:v>2090</c:v>
                </c:pt>
                <c:pt idx="92">
                  <c:v>2094</c:v>
                </c:pt>
                <c:pt idx="93">
                  <c:v>2102</c:v>
                </c:pt>
                <c:pt idx="94">
                  <c:v>2107</c:v>
                </c:pt>
                <c:pt idx="95">
                  <c:v>2114</c:v>
                </c:pt>
                <c:pt idx="96">
                  <c:v>2123</c:v>
                </c:pt>
                <c:pt idx="97">
                  <c:v>2138</c:v>
                </c:pt>
                <c:pt idx="98">
                  <c:v>2147</c:v>
                </c:pt>
                <c:pt idx="99">
                  <c:v>2155</c:v>
                </c:pt>
                <c:pt idx="100">
                  <c:v>2171</c:v>
                </c:pt>
                <c:pt idx="101">
                  <c:v>2179</c:v>
                </c:pt>
                <c:pt idx="102">
                  <c:v>2184</c:v>
                </c:pt>
                <c:pt idx="103">
                  <c:v>2193</c:v>
                </c:pt>
                <c:pt idx="104">
                  <c:v>2202</c:v>
                </c:pt>
                <c:pt idx="105">
                  <c:v>2206</c:v>
                </c:pt>
                <c:pt idx="106">
                  <c:v>2210</c:v>
                </c:pt>
                <c:pt idx="107">
                  <c:v>2216</c:v>
                </c:pt>
                <c:pt idx="108">
                  <c:v>2214</c:v>
                </c:pt>
                <c:pt idx="109">
                  <c:v>2213</c:v>
                </c:pt>
                <c:pt idx="110">
                  <c:v>2210</c:v>
                </c:pt>
                <c:pt idx="111">
                  <c:v>2203</c:v>
                </c:pt>
                <c:pt idx="112">
                  <c:v>2198</c:v>
                </c:pt>
                <c:pt idx="113">
                  <c:v>2192</c:v>
                </c:pt>
                <c:pt idx="114">
                  <c:v>2176</c:v>
                </c:pt>
                <c:pt idx="115">
                  <c:v>2162</c:v>
                </c:pt>
                <c:pt idx="116">
                  <c:v>2155</c:v>
                </c:pt>
                <c:pt idx="117">
                  <c:v>2147</c:v>
                </c:pt>
                <c:pt idx="118">
                  <c:v>2136</c:v>
                </c:pt>
                <c:pt idx="119">
                  <c:v>2122</c:v>
                </c:pt>
                <c:pt idx="120">
                  <c:v>2115</c:v>
                </c:pt>
                <c:pt idx="121">
                  <c:v>2107</c:v>
                </c:pt>
                <c:pt idx="122">
                  <c:v>2098</c:v>
                </c:pt>
                <c:pt idx="123">
                  <c:v>2094</c:v>
                </c:pt>
                <c:pt idx="124">
                  <c:v>2091</c:v>
                </c:pt>
                <c:pt idx="125">
                  <c:v>2085</c:v>
                </c:pt>
                <c:pt idx="126">
                  <c:v>2083</c:v>
                </c:pt>
                <c:pt idx="127">
                  <c:v>2090</c:v>
                </c:pt>
                <c:pt idx="128">
                  <c:v>2091</c:v>
                </c:pt>
                <c:pt idx="129">
                  <c:v>2095</c:v>
                </c:pt>
                <c:pt idx="130">
                  <c:v>2104</c:v>
                </c:pt>
                <c:pt idx="131">
                  <c:v>2110</c:v>
                </c:pt>
                <c:pt idx="132">
                  <c:v>2115</c:v>
                </c:pt>
                <c:pt idx="133">
                  <c:v>2123</c:v>
                </c:pt>
                <c:pt idx="134">
                  <c:v>2139</c:v>
                </c:pt>
                <c:pt idx="135">
                  <c:v>2150</c:v>
                </c:pt>
                <c:pt idx="136">
                  <c:v>2160</c:v>
                </c:pt>
                <c:pt idx="137">
                  <c:v>2171</c:v>
                </c:pt>
                <c:pt idx="138">
                  <c:v>2184</c:v>
                </c:pt>
                <c:pt idx="139">
                  <c:v>2187</c:v>
                </c:pt>
                <c:pt idx="140">
                  <c:v>2194</c:v>
                </c:pt>
                <c:pt idx="141">
                  <c:v>2203</c:v>
                </c:pt>
                <c:pt idx="142">
                  <c:v>2203</c:v>
                </c:pt>
                <c:pt idx="143">
                  <c:v>2207</c:v>
                </c:pt>
                <c:pt idx="144">
                  <c:v>2211</c:v>
                </c:pt>
                <c:pt idx="145">
                  <c:v>2214</c:v>
                </c:pt>
                <c:pt idx="146">
                  <c:v>2211</c:v>
                </c:pt>
                <c:pt idx="147">
                  <c:v>2207</c:v>
                </c:pt>
                <c:pt idx="148">
                  <c:v>2203</c:v>
                </c:pt>
                <c:pt idx="149">
                  <c:v>2195</c:v>
                </c:pt>
                <c:pt idx="150">
                  <c:v>2176</c:v>
                </c:pt>
                <c:pt idx="151">
                  <c:v>2171</c:v>
                </c:pt>
                <c:pt idx="152">
                  <c:v>2163</c:v>
                </c:pt>
                <c:pt idx="153">
                  <c:v>2154</c:v>
                </c:pt>
                <c:pt idx="154">
                  <c:v>2144</c:v>
                </c:pt>
                <c:pt idx="155">
                  <c:v>2134</c:v>
                </c:pt>
                <c:pt idx="156">
                  <c:v>2123</c:v>
                </c:pt>
                <c:pt idx="157">
                  <c:v>2115</c:v>
                </c:pt>
                <c:pt idx="158">
                  <c:v>2106</c:v>
                </c:pt>
                <c:pt idx="159">
                  <c:v>2098</c:v>
                </c:pt>
                <c:pt idx="160">
                  <c:v>2091</c:v>
                </c:pt>
                <c:pt idx="161">
                  <c:v>2091</c:v>
                </c:pt>
                <c:pt idx="162">
                  <c:v>2088</c:v>
                </c:pt>
                <c:pt idx="163">
                  <c:v>2086</c:v>
                </c:pt>
                <c:pt idx="164">
                  <c:v>2089</c:v>
                </c:pt>
                <c:pt idx="165">
                  <c:v>2094</c:v>
                </c:pt>
                <c:pt idx="166">
                  <c:v>2095</c:v>
                </c:pt>
                <c:pt idx="167">
                  <c:v>2102</c:v>
                </c:pt>
                <c:pt idx="168">
                  <c:v>2111</c:v>
                </c:pt>
                <c:pt idx="169">
                  <c:v>2121</c:v>
                </c:pt>
                <c:pt idx="170">
                  <c:v>2123</c:v>
                </c:pt>
                <c:pt idx="171">
                  <c:v>2139</c:v>
                </c:pt>
                <c:pt idx="172">
                  <c:v>2151</c:v>
                </c:pt>
                <c:pt idx="173">
                  <c:v>2159</c:v>
                </c:pt>
                <c:pt idx="174">
                  <c:v>2171</c:v>
                </c:pt>
                <c:pt idx="175">
                  <c:v>2183</c:v>
                </c:pt>
                <c:pt idx="176">
                  <c:v>2187</c:v>
                </c:pt>
                <c:pt idx="177">
                  <c:v>2195</c:v>
                </c:pt>
                <c:pt idx="178">
                  <c:v>2202</c:v>
                </c:pt>
                <c:pt idx="179">
                  <c:v>2206</c:v>
                </c:pt>
                <c:pt idx="180">
                  <c:v>2211</c:v>
                </c:pt>
                <c:pt idx="181">
                  <c:v>2213</c:v>
                </c:pt>
                <c:pt idx="182">
                  <c:v>2216</c:v>
                </c:pt>
                <c:pt idx="183">
                  <c:v>2210</c:v>
                </c:pt>
                <c:pt idx="184">
                  <c:v>2207</c:v>
                </c:pt>
                <c:pt idx="185">
                  <c:v>2202</c:v>
                </c:pt>
                <c:pt idx="186">
                  <c:v>2195</c:v>
                </c:pt>
                <c:pt idx="187">
                  <c:v>2178</c:v>
                </c:pt>
                <c:pt idx="188">
                  <c:v>2169</c:v>
                </c:pt>
                <c:pt idx="189">
                  <c:v>2162</c:v>
                </c:pt>
                <c:pt idx="190">
                  <c:v>2151</c:v>
                </c:pt>
                <c:pt idx="191">
                  <c:v>2143</c:v>
                </c:pt>
                <c:pt idx="192">
                  <c:v>2130</c:v>
                </c:pt>
                <c:pt idx="193">
                  <c:v>2118</c:v>
                </c:pt>
                <c:pt idx="194">
                  <c:v>2111</c:v>
                </c:pt>
                <c:pt idx="195">
                  <c:v>2105</c:v>
                </c:pt>
                <c:pt idx="196">
                  <c:v>2091</c:v>
                </c:pt>
                <c:pt idx="197">
                  <c:v>2090</c:v>
                </c:pt>
                <c:pt idx="198">
                  <c:v>2090</c:v>
                </c:pt>
                <c:pt idx="199">
                  <c:v>2087</c:v>
                </c:pt>
                <c:pt idx="200">
                  <c:v>2088</c:v>
                </c:pt>
                <c:pt idx="201">
                  <c:v>2087</c:v>
                </c:pt>
                <c:pt idx="202">
                  <c:v>2091</c:v>
                </c:pt>
                <c:pt idx="203">
                  <c:v>2095</c:v>
                </c:pt>
                <c:pt idx="204">
                  <c:v>2104</c:v>
                </c:pt>
                <c:pt idx="205">
                  <c:v>2110</c:v>
                </c:pt>
                <c:pt idx="206">
                  <c:v>2119</c:v>
                </c:pt>
                <c:pt idx="207">
                  <c:v>2131</c:v>
                </c:pt>
                <c:pt idx="208">
                  <c:v>2138</c:v>
                </c:pt>
                <c:pt idx="209">
                  <c:v>2154</c:v>
                </c:pt>
                <c:pt idx="210">
                  <c:v>2163</c:v>
                </c:pt>
                <c:pt idx="211">
                  <c:v>2175</c:v>
                </c:pt>
                <c:pt idx="212">
                  <c:v>2184</c:v>
                </c:pt>
                <c:pt idx="213">
                  <c:v>2190</c:v>
                </c:pt>
                <c:pt idx="214">
                  <c:v>2196</c:v>
                </c:pt>
                <c:pt idx="215">
                  <c:v>2205</c:v>
                </c:pt>
                <c:pt idx="216">
                  <c:v>2209</c:v>
                </c:pt>
                <c:pt idx="217">
                  <c:v>2212</c:v>
                </c:pt>
                <c:pt idx="218">
                  <c:v>2215</c:v>
                </c:pt>
                <c:pt idx="219">
                  <c:v>2214</c:v>
                </c:pt>
                <c:pt idx="220">
                  <c:v>2211</c:v>
                </c:pt>
                <c:pt idx="221">
                  <c:v>2207</c:v>
                </c:pt>
                <c:pt idx="222">
                  <c:v>2199</c:v>
                </c:pt>
                <c:pt idx="223">
                  <c:v>2194</c:v>
                </c:pt>
                <c:pt idx="224">
                  <c:v>2176</c:v>
                </c:pt>
                <c:pt idx="225">
                  <c:v>2168</c:v>
                </c:pt>
                <c:pt idx="226">
                  <c:v>2160</c:v>
                </c:pt>
                <c:pt idx="227">
                  <c:v>2150</c:v>
                </c:pt>
                <c:pt idx="228">
                  <c:v>2139</c:v>
                </c:pt>
                <c:pt idx="229">
                  <c:v>2129</c:v>
                </c:pt>
                <c:pt idx="230">
                  <c:v>2120</c:v>
                </c:pt>
                <c:pt idx="231">
                  <c:v>2112</c:v>
                </c:pt>
                <c:pt idx="232">
                  <c:v>2105</c:v>
                </c:pt>
                <c:pt idx="233">
                  <c:v>2095</c:v>
                </c:pt>
                <c:pt idx="234">
                  <c:v>2089</c:v>
                </c:pt>
                <c:pt idx="235">
                  <c:v>2090</c:v>
                </c:pt>
                <c:pt idx="236">
                  <c:v>2089</c:v>
                </c:pt>
                <c:pt idx="237">
                  <c:v>2088</c:v>
                </c:pt>
                <c:pt idx="238">
                  <c:v>2090</c:v>
                </c:pt>
                <c:pt idx="239">
                  <c:v>2094</c:v>
                </c:pt>
                <c:pt idx="240">
                  <c:v>2099</c:v>
                </c:pt>
                <c:pt idx="241">
                  <c:v>2105</c:v>
                </c:pt>
                <c:pt idx="242">
                  <c:v>2110</c:v>
                </c:pt>
                <c:pt idx="243">
                  <c:v>2122</c:v>
                </c:pt>
                <c:pt idx="244">
                  <c:v>2135</c:v>
                </c:pt>
                <c:pt idx="245">
                  <c:v>2143</c:v>
                </c:pt>
                <c:pt idx="246">
                  <c:v>2153</c:v>
                </c:pt>
                <c:pt idx="247">
                  <c:v>2166</c:v>
                </c:pt>
                <c:pt idx="248">
                  <c:v>2177</c:v>
                </c:pt>
                <c:pt idx="249">
                  <c:v>2182</c:v>
                </c:pt>
                <c:pt idx="250">
                  <c:v>2187</c:v>
                </c:pt>
                <c:pt idx="251">
                  <c:v>2198</c:v>
                </c:pt>
                <c:pt idx="252">
                  <c:v>2203</c:v>
                </c:pt>
                <c:pt idx="253">
                  <c:v>2208</c:v>
                </c:pt>
                <c:pt idx="254">
                  <c:v>2210</c:v>
                </c:pt>
                <c:pt idx="255">
                  <c:v>2214</c:v>
                </c:pt>
                <c:pt idx="256">
                  <c:v>2211</c:v>
                </c:pt>
                <c:pt idx="257">
                  <c:v>2210</c:v>
                </c:pt>
                <c:pt idx="258">
                  <c:v>2208</c:v>
                </c:pt>
                <c:pt idx="259">
                  <c:v>2202</c:v>
                </c:pt>
                <c:pt idx="260">
                  <c:v>2194</c:v>
                </c:pt>
                <c:pt idx="261">
                  <c:v>2176</c:v>
                </c:pt>
                <c:pt idx="262">
                  <c:v>2166</c:v>
                </c:pt>
                <c:pt idx="263">
                  <c:v>2158</c:v>
                </c:pt>
                <c:pt idx="264">
                  <c:v>2151</c:v>
                </c:pt>
                <c:pt idx="265">
                  <c:v>2138</c:v>
                </c:pt>
                <c:pt idx="266">
                  <c:v>2130</c:v>
                </c:pt>
                <c:pt idx="267">
                  <c:v>2119</c:v>
                </c:pt>
                <c:pt idx="268">
                  <c:v>2109</c:v>
                </c:pt>
                <c:pt idx="269">
                  <c:v>2104</c:v>
                </c:pt>
                <c:pt idx="270">
                  <c:v>2094</c:v>
                </c:pt>
                <c:pt idx="271">
                  <c:v>2091</c:v>
                </c:pt>
                <c:pt idx="272">
                  <c:v>2089</c:v>
                </c:pt>
                <c:pt idx="273">
                  <c:v>2088</c:v>
                </c:pt>
                <c:pt idx="274">
                  <c:v>2088</c:v>
                </c:pt>
                <c:pt idx="275">
                  <c:v>2090</c:v>
                </c:pt>
                <c:pt idx="276">
                  <c:v>2091</c:v>
                </c:pt>
                <c:pt idx="277">
                  <c:v>2099</c:v>
                </c:pt>
                <c:pt idx="278">
                  <c:v>2106</c:v>
                </c:pt>
                <c:pt idx="279">
                  <c:v>2111</c:v>
                </c:pt>
                <c:pt idx="280">
                  <c:v>2121</c:v>
                </c:pt>
                <c:pt idx="281">
                  <c:v>2136</c:v>
                </c:pt>
                <c:pt idx="282">
                  <c:v>2143</c:v>
                </c:pt>
                <c:pt idx="283">
                  <c:v>2154</c:v>
                </c:pt>
                <c:pt idx="284">
                  <c:v>2169</c:v>
                </c:pt>
                <c:pt idx="285">
                  <c:v>2178</c:v>
                </c:pt>
                <c:pt idx="286">
                  <c:v>2186</c:v>
                </c:pt>
                <c:pt idx="287">
                  <c:v>2192</c:v>
                </c:pt>
                <c:pt idx="288">
                  <c:v>2201</c:v>
                </c:pt>
                <c:pt idx="289">
                  <c:v>2203</c:v>
                </c:pt>
                <c:pt idx="290">
                  <c:v>2207</c:v>
                </c:pt>
                <c:pt idx="291">
                  <c:v>2214</c:v>
                </c:pt>
                <c:pt idx="292">
                  <c:v>2214</c:v>
                </c:pt>
                <c:pt idx="293">
                  <c:v>2216</c:v>
                </c:pt>
                <c:pt idx="294">
                  <c:v>2207</c:v>
                </c:pt>
                <c:pt idx="295">
                  <c:v>2207</c:v>
                </c:pt>
                <c:pt idx="296">
                  <c:v>2198</c:v>
                </c:pt>
                <c:pt idx="297">
                  <c:v>2191</c:v>
                </c:pt>
                <c:pt idx="298">
                  <c:v>2176</c:v>
                </c:pt>
                <c:pt idx="299">
                  <c:v>2163</c:v>
                </c:pt>
                <c:pt idx="300">
                  <c:v>2155</c:v>
                </c:pt>
                <c:pt idx="301">
                  <c:v>2150</c:v>
                </c:pt>
                <c:pt idx="302">
                  <c:v>2135</c:v>
                </c:pt>
                <c:pt idx="303">
                  <c:v>2124</c:v>
                </c:pt>
                <c:pt idx="304">
                  <c:v>2120</c:v>
                </c:pt>
                <c:pt idx="305">
                  <c:v>2106</c:v>
                </c:pt>
                <c:pt idx="306">
                  <c:v>2099</c:v>
                </c:pt>
                <c:pt idx="307">
                  <c:v>2093</c:v>
                </c:pt>
                <c:pt idx="308">
                  <c:v>2090</c:v>
                </c:pt>
                <c:pt idx="309">
                  <c:v>2086</c:v>
                </c:pt>
                <c:pt idx="310">
                  <c:v>2086</c:v>
                </c:pt>
                <c:pt idx="311">
                  <c:v>2090</c:v>
                </c:pt>
                <c:pt idx="312">
                  <c:v>2091</c:v>
                </c:pt>
                <c:pt idx="313">
                  <c:v>2094</c:v>
                </c:pt>
                <c:pt idx="314">
                  <c:v>2099</c:v>
                </c:pt>
                <c:pt idx="315">
                  <c:v>2107</c:v>
                </c:pt>
                <c:pt idx="316">
                  <c:v>2113</c:v>
                </c:pt>
                <c:pt idx="317">
                  <c:v>2123</c:v>
                </c:pt>
                <c:pt idx="318">
                  <c:v>2139</c:v>
                </c:pt>
                <c:pt idx="319">
                  <c:v>2147</c:v>
                </c:pt>
                <c:pt idx="320">
                  <c:v>2155</c:v>
                </c:pt>
                <c:pt idx="321">
                  <c:v>2170</c:v>
                </c:pt>
                <c:pt idx="322">
                  <c:v>2179</c:v>
                </c:pt>
                <c:pt idx="323">
                  <c:v>2185</c:v>
                </c:pt>
                <c:pt idx="324">
                  <c:v>2191</c:v>
                </c:pt>
                <c:pt idx="325">
                  <c:v>2202</c:v>
                </c:pt>
                <c:pt idx="326">
                  <c:v>2206</c:v>
                </c:pt>
                <c:pt idx="327">
                  <c:v>2209</c:v>
                </c:pt>
                <c:pt idx="328">
                  <c:v>2211</c:v>
                </c:pt>
                <c:pt idx="329">
                  <c:v>2214</c:v>
                </c:pt>
                <c:pt idx="330">
                  <c:v>2211</c:v>
                </c:pt>
                <c:pt idx="331">
                  <c:v>2209</c:v>
                </c:pt>
                <c:pt idx="332">
                  <c:v>2203</c:v>
                </c:pt>
                <c:pt idx="333">
                  <c:v>2198</c:v>
                </c:pt>
                <c:pt idx="334">
                  <c:v>2187</c:v>
                </c:pt>
                <c:pt idx="335">
                  <c:v>2176</c:v>
                </c:pt>
                <c:pt idx="336">
                  <c:v>2162</c:v>
                </c:pt>
                <c:pt idx="337">
                  <c:v>2155</c:v>
                </c:pt>
                <c:pt idx="338">
                  <c:v>2147</c:v>
                </c:pt>
                <c:pt idx="339">
                  <c:v>2137</c:v>
                </c:pt>
                <c:pt idx="340">
                  <c:v>2126</c:v>
                </c:pt>
                <c:pt idx="341">
                  <c:v>2115</c:v>
                </c:pt>
                <c:pt idx="342">
                  <c:v>2110</c:v>
                </c:pt>
                <c:pt idx="343">
                  <c:v>2098</c:v>
                </c:pt>
                <c:pt idx="344">
                  <c:v>2092</c:v>
                </c:pt>
                <c:pt idx="345">
                  <c:v>2091</c:v>
                </c:pt>
                <c:pt idx="346">
                  <c:v>2091</c:v>
                </c:pt>
                <c:pt idx="347">
                  <c:v>2088</c:v>
                </c:pt>
                <c:pt idx="348">
                  <c:v>2088</c:v>
                </c:pt>
                <c:pt idx="349">
                  <c:v>2091</c:v>
                </c:pt>
                <c:pt idx="350">
                  <c:v>2095</c:v>
                </c:pt>
                <c:pt idx="351">
                  <c:v>2099</c:v>
                </c:pt>
                <c:pt idx="352">
                  <c:v>2110</c:v>
                </c:pt>
                <c:pt idx="353">
                  <c:v>2118</c:v>
                </c:pt>
                <c:pt idx="354">
                  <c:v>2125</c:v>
                </c:pt>
                <c:pt idx="355">
                  <c:v>2138</c:v>
                </c:pt>
                <c:pt idx="356">
                  <c:v>2147</c:v>
                </c:pt>
                <c:pt idx="357">
                  <c:v>2159</c:v>
                </c:pt>
                <c:pt idx="358">
                  <c:v>2169</c:v>
                </c:pt>
                <c:pt idx="359">
                  <c:v>2184</c:v>
                </c:pt>
                <c:pt idx="360">
                  <c:v>2187</c:v>
                </c:pt>
                <c:pt idx="361">
                  <c:v>2193</c:v>
                </c:pt>
                <c:pt idx="362">
                  <c:v>2202</c:v>
                </c:pt>
                <c:pt idx="363">
                  <c:v>2203</c:v>
                </c:pt>
                <c:pt idx="364">
                  <c:v>2207</c:v>
                </c:pt>
                <c:pt idx="365">
                  <c:v>2211</c:v>
                </c:pt>
                <c:pt idx="366">
                  <c:v>2214</c:v>
                </c:pt>
                <c:pt idx="367">
                  <c:v>2211</c:v>
                </c:pt>
                <c:pt idx="368">
                  <c:v>2207</c:v>
                </c:pt>
                <c:pt idx="369">
                  <c:v>2203</c:v>
                </c:pt>
                <c:pt idx="370">
                  <c:v>2195</c:v>
                </c:pt>
                <c:pt idx="371">
                  <c:v>2179</c:v>
                </c:pt>
                <c:pt idx="372">
                  <c:v>2173</c:v>
                </c:pt>
                <c:pt idx="373">
                  <c:v>2162</c:v>
                </c:pt>
                <c:pt idx="374">
                  <c:v>2153</c:v>
                </c:pt>
                <c:pt idx="375">
                  <c:v>2142</c:v>
                </c:pt>
                <c:pt idx="376">
                  <c:v>2131</c:v>
                </c:pt>
                <c:pt idx="377">
                  <c:v>2120</c:v>
                </c:pt>
                <c:pt idx="378">
                  <c:v>2114</c:v>
                </c:pt>
                <c:pt idx="379">
                  <c:v>2106</c:v>
                </c:pt>
                <c:pt idx="380">
                  <c:v>2099</c:v>
                </c:pt>
                <c:pt idx="381">
                  <c:v>2091</c:v>
                </c:pt>
                <c:pt idx="382">
                  <c:v>2088</c:v>
                </c:pt>
                <c:pt idx="383">
                  <c:v>2088</c:v>
                </c:pt>
                <c:pt idx="384">
                  <c:v>2087</c:v>
                </c:pt>
                <c:pt idx="385">
                  <c:v>2088</c:v>
                </c:pt>
                <c:pt idx="386">
                  <c:v>2091</c:v>
                </c:pt>
                <c:pt idx="387">
                  <c:v>2098</c:v>
                </c:pt>
                <c:pt idx="388">
                  <c:v>2103</c:v>
                </c:pt>
                <c:pt idx="389">
                  <c:v>2111</c:v>
                </c:pt>
                <c:pt idx="390">
                  <c:v>2121</c:v>
                </c:pt>
                <c:pt idx="391">
                  <c:v>2130</c:v>
                </c:pt>
                <c:pt idx="392">
                  <c:v>2139</c:v>
                </c:pt>
                <c:pt idx="393">
                  <c:v>2153</c:v>
                </c:pt>
                <c:pt idx="394">
                  <c:v>2162</c:v>
                </c:pt>
                <c:pt idx="395">
                  <c:v>2174</c:v>
                </c:pt>
                <c:pt idx="396">
                  <c:v>2183</c:v>
                </c:pt>
                <c:pt idx="397">
                  <c:v>2191</c:v>
                </c:pt>
                <c:pt idx="398">
                  <c:v>2195</c:v>
                </c:pt>
                <c:pt idx="399">
                  <c:v>2202</c:v>
                </c:pt>
                <c:pt idx="400">
                  <c:v>2209</c:v>
                </c:pt>
                <c:pt idx="401">
                  <c:v>2213</c:v>
                </c:pt>
                <c:pt idx="402">
                  <c:v>2216</c:v>
                </c:pt>
                <c:pt idx="403">
                  <c:v>2214</c:v>
                </c:pt>
                <c:pt idx="404">
                  <c:v>2211</c:v>
                </c:pt>
                <c:pt idx="405">
                  <c:v>2209</c:v>
                </c:pt>
                <c:pt idx="406">
                  <c:v>2202</c:v>
                </c:pt>
                <c:pt idx="407">
                  <c:v>2195</c:v>
                </c:pt>
                <c:pt idx="408">
                  <c:v>2176</c:v>
                </c:pt>
                <c:pt idx="409">
                  <c:v>2170</c:v>
                </c:pt>
                <c:pt idx="410">
                  <c:v>2162</c:v>
                </c:pt>
                <c:pt idx="411">
                  <c:v>2151</c:v>
                </c:pt>
                <c:pt idx="412">
                  <c:v>2139</c:v>
                </c:pt>
                <c:pt idx="413">
                  <c:v>2131</c:v>
                </c:pt>
                <c:pt idx="414">
                  <c:v>2119</c:v>
                </c:pt>
                <c:pt idx="415">
                  <c:v>2113</c:v>
                </c:pt>
                <c:pt idx="416">
                  <c:v>2105</c:v>
                </c:pt>
                <c:pt idx="417">
                  <c:v>2098</c:v>
                </c:pt>
                <c:pt idx="418">
                  <c:v>2090</c:v>
                </c:pt>
                <c:pt idx="419">
                  <c:v>2089</c:v>
                </c:pt>
                <c:pt idx="420">
                  <c:v>2089</c:v>
                </c:pt>
                <c:pt idx="421">
                  <c:v>2087</c:v>
                </c:pt>
                <c:pt idx="422">
                  <c:v>2087</c:v>
                </c:pt>
                <c:pt idx="423">
                  <c:v>2094</c:v>
                </c:pt>
                <c:pt idx="424">
                  <c:v>2098</c:v>
                </c:pt>
                <c:pt idx="425">
                  <c:v>2102</c:v>
                </c:pt>
                <c:pt idx="426">
                  <c:v>2111</c:v>
                </c:pt>
                <c:pt idx="427">
                  <c:v>2123</c:v>
                </c:pt>
                <c:pt idx="428">
                  <c:v>2130</c:v>
                </c:pt>
                <c:pt idx="429">
                  <c:v>2139</c:v>
                </c:pt>
                <c:pt idx="430">
                  <c:v>2151</c:v>
                </c:pt>
                <c:pt idx="431">
                  <c:v>2163</c:v>
                </c:pt>
                <c:pt idx="432">
                  <c:v>2171</c:v>
                </c:pt>
                <c:pt idx="433">
                  <c:v>2179</c:v>
                </c:pt>
                <c:pt idx="434">
                  <c:v>2192</c:v>
                </c:pt>
                <c:pt idx="435">
                  <c:v>2197</c:v>
                </c:pt>
                <c:pt idx="436">
                  <c:v>2201</c:v>
                </c:pt>
                <c:pt idx="437">
                  <c:v>2206</c:v>
                </c:pt>
                <c:pt idx="438">
                  <c:v>2211</c:v>
                </c:pt>
                <c:pt idx="439">
                  <c:v>2212</c:v>
                </c:pt>
                <c:pt idx="440">
                  <c:v>2216</c:v>
                </c:pt>
                <c:pt idx="441">
                  <c:v>2211</c:v>
                </c:pt>
                <c:pt idx="442">
                  <c:v>2207</c:v>
                </c:pt>
                <c:pt idx="443">
                  <c:v>2203</c:v>
                </c:pt>
                <c:pt idx="444">
                  <c:v>2195</c:v>
                </c:pt>
                <c:pt idx="445">
                  <c:v>2178</c:v>
                </c:pt>
                <c:pt idx="446">
                  <c:v>2170</c:v>
                </c:pt>
                <c:pt idx="447">
                  <c:v>2162</c:v>
                </c:pt>
                <c:pt idx="448">
                  <c:v>2151</c:v>
                </c:pt>
                <c:pt idx="449">
                  <c:v>2141</c:v>
                </c:pt>
                <c:pt idx="450">
                  <c:v>2130</c:v>
                </c:pt>
                <c:pt idx="451">
                  <c:v>2122</c:v>
                </c:pt>
                <c:pt idx="452">
                  <c:v>2111</c:v>
                </c:pt>
                <c:pt idx="453">
                  <c:v>2104</c:v>
                </c:pt>
                <c:pt idx="454">
                  <c:v>2095</c:v>
                </c:pt>
                <c:pt idx="455">
                  <c:v>2091</c:v>
                </c:pt>
                <c:pt idx="456">
                  <c:v>2091</c:v>
                </c:pt>
                <c:pt idx="457">
                  <c:v>2088</c:v>
                </c:pt>
                <c:pt idx="458">
                  <c:v>2088</c:v>
                </c:pt>
                <c:pt idx="459">
                  <c:v>2090</c:v>
                </c:pt>
                <c:pt idx="460">
                  <c:v>2091</c:v>
                </c:pt>
                <c:pt idx="461">
                  <c:v>2099</c:v>
                </c:pt>
                <c:pt idx="462">
                  <c:v>2104</c:v>
                </c:pt>
                <c:pt idx="463">
                  <c:v>2112</c:v>
                </c:pt>
                <c:pt idx="464">
                  <c:v>2123</c:v>
                </c:pt>
                <c:pt idx="465">
                  <c:v>2136</c:v>
                </c:pt>
                <c:pt idx="466">
                  <c:v>2139</c:v>
                </c:pt>
                <c:pt idx="467">
                  <c:v>2151</c:v>
                </c:pt>
                <c:pt idx="468">
                  <c:v>2167</c:v>
                </c:pt>
                <c:pt idx="469">
                  <c:v>2178</c:v>
                </c:pt>
                <c:pt idx="470">
                  <c:v>2184</c:v>
                </c:pt>
                <c:pt idx="471">
                  <c:v>2190</c:v>
                </c:pt>
                <c:pt idx="472">
                  <c:v>2199</c:v>
                </c:pt>
                <c:pt idx="473">
                  <c:v>2203</c:v>
                </c:pt>
                <c:pt idx="474">
                  <c:v>2208</c:v>
                </c:pt>
                <c:pt idx="475">
                  <c:v>2214</c:v>
                </c:pt>
                <c:pt idx="476">
                  <c:v>2215</c:v>
                </c:pt>
                <c:pt idx="477">
                  <c:v>2213</c:v>
                </c:pt>
                <c:pt idx="478">
                  <c:v>2210</c:v>
                </c:pt>
                <c:pt idx="479">
                  <c:v>2206</c:v>
                </c:pt>
                <c:pt idx="480">
                  <c:v>2199</c:v>
                </c:pt>
                <c:pt idx="481">
                  <c:v>2191</c:v>
                </c:pt>
                <c:pt idx="482">
                  <c:v>2176</c:v>
                </c:pt>
                <c:pt idx="483">
                  <c:v>2165</c:v>
                </c:pt>
                <c:pt idx="484">
                  <c:v>2157</c:v>
                </c:pt>
                <c:pt idx="485">
                  <c:v>2152</c:v>
                </c:pt>
                <c:pt idx="486">
                  <c:v>2135</c:v>
                </c:pt>
                <c:pt idx="487">
                  <c:v>2128</c:v>
                </c:pt>
                <c:pt idx="488">
                  <c:v>2117</c:v>
                </c:pt>
                <c:pt idx="489">
                  <c:v>2107</c:v>
                </c:pt>
                <c:pt idx="490">
                  <c:v>2102</c:v>
                </c:pt>
                <c:pt idx="491">
                  <c:v>2094</c:v>
                </c:pt>
                <c:pt idx="492">
                  <c:v>2092</c:v>
                </c:pt>
                <c:pt idx="493">
                  <c:v>2088</c:v>
                </c:pt>
                <c:pt idx="494">
                  <c:v>2086</c:v>
                </c:pt>
                <c:pt idx="495">
                  <c:v>2087</c:v>
                </c:pt>
                <c:pt idx="496">
                  <c:v>2092</c:v>
                </c:pt>
                <c:pt idx="497">
                  <c:v>2091</c:v>
                </c:pt>
                <c:pt idx="498">
                  <c:v>2098</c:v>
                </c:pt>
                <c:pt idx="499">
                  <c:v>2107</c:v>
                </c:pt>
                <c:pt idx="500">
                  <c:v>2115</c:v>
                </c:pt>
                <c:pt idx="501">
                  <c:v>2122</c:v>
                </c:pt>
                <c:pt idx="502">
                  <c:v>2138</c:v>
                </c:pt>
                <c:pt idx="503">
                  <c:v>2145</c:v>
                </c:pt>
                <c:pt idx="504">
                  <c:v>2155</c:v>
                </c:pt>
                <c:pt idx="505">
                  <c:v>2168</c:v>
                </c:pt>
                <c:pt idx="506">
                  <c:v>2178</c:v>
                </c:pt>
                <c:pt idx="507">
                  <c:v>2183</c:v>
                </c:pt>
                <c:pt idx="508">
                  <c:v>2191</c:v>
                </c:pt>
                <c:pt idx="509">
                  <c:v>2200</c:v>
                </c:pt>
                <c:pt idx="510">
                  <c:v>2206</c:v>
                </c:pt>
                <c:pt idx="511">
                  <c:v>2208</c:v>
                </c:pt>
                <c:pt idx="512">
                  <c:v>2211</c:v>
                </c:pt>
                <c:pt idx="513">
                  <c:v>2216</c:v>
                </c:pt>
                <c:pt idx="514">
                  <c:v>2211</c:v>
                </c:pt>
                <c:pt idx="515">
                  <c:v>2211</c:v>
                </c:pt>
                <c:pt idx="516">
                  <c:v>2207</c:v>
                </c:pt>
                <c:pt idx="517">
                  <c:v>2200</c:v>
                </c:pt>
                <c:pt idx="518">
                  <c:v>2191</c:v>
                </c:pt>
                <c:pt idx="519">
                  <c:v>2176</c:v>
                </c:pt>
                <c:pt idx="520">
                  <c:v>2163</c:v>
                </c:pt>
                <c:pt idx="521">
                  <c:v>2158</c:v>
                </c:pt>
                <c:pt idx="522">
                  <c:v>2150</c:v>
                </c:pt>
                <c:pt idx="523">
                  <c:v>2137</c:v>
                </c:pt>
                <c:pt idx="524">
                  <c:v>2123</c:v>
                </c:pt>
                <c:pt idx="525">
                  <c:v>2115</c:v>
                </c:pt>
                <c:pt idx="526">
                  <c:v>2111</c:v>
                </c:pt>
                <c:pt idx="527">
                  <c:v>2101</c:v>
                </c:pt>
                <c:pt idx="528">
                  <c:v>2091</c:v>
                </c:pt>
                <c:pt idx="529">
                  <c:v>2090</c:v>
                </c:pt>
                <c:pt idx="530">
                  <c:v>2087</c:v>
                </c:pt>
                <c:pt idx="531">
                  <c:v>2088</c:v>
                </c:pt>
                <c:pt idx="532">
                  <c:v>2088</c:v>
                </c:pt>
                <c:pt idx="533">
                  <c:v>2090</c:v>
                </c:pt>
                <c:pt idx="534">
                  <c:v>2094</c:v>
                </c:pt>
                <c:pt idx="535">
                  <c:v>2099</c:v>
                </c:pt>
                <c:pt idx="536">
                  <c:v>2106</c:v>
                </c:pt>
                <c:pt idx="537">
                  <c:v>2112</c:v>
                </c:pt>
                <c:pt idx="538">
                  <c:v>2123</c:v>
                </c:pt>
                <c:pt idx="539">
                  <c:v>2137</c:v>
                </c:pt>
                <c:pt idx="540">
                  <c:v>2145</c:v>
                </c:pt>
                <c:pt idx="541">
                  <c:v>2154</c:v>
                </c:pt>
                <c:pt idx="542">
                  <c:v>2167</c:v>
                </c:pt>
                <c:pt idx="543">
                  <c:v>2181</c:v>
                </c:pt>
                <c:pt idx="544">
                  <c:v>2185</c:v>
                </c:pt>
                <c:pt idx="545">
                  <c:v>2190</c:v>
                </c:pt>
                <c:pt idx="546">
                  <c:v>2199</c:v>
                </c:pt>
                <c:pt idx="547">
                  <c:v>2206</c:v>
                </c:pt>
                <c:pt idx="548">
                  <c:v>2208</c:v>
                </c:pt>
                <c:pt idx="549">
                  <c:v>2214</c:v>
                </c:pt>
                <c:pt idx="550">
                  <c:v>2215</c:v>
                </c:pt>
                <c:pt idx="551">
                  <c:v>2211</c:v>
                </c:pt>
                <c:pt idx="552">
                  <c:v>2210</c:v>
                </c:pt>
                <c:pt idx="553">
                  <c:v>2206</c:v>
                </c:pt>
                <c:pt idx="554">
                  <c:v>2199</c:v>
                </c:pt>
                <c:pt idx="555">
                  <c:v>2189</c:v>
                </c:pt>
                <c:pt idx="556">
                  <c:v>2176</c:v>
                </c:pt>
                <c:pt idx="557">
                  <c:v>2159</c:v>
                </c:pt>
                <c:pt idx="558">
                  <c:v>2154</c:v>
                </c:pt>
                <c:pt idx="559">
                  <c:v>2146</c:v>
                </c:pt>
                <c:pt idx="560">
                  <c:v>2135</c:v>
                </c:pt>
                <c:pt idx="561">
                  <c:v>2123</c:v>
                </c:pt>
                <c:pt idx="562">
                  <c:v>2114</c:v>
                </c:pt>
                <c:pt idx="563">
                  <c:v>2108</c:v>
                </c:pt>
                <c:pt idx="564">
                  <c:v>2099</c:v>
                </c:pt>
                <c:pt idx="565">
                  <c:v>2092</c:v>
                </c:pt>
                <c:pt idx="566">
                  <c:v>2090</c:v>
                </c:pt>
                <c:pt idx="567">
                  <c:v>2090</c:v>
                </c:pt>
                <c:pt idx="568">
                  <c:v>2087</c:v>
                </c:pt>
                <c:pt idx="569">
                  <c:v>2088</c:v>
                </c:pt>
                <c:pt idx="570">
                  <c:v>2091</c:v>
                </c:pt>
                <c:pt idx="571">
                  <c:v>2096</c:v>
                </c:pt>
                <c:pt idx="572">
                  <c:v>2101</c:v>
                </c:pt>
                <c:pt idx="573">
                  <c:v>2109</c:v>
                </c:pt>
                <c:pt idx="574">
                  <c:v>2120</c:v>
                </c:pt>
                <c:pt idx="575">
                  <c:v>2126</c:v>
                </c:pt>
                <c:pt idx="576">
                  <c:v>2135</c:v>
                </c:pt>
                <c:pt idx="577">
                  <c:v>2152</c:v>
                </c:pt>
                <c:pt idx="578">
                  <c:v>2161</c:v>
                </c:pt>
                <c:pt idx="579">
                  <c:v>2171</c:v>
                </c:pt>
                <c:pt idx="580">
                  <c:v>2182</c:v>
                </c:pt>
                <c:pt idx="581">
                  <c:v>2187</c:v>
                </c:pt>
                <c:pt idx="582">
                  <c:v>2194</c:v>
                </c:pt>
                <c:pt idx="583">
                  <c:v>2202</c:v>
                </c:pt>
                <c:pt idx="584">
                  <c:v>2207</c:v>
                </c:pt>
                <c:pt idx="585">
                  <c:v>2211</c:v>
                </c:pt>
                <c:pt idx="586">
                  <c:v>2211</c:v>
                </c:pt>
                <c:pt idx="587">
                  <c:v>2214</c:v>
                </c:pt>
                <c:pt idx="588">
                  <c:v>2211</c:v>
                </c:pt>
                <c:pt idx="589">
                  <c:v>2209</c:v>
                </c:pt>
                <c:pt idx="590">
                  <c:v>2203</c:v>
                </c:pt>
                <c:pt idx="591">
                  <c:v>2198</c:v>
                </c:pt>
                <c:pt idx="592">
                  <c:v>2178</c:v>
                </c:pt>
                <c:pt idx="593">
                  <c:v>2171</c:v>
                </c:pt>
                <c:pt idx="594">
                  <c:v>2163</c:v>
                </c:pt>
                <c:pt idx="595">
                  <c:v>2154</c:v>
                </c:pt>
                <c:pt idx="596">
                  <c:v>2144</c:v>
                </c:pt>
                <c:pt idx="597">
                  <c:v>2136</c:v>
                </c:pt>
                <c:pt idx="598">
                  <c:v>2122</c:v>
                </c:pt>
                <c:pt idx="599">
                  <c:v>2114</c:v>
                </c:pt>
                <c:pt idx="600">
                  <c:v>2107</c:v>
                </c:pt>
                <c:pt idx="601">
                  <c:v>2098</c:v>
                </c:pt>
                <c:pt idx="602">
                  <c:v>2090</c:v>
                </c:pt>
                <c:pt idx="603">
                  <c:v>2091</c:v>
                </c:pt>
                <c:pt idx="604">
                  <c:v>2089</c:v>
                </c:pt>
                <c:pt idx="605">
                  <c:v>2088</c:v>
                </c:pt>
                <c:pt idx="606">
                  <c:v>2086</c:v>
                </c:pt>
                <c:pt idx="607">
                  <c:v>2091</c:v>
                </c:pt>
                <c:pt idx="608">
                  <c:v>2095</c:v>
                </c:pt>
                <c:pt idx="609">
                  <c:v>2104</c:v>
                </c:pt>
                <c:pt idx="610">
                  <c:v>2108</c:v>
                </c:pt>
                <c:pt idx="611">
                  <c:v>2119</c:v>
                </c:pt>
                <c:pt idx="612">
                  <c:v>2127</c:v>
                </c:pt>
                <c:pt idx="613">
                  <c:v>2139</c:v>
                </c:pt>
                <c:pt idx="614">
                  <c:v>2150</c:v>
                </c:pt>
                <c:pt idx="615">
                  <c:v>2160</c:v>
                </c:pt>
                <c:pt idx="616">
                  <c:v>2171</c:v>
                </c:pt>
                <c:pt idx="617">
                  <c:v>2179</c:v>
                </c:pt>
                <c:pt idx="618">
                  <c:v>2190</c:v>
                </c:pt>
                <c:pt idx="619">
                  <c:v>2195</c:v>
                </c:pt>
                <c:pt idx="620">
                  <c:v>2202</c:v>
                </c:pt>
                <c:pt idx="621">
                  <c:v>2208</c:v>
                </c:pt>
                <c:pt idx="622">
                  <c:v>2210</c:v>
                </c:pt>
                <c:pt idx="623">
                  <c:v>2215</c:v>
                </c:pt>
                <c:pt idx="624">
                  <c:v>2214</c:v>
                </c:pt>
                <c:pt idx="625">
                  <c:v>2210</c:v>
                </c:pt>
                <c:pt idx="626">
                  <c:v>2207</c:v>
                </c:pt>
                <c:pt idx="627">
                  <c:v>2203</c:v>
                </c:pt>
                <c:pt idx="628">
                  <c:v>2194</c:v>
                </c:pt>
                <c:pt idx="629">
                  <c:v>2180</c:v>
                </c:pt>
                <c:pt idx="630">
                  <c:v>2171</c:v>
                </c:pt>
                <c:pt idx="631">
                  <c:v>2162</c:v>
                </c:pt>
                <c:pt idx="632">
                  <c:v>2154</c:v>
                </c:pt>
                <c:pt idx="633">
                  <c:v>2143</c:v>
                </c:pt>
                <c:pt idx="634">
                  <c:v>2127</c:v>
                </c:pt>
                <c:pt idx="635">
                  <c:v>2122</c:v>
                </c:pt>
                <c:pt idx="636">
                  <c:v>2114</c:v>
                </c:pt>
                <c:pt idx="637">
                  <c:v>2106</c:v>
                </c:pt>
                <c:pt idx="638">
                  <c:v>2095</c:v>
                </c:pt>
                <c:pt idx="639">
                  <c:v>2091</c:v>
                </c:pt>
                <c:pt idx="640">
                  <c:v>2090</c:v>
                </c:pt>
                <c:pt idx="641">
                  <c:v>2087</c:v>
                </c:pt>
                <c:pt idx="642">
                  <c:v>2088</c:v>
                </c:pt>
                <c:pt idx="643">
                  <c:v>2088</c:v>
                </c:pt>
                <c:pt idx="644">
                  <c:v>2090</c:v>
                </c:pt>
                <c:pt idx="645">
                  <c:v>2098</c:v>
                </c:pt>
                <c:pt idx="646">
                  <c:v>2104</c:v>
                </c:pt>
                <c:pt idx="647">
                  <c:v>2107</c:v>
                </c:pt>
                <c:pt idx="648">
                  <c:v>2122</c:v>
                </c:pt>
                <c:pt idx="649">
                  <c:v>2130</c:v>
                </c:pt>
                <c:pt idx="650">
                  <c:v>2141</c:v>
                </c:pt>
                <c:pt idx="651">
                  <c:v>2152</c:v>
                </c:pt>
                <c:pt idx="652">
                  <c:v>2162</c:v>
                </c:pt>
                <c:pt idx="653">
                  <c:v>2176</c:v>
                </c:pt>
                <c:pt idx="654">
                  <c:v>2182</c:v>
                </c:pt>
                <c:pt idx="655">
                  <c:v>2187</c:v>
                </c:pt>
                <c:pt idx="656">
                  <c:v>2198</c:v>
                </c:pt>
                <c:pt idx="657">
                  <c:v>2203</c:v>
                </c:pt>
                <c:pt idx="658">
                  <c:v>2208</c:v>
                </c:pt>
                <c:pt idx="659">
                  <c:v>2211</c:v>
                </c:pt>
                <c:pt idx="660">
                  <c:v>2214</c:v>
                </c:pt>
                <c:pt idx="661">
                  <c:v>2211</c:v>
                </c:pt>
                <c:pt idx="662">
                  <c:v>2210</c:v>
                </c:pt>
                <c:pt idx="663">
                  <c:v>2208</c:v>
                </c:pt>
                <c:pt idx="664">
                  <c:v>2202</c:v>
                </c:pt>
                <c:pt idx="665">
                  <c:v>2194</c:v>
                </c:pt>
                <c:pt idx="666">
                  <c:v>2174</c:v>
                </c:pt>
                <c:pt idx="667">
                  <c:v>2169</c:v>
                </c:pt>
                <c:pt idx="668">
                  <c:v>2159</c:v>
                </c:pt>
                <c:pt idx="669">
                  <c:v>2152</c:v>
                </c:pt>
                <c:pt idx="670">
                  <c:v>2138</c:v>
                </c:pt>
                <c:pt idx="671">
                  <c:v>2129</c:v>
                </c:pt>
                <c:pt idx="672">
                  <c:v>2118</c:v>
                </c:pt>
                <c:pt idx="673">
                  <c:v>2112</c:v>
                </c:pt>
                <c:pt idx="674">
                  <c:v>2106</c:v>
                </c:pt>
                <c:pt idx="675">
                  <c:v>2097</c:v>
                </c:pt>
                <c:pt idx="676">
                  <c:v>2091</c:v>
                </c:pt>
                <c:pt idx="677">
                  <c:v>2090</c:v>
                </c:pt>
                <c:pt idx="678">
                  <c:v>2087</c:v>
                </c:pt>
                <c:pt idx="679">
                  <c:v>2089</c:v>
                </c:pt>
                <c:pt idx="680">
                  <c:v>2091</c:v>
                </c:pt>
                <c:pt idx="681">
                  <c:v>2091</c:v>
                </c:pt>
                <c:pt idx="682">
                  <c:v>2098</c:v>
                </c:pt>
                <c:pt idx="683">
                  <c:v>2106</c:v>
                </c:pt>
                <c:pt idx="684">
                  <c:v>2112</c:v>
                </c:pt>
                <c:pt idx="685">
                  <c:v>2120</c:v>
                </c:pt>
                <c:pt idx="686">
                  <c:v>2134</c:v>
                </c:pt>
                <c:pt idx="687">
                  <c:v>2139</c:v>
                </c:pt>
                <c:pt idx="688">
                  <c:v>2153</c:v>
                </c:pt>
                <c:pt idx="689">
                  <c:v>2168</c:v>
                </c:pt>
                <c:pt idx="690">
                  <c:v>2176</c:v>
                </c:pt>
                <c:pt idx="691">
                  <c:v>2183</c:v>
                </c:pt>
                <c:pt idx="692">
                  <c:v>2190</c:v>
                </c:pt>
                <c:pt idx="693">
                  <c:v>2200</c:v>
                </c:pt>
                <c:pt idx="694">
                  <c:v>2203</c:v>
                </c:pt>
                <c:pt idx="695">
                  <c:v>2207</c:v>
                </c:pt>
                <c:pt idx="696">
                  <c:v>2211</c:v>
                </c:pt>
                <c:pt idx="697">
                  <c:v>2216</c:v>
                </c:pt>
                <c:pt idx="698">
                  <c:v>2214</c:v>
                </c:pt>
                <c:pt idx="699">
                  <c:v>2211</c:v>
                </c:pt>
                <c:pt idx="700">
                  <c:v>2207</c:v>
                </c:pt>
                <c:pt idx="701">
                  <c:v>2202</c:v>
                </c:pt>
                <c:pt idx="702">
                  <c:v>2194</c:v>
                </c:pt>
                <c:pt idx="703">
                  <c:v>2176</c:v>
                </c:pt>
                <c:pt idx="704">
                  <c:v>2168</c:v>
                </c:pt>
                <c:pt idx="705">
                  <c:v>2159</c:v>
                </c:pt>
                <c:pt idx="706">
                  <c:v>2150</c:v>
                </c:pt>
                <c:pt idx="707">
                  <c:v>2139</c:v>
                </c:pt>
                <c:pt idx="708">
                  <c:v>2127</c:v>
                </c:pt>
                <c:pt idx="709">
                  <c:v>2120</c:v>
                </c:pt>
                <c:pt idx="710">
                  <c:v>2112</c:v>
                </c:pt>
                <c:pt idx="711">
                  <c:v>2103</c:v>
                </c:pt>
                <c:pt idx="712">
                  <c:v>2095</c:v>
                </c:pt>
                <c:pt idx="713">
                  <c:v>2090</c:v>
                </c:pt>
                <c:pt idx="714">
                  <c:v>2090</c:v>
                </c:pt>
                <c:pt idx="715">
                  <c:v>2087</c:v>
                </c:pt>
                <c:pt idx="716">
                  <c:v>2088</c:v>
                </c:pt>
                <c:pt idx="717">
                  <c:v>2089</c:v>
                </c:pt>
                <c:pt idx="718">
                  <c:v>2094</c:v>
                </c:pt>
                <c:pt idx="719">
                  <c:v>2098</c:v>
                </c:pt>
                <c:pt idx="720">
                  <c:v>2105</c:v>
                </c:pt>
                <c:pt idx="721">
                  <c:v>2113</c:v>
                </c:pt>
                <c:pt idx="722">
                  <c:v>2123</c:v>
                </c:pt>
                <c:pt idx="723">
                  <c:v>2137</c:v>
                </c:pt>
                <c:pt idx="724">
                  <c:v>2146</c:v>
                </c:pt>
                <c:pt idx="725">
                  <c:v>2154</c:v>
                </c:pt>
                <c:pt idx="726">
                  <c:v>2166</c:v>
                </c:pt>
                <c:pt idx="727">
                  <c:v>2178</c:v>
                </c:pt>
                <c:pt idx="728">
                  <c:v>2186</c:v>
                </c:pt>
                <c:pt idx="729">
                  <c:v>2187</c:v>
                </c:pt>
                <c:pt idx="730">
                  <c:v>2199</c:v>
                </c:pt>
                <c:pt idx="731">
                  <c:v>2206</c:v>
                </c:pt>
                <c:pt idx="732">
                  <c:v>2209</c:v>
                </c:pt>
                <c:pt idx="733">
                  <c:v>2211</c:v>
                </c:pt>
                <c:pt idx="734">
                  <c:v>2214</c:v>
                </c:pt>
                <c:pt idx="735">
                  <c:v>2214</c:v>
                </c:pt>
                <c:pt idx="736">
                  <c:v>2210</c:v>
                </c:pt>
                <c:pt idx="737">
                  <c:v>2203</c:v>
                </c:pt>
                <c:pt idx="738">
                  <c:v>2202</c:v>
                </c:pt>
                <c:pt idx="739">
                  <c:v>2192</c:v>
                </c:pt>
                <c:pt idx="740">
                  <c:v>2176</c:v>
                </c:pt>
                <c:pt idx="741">
                  <c:v>2162</c:v>
                </c:pt>
                <c:pt idx="742">
                  <c:v>2155</c:v>
                </c:pt>
                <c:pt idx="743">
                  <c:v>2147</c:v>
                </c:pt>
                <c:pt idx="744">
                  <c:v>2137</c:v>
                </c:pt>
                <c:pt idx="745">
                  <c:v>2126</c:v>
                </c:pt>
                <c:pt idx="746">
                  <c:v>2115</c:v>
                </c:pt>
                <c:pt idx="747">
                  <c:v>2109</c:v>
                </c:pt>
                <c:pt idx="748">
                  <c:v>2104</c:v>
                </c:pt>
                <c:pt idx="749">
                  <c:v>2094</c:v>
                </c:pt>
                <c:pt idx="750">
                  <c:v>2091</c:v>
                </c:pt>
                <c:pt idx="751">
                  <c:v>2089</c:v>
                </c:pt>
                <c:pt idx="752">
                  <c:v>2088</c:v>
                </c:pt>
                <c:pt idx="753">
                  <c:v>2087</c:v>
                </c:pt>
                <c:pt idx="754">
                  <c:v>2091</c:v>
                </c:pt>
                <c:pt idx="755">
                  <c:v>2095</c:v>
                </c:pt>
                <c:pt idx="756">
                  <c:v>2104</c:v>
                </c:pt>
                <c:pt idx="757">
                  <c:v>2107</c:v>
                </c:pt>
                <c:pt idx="758">
                  <c:v>2111</c:v>
                </c:pt>
                <c:pt idx="759">
                  <c:v>2123</c:v>
                </c:pt>
                <c:pt idx="760">
                  <c:v>2136</c:v>
                </c:pt>
                <c:pt idx="761">
                  <c:v>2147</c:v>
                </c:pt>
                <c:pt idx="762">
                  <c:v>2159</c:v>
                </c:pt>
                <c:pt idx="763">
                  <c:v>2169</c:v>
                </c:pt>
                <c:pt idx="764">
                  <c:v>2178</c:v>
                </c:pt>
                <c:pt idx="765">
                  <c:v>2186</c:v>
                </c:pt>
                <c:pt idx="766">
                  <c:v>2193</c:v>
                </c:pt>
                <c:pt idx="767">
                  <c:v>2199</c:v>
                </c:pt>
                <c:pt idx="768">
                  <c:v>2203</c:v>
                </c:pt>
                <c:pt idx="769">
                  <c:v>2207</c:v>
                </c:pt>
                <c:pt idx="770">
                  <c:v>2210</c:v>
                </c:pt>
                <c:pt idx="771">
                  <c:v>2211</c:v>
                </c:pt>
                <c:pt idx="772">
                  <c:v>2216</c:v>
                </c:pt>
                <c:pt idx="773">
                  <c:v>2207</c:v>
                </c:pt>
                <c:pt idx="774">
                  <c:v>2203</c:v>
                </c:pt>
                <c:pt idx="775">
                  <c:v>2197</c:v>
                </c:pt>
                <c:pt idx="776">
                  <c:v>2187</c:v>
                </c:pt>
                <c:pt idx="777">
                  <c:v>2172</c:v>
                </c:pt>
                <c:pt idx="778">
                  <c:v>2165</c:v>
                </c:pt>
                <c:pt idx="779">
                  <c:v>2155</c:v>
                </c:pt>
                <c:pt idx="780">
                  <c:v>2143</c:v>
                </c:pt>
                <c:pt idx="781">
                  <c:v>2135</c:v>
                </c:pt>
                <c:pt idx="782">
                  <c:v>2123</c:v>
                </c:pt>
                <c:pt idx="783">
                  <c:v>2120</c:v>
                </c:pt>
                <c:pt idx="784">
                  <c:v>2106</c:v>
                </c:pt>
                <c:pt idx="785">
                  <c:v>2099</c:v>
                </c:pt>
                <c:pt idx="786">
                  <c:v>2094</c:v>
                </c:pt>
                <c:pt idx="787">
                  <c:v>2089</c:v>
                </c:pt>
                <c:pt idx="788">
                  <c:v>2090</c:v>
                </c:pt>
                <c:pt idx="789">
                  <c:v>2087</c:v>
                </c:pt>
                <c:pt idx="790">
                  <c:v>2089</c:v>
                </c:pt>
                <c:pt idx="791">
                  <c:v>2090</c:v>
                </c:pt>
                <c:pt idx="792">
                  <c:v>2096</c:v>
                </c:pt>
                <c:pt idx="793">
                  <c:v>2099</c:v>
                </c:pt>
                <c:pt idx="794">
                  <c:v>2107</c:v>
                </c:pt>
                <c:pt idx="795">
                  <c:v>2115</c:v>
                </c:pt>
                <c:pt idx="796">
                  <c:v>2123</c:v>
                </c:pt>
                <c:pt idx="797">
                  <c:v>2139</c:v>
                </c:pt>
                <c:pt idx="798">
                  <c:v>2148</c:v>
                </c:pt>
                <c:pt idx="799">
                  <c:v>2155</c:v>
                </c:pt>
                <c:pt idx="800">
                  <c:v>2170</c:v>
                </c:pt>
                <c:pt idx="801">
                  <c:v>2179</c:v>
                </c:pt>
                <c:pt idx="802">
                  <c:v>2187</c:v>
                </c:pt>
                <c:pt idx="803">
                  <c:v>2195</c:v>
                </c:pt>
                <c:pt idx="804">
                  <c:v>2202</c:v>
                </c:pt>
                <c:pt idx="805">
                  <c:v>2206</c:v>
                </c:pt>
                <c:pt idx="806">
                  <c:v>2211</c:v>
                </c:pt>
                <c:pt idx="807">
                  <c:v>2216</c:v>
                </c:pt>
                <c:pt idx="808">
                  <c:v>2214</c:v>
                </c:pt>
                <c:pt idx="809">
                  <c:v>2212</c:v>
                </c:pt>
                <c:pt idx="810">
                  <c:v>2209</c:v>
                </c:pt>
                <c:pt idx="811">
                  <c:v>2203</c:v>
                </c:pt>
                <c:pt idx="812">
                  <c:v>2195</c:v>
                </c:pt>
                <c:pt idx="813">
                  <c:v>2179</c:v>
                </c:pt>
                <c:pt idx="814">
                  <c:v>2171</c:v>
                </c:pt>
                <c:pt idx="815">
                  <c:v>2163</c:v>
                </c:pt>
                <c:pt idx="816">
                  <c:v>2155</c:v>
                </c:pt>
                <c:pt idx="817">
                  <c:v>2144</c:v>
                </c:pt>
                <c:pt idx="818">
                  <c:v>2131</c:v>
                </c:pt>
                <c:pt idx="819">
                  <c:v>2126</c:v>
                </c:pt>
                <c:pt idx="820">
                  <c:v>2115</c:v>
                </c:pt>
                <c:pt idx="821">
                  <c:v>2107</c:v>
                </c:pt>
                <c:pt idx="822">
                  <c:v>2098</c:v>
                </c:pt>
                <c:pt idx="823">
                  <c:v>2090</c:v>
                </c:pt>
                <c:pt idx="824">
                  <c:v>2090</c:v>
                </c:pt>
                <c:pt idx="825">
                  <c:v>2088</c:v>
                </c:pt>
                <c:pt idx="826">
                  <c:v>2088</c:v>
                </c:pt>
                <c:pt idx="827">
                  <c:v>2088</c:v>
                </c:pt>
                <c:pt idx="828">
                  <c:v>2091</c:v>
                </c:pt>
                <c:pt idx="829">
                  <c:v>2095</c:v>
                </c:pt>
                <c:pt idx="830">
                  <c:v>2104</c:v>
                </c:pt>
                <c:pt idx="831">
                  <c:v>2110</c:v>
                </c:pt>
                <c:pt idx="832">
                  <c:v>2119</c:v>
                </c:pt>
                <c:pt idx="833">
                  <c:v>2127</c:v>
                </c:pt>
                <c:pt idx="834">
                  <c:v>2139</c:v>
                </c:pt>
                <c:pt idx="835">
                  <c:v>2150</c:v>
                </c:pt>
                <c:pt idx="836">
                  <c:v>2161</c:v>
                </c:pt>
                <c:pt idx="837">
                  <c:v>2174</c:v>
                </c:pt>
                <c:pt idx="838">
                  <c:v>2184</c:v>
                </c:pt>
                <c:pt idx="839">
                  <c:v>2187</c:v>
                </c:pt>
                <c:pt idx="840">
                  <c:v>2195</c:v>
                </c:pt>
                <c:pt idx="841">
                  <c:v>2203</c:v>
                </c:pt>
                <c:pt idx="842">
                  <c:v>2203</c:v>
                </c:pt>
                <c:pt idx="843">
                  <c:v>2207</c:v>
                </c:pt>
                <c:pt idx="844">
                  <c:v>2213</c:v>
                </c:pt>
                <c:pt idx="845">
                  <c:v>2211</c:v>
                </c:pt>
                <c:pt idx="846">
                  <c:v>2210</c:v>
                </c:pt>
                <c:pt idx="847">
                  <c:v>2207</c:v>
                </c:pt>
                <c:pt idx="848">
                  <c:v>2202</c:v>
                </c:pt>
                <c:pt idx="849">
                  <c:v>2195</c:v>
                </c:pt>
                <c:pt idx="850">
                  <c:v>2176</c:v>
                </c:pt>
                <c:pt idx="851">
                  <c:v>2171</c:v>
                </c:pt>
                <c:pt idx="852">
                  <c:v>2159</c:v>
                </c:pt>
                <c:pt idx="853">
                  <c:v>2154</c:v>
                </c:pt>
                <c:pt idx="854">
                  <c:v>2143</c:v>
                </c:pt>
                <c:pt idx="855">
                  <c:v>2131</c:v>
                </c:pt>
                <c:pt idx="856">
                  <c:v>2120</c:v>
                </c:pt>
                <c:pt idx="857">
                  <c:v>2114</c:v>
                </c:pt>
                <c:pt idx="858">
                  <c:v>2107</c:v>
                </c:pt>
                <c:pt idx="859">
                  <c:v>2095</c:v>
                </c:pt>
                <c:pt idx="860">
                  <c:v>2091</c:v>
                </c:pt>
                <c:pt idx="861">
                  <c:v>2091</c:v>
                </c:pt>
                <c:pt idx="862">
                  <c:v>2087</c:v>
                </c:pt>
                <c:pt idx="863">
                  <c:v>2089</c:v>
                </c:pt>
                <c:pt idx="864">
                  <c:v>2090</c:v>
                </c:pt>
                <c:pt idx="865">
                  <c:v>2094</c:v>
                </c:pt>
                <c:pt idx="866">
                  <c:v>2098</c:v>
                </c:pt>
                <c:pt idx="867">
                  <c:v>2105</c:v>
                </c:pt>
                <c:pt idx="868">
                  <c:v>2112</c:v>
                </c:pt>
                <c:pt idx="869">
                  <c:v>2122</c:v>
                </c:pt>
                <c:pt idx="870">
                  <c:v>2131</c:v>
                </c:pt>
                <c:pt idx="871">
                  <c:v>2139</c:v>
                </c:pt>
                <c:pt idx="872">
                  <c:v>2152</c:v>
                </c:pt>
                <c:pt idx="873">
                  <c:v>2162</c:v>
                </c:pt>
                <c:pt idx="874">
                  <c:v>2175</c:v>
                </c:pt>
                <c:pt idx="875">
                  <c:v>2184</c:v>
                </c:pt>
                <c:pt idx="876">
                  <c:v>2187</c:v>
                </c:pt>
                <c:pt idx="877">
                  <c:v>2194</c:v>
                </c:pt>
                <c:pt idx="878">
                  <c:v>2203</c:v>
                </c:pt>
                <c:pt idx="879">
                  <c:v>2207</c:v>
                </c:pt>
                <c:pt idx="880">
                  <c:v>2208</c:v>
                </c:pt>
                <c:pt idx="881">
                  <c:v>2211</c:v>
                </c:pt>
                <c:pt idx="882">
                  <c:v>2215</c:v>
                </c:pt>
                <c:pt idx="883">
                  <c:v>2212</c:v>
                </c:pt>
                <c:pt idx="884">
                  <c:v>2208</c:v>
                </c:pt>
                <c:pt idx="885">
                  <c:v>2202</c:v>
                </c:pt>
                <c:pt idx="886">
                  <c:v>2195</c:v>
                </c:pt>
                <c:pt idx="887">
                  <c:v>2175</c:v>
                </c:pt>
                <c:pt idx="888">
                  <c:v>2171</c:v>
                </c:pt>
                <c:pt idx="889">
                  <c:v>2163</c:v>
                </c:pt>
                <c:pt idx="890">
                  <c:v>2152</c:v>
                </c:pt>
                <c:pt idx="891">
                  <c:v>2138</c:v>
                </c:pt>
                <c:pt idx="892">
                  <c:v>2131</c:v>
                </c:pt>
                <c:pt idx="893">
                  <c:v>2120</c:v>
                </c:pt>
                <c:pt idx="894">
                  <c:v>2107</c:v>
                </c:pt>
                <c:pt idx="895">
                  <c:v>2102</c:v>
                </c:pt>
                <c:pt idx="896">
                  <c:v>2097</c:v>
                </c:pt>
                <c:pt idx="897">
                  <c:v>2091</c:v>
                </c:pt>
                <c:pt idx="898">
                  <c:v>2088</c:v>
                </c:pt>
                <c:pt idx="899">
                  <c:v>2086</c:v>
                </c:pt>
                <c:pt idx="900">
                  <c:v>2087</c:v>
                </c:pt>
                <c:pt idx="901">
                  <c:v>2089</c:v>
                </c:pt>
                <c:pt idx="902">
                  <c:v>2091</c:v>
                </c:pt>
                <c:pt idx="903">
                  <c:v>2098</c:v>
                </c:pt>
                <c:pt idx="904">
                  <c:v>2105</c:v>
                </c:pt>
                <c:pt idx="905">
                  <c:v>2113</c:v>
                </c:pt>
                <c:pt idx="906">
                  <c:v>2121</c:v>
                </c:pt>
                <c:pt idx="907">
                  <c:v>2134</c:v>
                </c:pt>
                <c:pt idx="908">
                  <c:v>2142</c:v>
                </c:pt>
                <c:pt idx="909">
                  <c:v>2153</c:v>
                </c:pt>
                <c:pt idx="910">
                  <c:v>2168</c:v>
                </c:pt>
                <c:pt idx="911">
                  <c:v>2178</c:v>
                </c:pt>
                <c:pt idx="912">
                  <c:v>2183</c:v>
                </c:pt>
                <c:pt idx="913">
                  <c:v>2189</c:v>
                </c:pt>
                <c:pt idx="914">
                  <c:v>2200</c:v>
                </c:pt>
                <c:pt idx="915">
                  <c:v>2204</c:v>
                </c:pt>
                <c:pt idx="916">
                  <c:v>2207</c:v>
                </c:pt>
                <c:pt idx="917">
                  <c:v>2211</c:v>
                </c:pt>
                <c:pt idx="918">
                  <c:v>2216</c:v>
                </c:pt>
                <c:pt idx="919">
                  <c:v>2214</c:v>
                </c:pt>
                <c:pt idx="920">
                  <c:v>2210</c:v>
                </c:pt>
                <c:pt idx="921">
                  <c:v>2208</c:v>
                </c:pt>
                <c:pt idx="922">
                  <c:v>2203</c:v>
                </c:pt>
                <c:pt idx="923">
                  <c:v>2194</c:v>
                </c:pt>
                <c:pt idx="924">
                  <c:v>2178</c:v>
                </c:pt>
                <c:pt idx="925">
                  <c:v>2165</c:v>
                </c:pt>
                <c:pt idx="926">
                  <c:v>2159</c:v>
                </c:pt>
                <c:pt idx="927">
                  <c:v>2152</c:v>
                </c:pt>
                <c:pt idx="928">
                  <c:v>2139</c:v>
                </c:pt>
                <c:pt idx="929">
                  <c:v>2128</c:v>
                </c:pt>
                <c:pt idx="930">
                  <c:v>2120</c:v>
                </c:pt>
                <c:pt idx="931">
                  <c:v>2112</c:v>
                </c:pt>
                <c:pt idx="932">
                  <c:v>2102</c:v>
                </c:pt>
                <c:pt idx="933">
                  <c:v>2096</c:v>
                </c:pt>
                <c:pt idx="934">
                  <c:v>2091</c:v>
                </c:pt>
                <c:pt idx="935">
                  <c:v>2088</c:v>
                </c:pt>
                <c:pt idx="936">
                  <c:v>2087</c:v>
                </c:pt>
                <c:pt idx="937">
                  <c:v>2087</c:v>
                </c:pt>
                <c:pt idx="938">
                  <c:v>2090</c:v>
                </c:pt>
                <c:pt idx="939">
                  <c:v>2091</c:v>
                </c:pt>
                <c:pt idx="940">
                  <c:v>2098</c:v>
                </c:pt>
                <c:pt idx="941">
                  <c:v>2107</c:v>
                </c:pt>
                <c:pt idx="942">
                  <c:v>2114</c:v>
                </c:pt>
                <c:pt idx="943">
                  <c:v>2123</c:v>
                </c:pt>
                <c:pt idx="944">
                  <c:v>2135</c:v>
                </c:pt>
                <c:pt idx="945">
                  <c:v>2143</c:v>
                </c:pt>
                <c:pt idx="946">
                  <c:v>2155</c:v>
                </c:pt>
                <c:pt idx="947">
                  <c:v>2168</c:v>
                </c:pt>
                <c:pt idx="948">
                  <c:v>2178</c:v>
                </c:pt>
                <c:pt idx="949">
                  <c:v>2183</c:v>
                </c:pt>
                <c:pt idx="950">
                  <c:v>2190</c:v>
                </c:pt>
                <c:pt idx="951">
                  <c:v>2200</c:v>
                </c:pt>
                <c:pt idx="952">
                  <c:v>2202</c:v>
                </c:pt>
                <c:pt idx="953">
                  <c:v>2209</c:v>
                </c:pt>
                <c:pt idx="954">
                  <c:v>2211</c:v>
                </c:pt>
                <c:pt idx="955">
                  <c:v>2216</c:v>
                </c:pt>
                <c:pt idx="956">
                  <c:v>2210</c:v>
                </c:pt>
                <c:pt idx="957">
                  <c:v>2210</c:v>
                </c:pt>
                <c:pt idx="958">
                  <c:v>2207</c:v>
                </c:pt>
                <c:pt idx="959">
                  <c:v>2200</c:v>
                </c:pt>
                <c:pt idx="960">
                  <c:v>2190</c:v>
                </c:pt>
                <c:pt idx="961">
                  <c:v>2175</c:v>
                </c:pt>
                <c:pt idx="962">
                  <c:v>2168</c:v>
                </c:pt>
                <c:pt idx="963">
                  <c:v>2160</c:v>
                </c:pt>
                <c:pt idx="964">
                  <c:v>2149</c:v>
                </c:pt>
                <c:pt idx="965">
                  <c:v>2137</c:v>
                </c:pt>
                <c:pt idx="966">
                  <c:v>2123</c:v>
                </c:pt>
                <c:pt idx="967">
                  <c:v>2118</c:v>
                </c:pt>
                <c:pt idx="968">
                  <c:v>2110</c:v>
                </c:pt>
                <c:pt idx="969">
                  <c:v>2103</c:v>
                </c:pt>
                <c:pt idx="970">
                  <c:v>2091</c:v>
                </c:pt>
                <c:pt idx="971">
                  <c:v>2090</c:v>
                </c:pt>
                <c:pt idx="972">
                  <c:v>2091</c:v>
                </c:pt>
                <c:pt idx="973">
                  <c:v>2087</c:v>
                </c:pt>
                <c:pt idx="974">
                  <c:v>2088</c:v>
                </c:pt>
                <c:pt idx="975">
                  <c:v>2091</c:v>
                </c:pt>
                <c:pt idx="976">
                  <c:v>2095</c:v>
                </c:pt>
                <c:pt idx="977">
                  <c:v>2099</c:v>
                </c:pt>
                <c:pt idx="978">
                  <c:v>2106</c:v>
                </c:pt>
                <c:pt idx="979">
                  <c:v>2112</c:v>
                </c:pt>
                <c:pt idx="980">
                  <c:v>2123</c:v>
                </c:pt>
                <c:pt idx="981">
                  <c:v>2137</c:v>
                </c:pt>
                <c:pt idx="982">
                  <c:v>2146</c:v>
                </c:pt>
                <c:pt idx="983">
                  <c:v>2155</c:v>
                </c:pt>
                <c:pt idx="984">
                  <c:v>2171</c:v>
                </c:pt>
                <c:pt idx="985">
                  <c:v>2179</c:v>
                </c:pt>
                <c:pt idx="986">
                  <c:v>2185</c:v>
                </c:pt>
                <c:pt idx="987">
                  <c:v>2194</c:v>
                </c:pt>
                <c:pt idx="988">
                  <c:v>2202</c:v>
                </c:pt>
                <c:pt idx="989">
                  <c:v>2207</c:v>
                </c:pt>
                <c:pt idx="990">
                  <c:v>2210</c:v>
                </c:pt>
                <c:pt idx="991">
                  <c:v>2214</c:v>
                </c:pt>
                <c:pt idx="992">
                  <c:v>2215</c:v>
                </c:pt>
                <c:pt idx="993">
                  <c:v>2213</c:v>
                </c:pt>
                <c:pt idx="994">
                  <c:v>2209</c:v>
                </c:pt>
                <c:pt idx="995">
                  <c:v>2206</c:v>
                </c:pt>
                <c:pt idx="996">
                  <c:v>2199</c:v>
                </c:pt>
                <c:pt idx="997">
                  <c:v>2191</c:v>
                </c:pt>
                <c:pt idx="998">
                  <c:v>2178</c:v>
                </c:pt>
                <c:pt idx="999">
                  <c:v>2163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98-4717-8B35-8B5ECCAC0A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4208144"/>
        <c:axId val="1114208624"/>
      </c:lineChart>
      <c:catAx>
        <c:axId val="111420814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14208624"/>
        <c:crosses val="autoZero"/>
        <c:auto val="1"/>
        <c:lblAlgn val="ctr"/>
        <c:lblOffset val="100"/>
        <c:noMultiLvlLbl val="0"/>
      </c:catAx>
      <c:valAx>
        <c:axId val="1114208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14208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baseline="0"/>
              <a:t>V FB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工作表1!$C$1:$C$1000</c:f>
              <c:numCache>
                <c:formatCode>General</c:formatCode>
                <c:ptCount val="1000"/>
                <c:pt idx="0">
                  <c:v>1300</c:v>
                </c:pt>
                <c:pt idx="1">
                  <c:v>1307</c:v>
                </c:pt>
                <c:pt idx="2">
                  <c:v>1318</c:v>
                </c:pt>
                <c:pt idx="3">
                  <c:v>1357</c:v>
                </c:pt>
                <c:pt idx="4">
                  <c:v>1395</c:v>
                </c:pt>
                <c:pt idx="5">
                  <c:v>1432</c:v>
                </c:pt>
                <c:pt idx="6">
                  <c:v>1466</c:v>
                </c:pt>
                <c:pt idx="7">
                  <c:v>1504</c:v>
                </c:pt>
                <c:pt idx="8">
                  <c:v>1540</c:v>
                </c:pt>
                <c:pt idx="9">
                  <c:v>1583</c:v>
                </c:pt>
                <c:pt idx="10">
                  <c:v>1611</c:v>
                </c:pt>
                <c:pt idx="11">
                  <c:v>1643</c:v>
                </c:pt>
                <c:pt idx="12">
                  <c:v>1672</c:v>
                </c:pt>
                <c:pt idx="13">
                  <c:v>1696</c:v>
                </c:pt>
                <c:pt idx="14">
                  <c:v>1714</c:v>
                </c:pt>
                <c:pt idx="15">
                  <c:v>1727</c:v>
                </c:pt>
                <c:pt idx="16">
                  <c:v>1734</c:v>
                </c:pt>
                <c:pt idx="17">
                  <c:v>1739</c:v>
                </c:pt>
                <c:pt idx="18">
                  <c:v>1738</c:v>
                </c:pt>
                <c:pt idx="19">
                  <c:v>1731</c:v>
                </c:pt>
                <c:pt idx="20">
                  <c:v>1721</c:v>
                </c:pt>
                <c:pt idx="21">
                  <c:v>1707</c:v>
                </c:pt>
                <c:pt idx="22">
                  <c:v>1683</c:v>
                </c:pt>
                <c:pt idx="23">
                  <c:v>1652</c:v>
                </c:pt>
                <c:pt idx="24">
                  <c:v>1615</c:v>
                </c:pt>
                <c:pt idx="25">
                  <c:v>1583</c:v>
                </c:pt>
                <c:pt idx="26">
                  <c:v>1550</c:v>
                </c:pt>
                <c:pt idx="27">
                  <c:v>1512</c:v>
                </c:pt>
                <c:pt idx="28">
                  <c:v>1479</c:v>
                </c:pt>
                <c:pt idx="29">
                  <c:v>1446</c:v>
                </c:pt>
                <c:pt idx="30">
                  <c:v>1411</c:v>
                </c:pt>
                <c:pt idx="31">
                  <c:v>1390</c:v>
                </c:pt>
                <c:pt idx="32">
                  <c:v>1358</c:v>
                </c:pt>
                <c:pt idx="33">
                  <c:v>1338</c:v>
                </c:pt>
                <c:pt idx="34">
                  <c:v>1320</c:v>
                </c:pt>
                <c:pt idx="35">
                  <c:v>1308</c:v>
                </c:pt>
                <c:pt idx="36">
                  <c:v>1302</c:v>
                </c:pt>
                <c:pt idx="37">
                  <c:v>1304</c:v>
                </c:pt>
                <c:pt idx="38">
                  <c:v>1306</c:v>
                </c:pt>
                <c:pt idx="39">
                  <c:v>1322</c:v>
                </c:pt>
                <c:pt idx="40">
                  <c:v>1358</c:v>
                </c:pt>
                <c:pt idx="41">
                  <c:v>1394</c:v>
                </c:pt>
                <c:pt idx="42">
                  <c:v>1431</c:v>
                </c:pt>
                <c:pt idx="43">
                  <c:v>1466</c:v>
                </c:pt>
                <c:pt idx="44">
                  <c:v>1509</c:v>
                </c:pt>
                <c:pt idx="45">
                  <c:v>1546</c:v>
                </c:pt>
                <c:pt idx="46">
                  <c:v>1582</c:v>
                </c:pt>
                <c:pt idx="47">
                  <c:v>1615</c:v>
                </c:pt>
                <c:pt idx="48">
                  <c:v>1643</c:v>
                </c:pt>
                <c:pt idx="49">
                  <c:v>1674</c:v>
                </c:pt>
                <c:pt idx="50">
                  <c:v>1696</c:v>
                </c:pt>
                <c:pt idx="51">
                  <c:v>1716</c:v>
                </c:pt>
                <c:pt idx="52">
                  <c:v>1730</c:v>
                </c:pt>
                <c:pt idx="53">
                  <c:v>1738</c:v>
                </c:pt>
                <c:pt idx="54">
                  <c:v>1739</c:v>
                </c:pt>
                <c:pt idx="55">
                  <c:v>1738</c:v>
                </c:pt>
                <c:pt idx="56">
                  <c:v>1730</c:v>
                </c:pt>
                <c:pt idx="57">
                  <c:v>1718</c:v>
                </c:pt>
                <c:pt idx="58">
                  <c:v>1699</c:v>
                </c:pt>
                <c:pt idx="59">
                  <c:v>1675</c:v>
                </c:pt>
                <c:pt idx="60">
                  <c:v>1651</c:v>
                </c:pt>
                <c:pt idx="61">
                  <c:v>1611</c:v>
                </c:pt>
                <c:pt idx="62">
                  <c:v>1578</c:v>
                </c:pt>
                <c:pt idx="63">
                  <c:v>1547</c:v>
                </c:pt>
                <c:pt idx="64">
                  <c:v>1506</c:v>
                </c:pt>
                <c:pt idx="65">
                  <c:v>1470</c:v>
                </c:pt>
                <c:pt idx="66">
                  <c:v>1438</c:v>
                </c:pt>
                <c:pt idx="67">
                  <c:v>1405</c:v>
                </c:pt>
                <c:pt idx="68">
                  <c:v>1379</c:v>
                </c:pt>
                <c:pt idx="69">
                  <c:v>1354</c:v>
                </c:pt>
                <c:pt idx="70">
                  <c:v>1334</c:v>
                </c:pt>
                <c:pt idx="71">
                  <c:v>1320</c:v>
                </c:pt>
                <c:pt idx="72">
                  <c:v>1307</c:v>
                </c:pt>
                <c:pt idx="73">
                  <c:v>1306</c:v>
                </c:pt>
                <c:pt idx="74">
                  <c:v>1306</c:v>
                </c:pt>
                <c:pt idx="75">
                  <c:v>1313</c:v>
                </c:pt>
                <c:pt idx="76">
                  <c:v>1323</c:v>
                </c:pt>
                <c:pt idx="77">
                  <c:v>1365</c:v>
                </c:pt>
                <c:pt idx="78">
                  <c:v>1403</c:v>
                </c:pt>
                <c:pt idx="79">
                  <c:v>1438</c:v>
                </c:pt>
                <c:pt idx="80">
                  <c:v>1478</c:v>
                </c:pt>
                <c:pt idx="81">
                  <c:v>1518</c:v>
                </c:pt>
                <c:pt idx="82">
                  <c:v>1549</c:v>
                </c:pt>
                <c:pt idx="83">
                  <c:v>1592</c:v>
                </c:pt>
                <c:pt idx="84">
                  <c:v>1626</c:v>
                </c:pt>
                <c:pt idx="85">
                  <c:v>1651</c:v>
                </c:pt>
                <c:pt idx="86">
                  <c:v>1682</c:v>
                </c:pt>
                <c:pt idx="87">
                  <c:v>1704</c:v>
                </c:pt>
                <c:pt idx="88">
                  <c:v>1718</c:v>
                </c:pt>
                <c:pt idx="89">
                  <c:v>1734</c:v>
                </c:pt>
                <c:pt idx="90">
                  <c:v>1737</c:v>
                </c:pt>
                <c:pt idx="91">
                  <c:v>1739</c:v>
                </c:pt>
                <c:pt idx="92">
                  <c:v>1738</c:v>
                </c:pt>
                <c:pt idx="93">
                  <c:v>1727</c:v>
                </c:pt>
                <c:pt idx="94">
                  <c:v>1715</c:v>
                </c:pt>
                <c:pt idx="95">
                  <c:v>1696</c:v>
                </c:pt>
                <c:pt idx="96">
                  <c:v>1666</c:v>
                </c:pt>
                <c:pt idx="97">
                  <c:v>1643</c:v>
                </c:pt>
                <c:pt idx="98">
                  <c:v>1603</c:v>
                </c:pt>
                <c:pt idx="99">
                  <c:v>1566</c:v>
                </c:pt>
                <c:pt idx="100">
                  <c:v>1534</c:v>
                </c:pt>
                <c:pt idx="101">
                  <c:v>1495</c:v>
                </c:pt>
                <c:pt idx="102">
                  <c:v>1464</c:v>
                </c:pt>
                <c:pt idx="103">
                  <c:v>1427</c:v>
                </c:pt>
                <c:pt idx="104">
                  <c:v>1399</c:v>
                </c:pt>
                <c:pt idx="105">
                  <c:v>1374</c:v>
                </c:pt>
                <c:pt idx="106">
                  <c:v>1347</c:v>
                </c:pt>
                <c:pt idx="107">
                  <c:v>1327</c:v>
                </c:pt>
                <c:pt idx="108">
                  <c:v>1314</c:v>
                </c:pt>
                <c:pt idx="109">
                  <c:v>1306</c:v>
                </c:pt>
                <c:pt idx="110">
                  <c:v>1304</c:v>
                </c:pt>
                <c:pt idx="111">
                  <c:v>1305</c:v>
                </c:pt>
                <c:pt idx="112">
                  <c:v>1311</c:v>
                </c:pt>
                <c:pt idx="113">
                  <c:v>1331</c:v>
                </c:pt>
                <c:pt idx="114">
                  <c:v>1372</c:v>
                </c:pt>
                <c:pt idx="115">
                  <c:v>1408</c:v>
                </c:pt>
                <c:pt idx="116">
                  <c:v>1444</c:v>
                </c:pt>
                <c:pt idx="117">
                  <c:v>1480</c:v>
                </c:pt>
                <c:pt idx="118">
                  <c:v>1523</c:v>
                </c:pt>
                <c:pt idx="119">
                  <c:v>1558</c:v>
                </c:pt>
                <c:pt idx="120">
                  <c:v>1595</c:v>
                </c:pt>
                <c:pt idx="121">
                  <c:v>1627</c:v>
                </c:pt>
                <c:pt idx="122">
                  <c:v>1656</c:v>
                </c:pt>
                <c:pt idx="123">
                  <c:v>1683</c:v>
                </c:pt>
                <c:pt idx="124">
                  <c:v>1703</c:v>
                </c:pt>
                <c:pt idx="125">
                  <c:v>1722</c:v>
                </c:pt>
                <c:pt idx="126">
                  <c:v>1731</c:v>
                </c:pt>
                <c:pt idx="127">
                  <c:v>1738</c:v>
                </c:pt>
                <c:pt idx="128">
                  <c:v>1739</c:v>
                </c:pt>
                <c:pt idx="129">
                  <c:v>1739</c:v>
                </c:pt>
                <c:pt idx="130">
                  <c:v>1729</c:v>
                </c:pt>
                <c:pt idx="131">
                  <c:v>1715</c:v>
                </c:pt>
                <c:pt idx="132">
                  <c:v>1699</c:v>
                </c:pt>
                <c:pt idx="133">
                  <c:v>1669</c:v>
                </c:pt>
                <c:pt idx="134">
                  <c:v>1643</c:v>
                </c:pt>
                <c:pt idx="135">
                  <c:v>1606</c:v>
                </c:pt>
                <c:pt idx="136">
                  <c:v>1569</c:v>
                </c:pt>
                <c:pt idx="137">
                  <c:v>1535</c:v>
                </c:pt>
                <c:pt idx="138">
                  <c:v>1490</c:v>
                </c:pt>
                <c:pt idx="139">
                  <c:v>1459</c:v>
                </c:pt>
                <c:pt idx="140">
                  <c:v>1430</c:v>
                </c:pt>
                <c:pt idx="141">
                  <c:v>1400</c:v>
                </c:pt>
                <c:pt idx="142">
                  <c:v>1371</c:v>
                </c:pt>
                <c:pt idx="143">
                  <c:v>1347</c:v>
                </c:pt>
                <c:pt idx="144">
                  <c:v>1331</c:v>
                </c:pt>
                <c:pt idx="145">
                  <c:v>1315</c:v>
                </c:pt>
                <c:pt idx="146">
                  <c:v>1305</c:v>
                </c:pt>
                <c:pt idx="147">
                  <c:v>1304</c:v>
                </c:pt>
                <c:pt idx="148">
                  <c:v>1307</c:v>
                </c:pt>
                <c:pt idx="149">
                  <c:v>1314</c:v>
                </c:pt>
                <c:pt idx="150">
                  <c:v>1350</c:v>
                </c:pt>
                <c:pt idx="151">
                  <c:v>1382</c:v>
                </c:pt>
                <c:pt idx="152">
                  <c:v>1411</c:v>
                </c:pt>
                <c:pt idx="153">
                  <c:v>1448</c:v>
                </c:pt>
                <c:pt idx="154">
                  <c:v>1487</c:v>
                </c:pt>
                <c:pt idx="155">
                  <c:v>1526</c:v>
                </c:pt>
                <c:pt idx="156">
                  <c:v>1561</c:v>
                </c:pt>
                <c:pt idx="157">
                  <c:v>1603</c:v>
                </c:pt>
                <c:pt idx="158">
                  <c:v>1633</c:v>
                </c:pt>
                <c:pt idx="159">
                  <c:v>1658</c:v>
                </c:pt>
                <c:pt idx="160">
                  <c:v>1686</c:v>
                </c:pt>
                <c:pt idx="161">
                  <c:v>1705</c:v>
                </c:pt>
                <c:pt idx="162">
                  <c:v>1721</c:v>
                </c:pt>
                <c:pt idx="163">
                  <c:v>1731</c:v>
                </c:pt>
                <c:pt idx="164">
                  <c:v>1736</c:v>
                </c:pt>
                <c:pt idx="165">
                  <c:v>1739</c:v>
                </c:pt>
                <c:pt idx="166">
                  <c:v>1731</c:v>
                </c:pt>
                <c:pt idx="167">
                  <c:v>1722</c:v>
                </c:pt>
                <c:pt idx="168">
                  <c:v>1707</c:v>
                </c:pt>
                <c:pt idx="169">
                  <c:v>1690</c:v>
                </c:pt>
                <c:pt idx="170">
                  <c:v>1656</c:v>
                </c:pt>
                <c:pt idx="171">
                  <c:v>1626</c:v>
                </c:pt>
                <c:pt idx="172">
                  <c:v>1595</c:v>
                </c:pt>
                <c:pt idx="173">
                  <c:v>1556</c:v>
                </c:pt>
                <c:pt idx="174">
                  <c:v>1523</c:v>
                </c:pt>
                <c:pt idx="175">
                  <c:v>1483</c:v>
                </c:pt>
                <c:pt idx="176">
                  <c:v>1453</c:v>
                </c:pt>
                <c:pt idx="177">
                  <c:v>1419</c:v>
                </c:pt>
                <c:pt idx="178">
                  <c:v>1387</c:v>
                </c:pt>
                <c:pt idx="179">
                  <c:v>1366</c:v>
                </c:pt>
                <c:pt idx="180">
                  <c:v>1343</c:v>
                </c:pt>
                <c:pt idx="181">
                  <c:v>1326</c:v>
                </c:pt>
                <c:pt idx="182">
                  <c:v>1314</c:v>
                </c:pt>
                <c:pt idx="183">
                  <c:v>1302</c:v>
                </c:pt>
                <c:pt idx="184">
                  <c:v>1303</c:v>
                </c:pt>
                <c:pt idx="185">
                  <c:v>1308</c:v>
                </c:pt>
                <c:pt idx="186">
                  <c:v>1320</c:v>
                </c:pt>
                <c:pt idx="187">
                  <c:v>1356</c:v>
                </c:pt>
                <c:pt idx="188">
                  <c:v>1387</c:v>
                </c:pt>
                <c:pt idx="189">
                  <c:v>1426</c:v>
                </c:pt>
                <c:pt idx="190">
                  <c:v>1459</c:v>
                </c:pt>
                <c:pt idx="191">
                  <c:v>1496</c:v>
                </c:pt>
                <c:pt idx="192">
                  <c:v>1539</c:v>
                </c:pt>
                <c:pt idx="193">
                  <c:v>1574</c:v>
                </c:pt>
                <c:pt idx="194">
                  <c:v>1609</c:v>
                </c:pt>
                <c:pt idx="195">
                  <c:v>1638</c:v>
                </c:pt>
                <c:pt idx="196">
                  <c:v>1667</c:v>
                </c:pt>
                <c:pt idx="197">
                  <c:v>1693</c:v>
                </c:pt>
                <c:pt idx="198">
                  <c:v>1713</c:v>
                </c:pt>
                <c:pt idx="199">
                  <c:v>1727</c:v>
                </c:pt>
                <c:pt idx="200">
                  <c:v>1736</c:v>
                </c:pt>
                <c:pt idx="201">
                  <c:v>1742</c:v>
                </c:pt>
                <c:pt idx="202">
                  <c:v>1741</c:v>
                </c:pt>
                <c:pt idx="203">
                  <c:v>1737</c:v>
                </c:pt>
                <c:pt idx="204">
                  <c:v>1723</c:v>
                </c:pt>
                <c:pt idx="205">
                  <c:v>1707</c:v>
                </c:pt>
                <c:pt idx="206">
                  <c:v>1689</c:v>
                </c:pt>
                <c:pt idx="207">
                  <c:v>1655</c:v>
                </c:pt>
                <c:pt idx="208">
                  <c:v>1627</c:v>
                </c:pt>
                <c:pt idx="209">
                  <c:v>1594</c:v>
                </c:pt>
                <c:pt idx="210">
                  <c:v>1555</c:v>
                </c:pt>
                <c:pt idx="211">
                  <c:v>1519</c:v>
                </c:pt>
                <c:pt idx="212">
                  <c:v>1480</c:v>
                </c:pt>
                <c:pt idx="213">
                  <c:v>1448</c:v>
                </c:pt>
                <c:pt idx="214">
                  <c:v>1417</c:v>
                </c:pt>
                <c:pt idx="215">
                  <c:v>1387</c:v>
                </c:pt>
                <c:pt idx="216">
                  <c:v>1362</c:v>
                </c:pt>
                <c:pt idx="217">
                  <c:v>1338</c:v>
                </c:pt>
                <c:pt idx="218">
                  <c:v>1323</c:v>
                </c:pt>
                <c:pt idx="219">
                  <c:v>1311</c:v>
                </c:pt>
                <c:pt idx="220">
                  <c:v>1304</c:v>
                </c:pt>
                <c:pt idx="221">
                  <c:v>1300</c:v>
                </c:pt>
                <c:pt idx="222">
                  <c:v>1307</c:v>
                </c:pt>
                <c:pt idx="223">
                  <c:v>1315</c:v>
                </c:pt>
                <c:pt idx="224">
                  <c:v>1353</c:v>
                </c:pt>
                <c:pt idx="225">
                  <c:v>1391</c:v>
                </c:pt>
                <c:pt idx="226">
                  <c:v>1423</c:v>
                </c:pt>
                <c:pt idx="227">
                  <c:v>1458</c:v>
                </c:pt>
                <c:pt idx="228">
                  <c:v>1498</c:v>
                </c:pt>
                <c:pt idx="229">
                  <c:v>1535</c:v>
                </c:pt>
                <c:pt idx="230">
                  <c:v>1570</c:v>
                </c:pt>
                <c:pt idx="231">
                  <c:v>1614</c:v>
                </c:pt>
                <c:pt idx="232">
                  <c:v>1643</c:v>
                </c:pt>
                <c:pt idx="233">
                  <c:v>1668</c:v>
                </c:pt>
                <c:pt idx="234">
                  <c:v>1691</c:v>
                </c:pt>
                <c:pt idx="235">
                  <c:v>1711</c:v>
                </c:pt>
                <c:pt idx="236">
                  <c:v>1727</c:v>
                </c:pt>
                <c:pt idx="237">
                  <c:v>1735</c:v>
                </c:pt>
                <c:pt idx="238">
                  <c:v>1739</c:v>
                </c:pt>
                <c:pt idx="239">
                  <c:v>1738</c:v>
                </c:pt>
                <c:pt idx="240">
                  <c:v>1735</c:v>
                </c:pt>
                <c:pt idx="241">
                  <c:v>1722</c:v>
                </c:pt>
                <c:pt idx="242">
                  <c:v>1705</c:v>
                </c:pt>
                <c:pt idx="243">
                  <c:v>1690</c:v>
                </c:pt>
                <c:pt idx="244">
                  <c:v>1649</c:v>
                </c:pt>
                <c:pt idx="245">
                  <c:v>1619</c:v>
                </c:pt>
                <c:pt idx="246">
                  <c:v>1586</c:v>
                </c:pt>
                <c:pt idx="247">
                  <c:v>1552</c:v>
                </c:pt>
                <c:pt idx="248">
                  <c:v>1518</c:v>
                </c:pt>
                <c:pt idx="249">
                  <c:v>1476</c:v>
                </c:pt>
                <c:pt idx="250">
                  <c:v>1448</c:v>
                </c:pt>
                <c:pt idx="251">
                  <c:v>1410</c:v>
                </c:pt>
                <c:pt idx="252">
                  <c:v>1379</c:v>
                </c:pt>
                <c:pt idx="253">
                  <c:v>1357</c:v>
                </c:pt>
                <c:pt idx="254">
                  <c:v>1331</c:v>
                </c:pt>
                <c:pt idx="255">
                  <c:v>1320</c:v>
                </c:pt>
                <c:pt idx="256">
                  <c:v>1310</c:v>
                </c:pt>
                <c:pt idx="257">
                  <c:v>1304</c:v>
                </c:pt>
                <c:pt idx="258">
                  <c:v>1304</c:v>
                </c:pt>
                <c:pt idx="259">
                  <c:v>1310</c:v>
                </c:pt>
                <c:pt idx="260">
                  <c:v>1323</c:v>
                </c:pt>
                <c:pt idx="261">
                  <c:v>1364</c:v>
                </c:pt>
                <c:pt idx="262">
                  <c:v>1398</c:v>
                </c:pt>
                <c:pt idx="263">
                  <c:v>1435</c:v>
                </c:pt>
                <c:pt idx="264">
                  <c:v>1471</c:v>
                </c:pt>
                <c:pt idx="265">
                  <c:v>1506</c:v>
                </c:pt>
                <c:pt idx="266">
                  <c:v>1546</c:v>
                </c:pt>
                <c:pt idx="267">
                  <c:v>1584</c:v>
                </c:pt>
                <c:pt idx="268">
                  <c:v>1620</c:v>
                </c:pt>
                <c:pt idx="269">
                  <c:v>1647</c:v>
                </c:pt>
                <c:pt idx="270">
                  <c:v>1674</c:v>
                </c:pt>
                <c:pt idx="271">
                  <c:v>1702</c:v>
                </c:pt>
                <c:pt idx="272">
                  <c:v>1715</c:v>
                </c:pt>
                <c:pt idx="273">
                  <c:v>1730</c:v>
                </c:pt>
                <c:pt idx="274">
                  <c:v>1734</c:v>
                </c:pt>
                <c:pt idx="275">
                  <c:v>1735</c:v>
                </c:pt>
                <c:pt idx="276">
                  <c:v>1737</c:v>
                </c:pt>
                <c:pt idx="277">
                  <c:v>1728</c:v>
                </c:pt>
                <c:pt idx="278">
                  <c:v>1716</c:v>
                </c:pt>
                <c:pt idx="279">
                  <c:v>1703</c:v>
                </c:pt>
                <c:pt idx="280">
                  <c:v>1675</c:v>
                </c:pt>
                <c:pt idx="281">
                  <c:v>1650</c:v>
                </c:pt>
                <c:pt idx="282">
                  <c:v>1616</c:v>
                </c:pt>
                <c:pt idx="283">
                  <c:v>1579</c:v>
                </c:pt>
                <c:pt idx="284">
                  <c:v>1544</c:v>
                </c:pt>
                <c:pt idx="285">
                  <c:v>1512</c:v>
                </c:pt>
                <c:pt idx="286">
                  <c:v>1467</c:v>
                </c:pt>
                <c:pt idx="287">
                  <c:v>1439</c:v>
                </c:pt>
                <c:pt idx="288">
                  <c:v>1406</c:v>
                </c:pt>
                <c:pt idx="289">
                  <c:v>1374</c:v>
                </c:pt>
                <c:pt idx="290">
                  <c:v>1354</c:v>
                </c:pt>
                <c:pt idx="291">
                  <c:v>1331</c:v>
                </c:pt>
                <c:pt idx="292">
                  <c:v>1321</c:v>
                </c:pt>
                <c:pt idx="293">
                  <c:v>1310</c:v>
                </c:pt>
                <c:pt idx="294">
                  <c:v>1305</c:v>
                </c:pt>
                <c:pt idx="295">
                  <c:v>1305</c:v>
                </c:pt>
                <c:pt idx="296">
                  <c:v>1313</c:v>
                </c:pt>
                <c:pt idx="297">
                  <c:v>1323</c:v>
                </c:pt>
                <c:pt idx="298">
                  <c:v>1367</c:v>
                </c:pt>
                <c:pt idx="299">
                  <c:v>1397</c:v>
                </c:pt>
                <c:pt idx="300">
                  <c:v>1435</c:v>
                </c:pt>
                <c:pt idx="301">
                  <c:v>1472</c:v>
                </c:pt>
                <c:pt idx="302">
                  <c:v>1511</c:v>
                </c:pt>
                <c:pt idx="303">
                  <c:v>1549</c:v>
                </c:pt>
                <c:pt idx="304">
                  <c:v>1587</c:v>
                </c:pt>
                <c:pt idx="305">
                  <c:v>1624</c:v>
                </c:pt>
                <c:pt idx="306">
                  <c:v>1653</c:v>
                </c:pt>
                <c:pt idx="307">
                  <c:v>1679</c:v>
                </c:pt>
                <c:pt idx="308">
                  <c:v>1704</c:v>
                </c:pt>
                <c:pt idx="309">
                  <c:v>1718</c:v>
                </c:pt>
                <c:pt idx="310">
                  <c:v>1730</c:v>
                </c:pt>
                <c:pt idx="311">
                  <c:v>1735</c:v>
                </c:pt>
                <c:pt idx="312">
                  <c:v>1736</c:v>
                </c:pt>
                <c:pt idx="313">
                  <c:v>1738</c:v>
                </c:pt>
                <c:pt idx="314">
                  <c:v>1731</c:v>
                </c:pt>
                <c:pt idx="315">
                  <c:v>1717</c:v>
                </c:pt>
                <c:pt idx="316">
                  <c:v>1699</c:v>
                </c:pt>
                <c:pt idx="317">
                  <c:v>1674</c:v>
                </c:pt>
                <c:pt idx="318">
                  <c:v>1643</c:v>
                </c:pt>
                <c:pt idx="319">
                  <c:v>1611</c:v>
                </c:pt>
                <c:pt idx="320">
                  <c:v>1576</c:v>
                </c:pt>
                <c:pt idx="321">
                  <c:v>1542</c:v>
                </c:pt>
                <c:pt idx="322">
                  <c:v>1503</c:v>
                </c:pt>
                <c:pt idx="323">
                  <c:v>1464</c:v>
                </c:pt>
                <c:pt idx="324">
                  <c:v>1434</c:v>
                </c:pt>
                <c:pt idx="325">
                  <c:v>1398</c:v>
                </c:pt>
                <c:pt idx="326">
                  <c:v>1370</c:v>
                </c:pt>
                <c:pt idx="327">
                  <c:v>1352</c:v>
                </c:pt>
                <c:pt idx="328">
                  <c:v>1330</c:v>
                </c:pt>
                <c:pt idx="329">
                  <c:v>1318</c:v>
                </c:pt>
                <c:pt idx="330">
                  <c:v>1307</c:v>
                </c:pt>
                <c:pt idx="331">
                  <c:v>1305</c:v>
                </c:pt>
                <c:pt idx="332">
                  <c:v>1306</c:v>
                </c:pt>
                <c:pt idx="333">
                  <c:v>1311</c:v>
                </c:pt>
                <c:pt idx="334">
                  <c:v>1323</c:v>
                </c:pt>
                <c:pt idx="335">
                  <c:v>1374</c:v>
                </c:pt>
                <c:pt idx="336">
                  <c:v>1402</c:v>
                </c:pt>
                <c:pt idx="337">
                  <c:v>1443</c:v>
                </c:pt>
                <c:pt idx="338">
                  <c:v>1482</c:v>
                </c:pt>
                <c:pt idx="339">
                  <c:v>1518</c:v>
                </c:pt>
                <c:pt idx="340">
                  <c:v>1560</c:v>
                </c:pt>
                <c:pt idx="341">
                  <c:v>1594</c:v>
                </c:pt>
                <c:pt idx="342">
                  <c:v>1628</c:v>
                </c:pt>
                <c:pt idx="343">
                  <c:v>1656</c:v>
                </c:pt>
                <c:pt idx="344">
                  <c:v>1683</c:v>
                </c:pt>
                <c:pt idx="345">
                  <c:v>1706</c:v>
                </c:pt>
                <c:pt idx="346">
                  <c:v>1720</c:v>
                </c:pt>
                <c:pt idx="347">
                  <c:v>1731</c:v>
                </c:pt>
                <c:pt idx="348">
                  <c:v>1736</c:v>
                </c:pt>
                <c:pt idx="349">
                  <c:v>1738</c:v>
                </c:pt>
                <c:pt idx="350">
                  <c:v>1736</c:v>
                </c:pt>
                <c:pt idx="351">
                  <c:v>1723</c:v>
                </c:pt>
                <c:pt idx="352">
                  <c:v>1715</c:v>
                </c:pt>
                <c:pt idx="353">
                  <c:v>1694</c:v>
                </c:pt>
                <c:pt idx="354">
                  <c:v>1663</c:v>
                </c:pt>
                <c:pt idx="355">
                  <c:v>1635</c:v>
                </c:pt>
                <c:pt idx="356">
                  <c:v>1603</c:v>
                </c:pt>
                <c:pt idx="357">
                  <c:v>1563</c:v>
                </c:pt>
                <c:pt idx="358">
                  <c:v>1530</c:v>
                </c:pt>
                <c:pt idx="359">
                  <c:v>1491</c:v>
                </c:pt>
                <c:pt idx="360">
                  <c:v>1454</c:v>
                </c:pt>
                <c:pt idx="361">
                  <c:v>1427</c:v>
                </c:pt>
                <c:pt idx="362">
                  <c:v>1398</c:v>
                </c:pt>
                <c:pt idx="363">
                  <c:v>1371</c:v>
                </c:pt>
                <c:pt idx="364">
                  <c:v>1350</c:v>
                </c:pt>
                <c:pt idx="365">
                  <c:v>1331</c:v>
                </c:pt>
                <c:pt idx="366">
                  <c:v>1320</c:v>
                </c:pt>
                <c:pt idx="367">
                  <c:v>1307</c:v>
                </c:pt>
                <c:pt idx="368">
                  <c:v>1306</c:v>
                </c:pt>
                <c:pt idx="369">
                  <c:v>1307</c:v>
                </c:pt>
                <c:pt idx="370">
                  <c:v>1317</c:v>
                </c:pt>
                <c:pt idx="371">
                  <c:v>1351</c:v>
                </c:pt>
                <c:pt idx="372">
                  <c:v>1385</c:v>
                </c:pt>
                <c:pt idx="373">
                  <c:v>1412</c:v>
                </c:pt>
                <c:pt idx="374">
                  <c:v>1449</c:v>
                </c:pt>
                <c:pt idx="375">
                  <c:v>1486</c:v>
                </c:pt>
                <c:pt idx="376">
                  <c:v>1530</c:v>
                </c:pt>
                <c:pt idx="377">
                  <c:v>1562</c:v>
                </c:pt>
                <c:pt idx="378">
                  <c:v>1600</c:v>
                </c:pt>
                <c:pt idx="379">
                  <c:v>1631</c:v>
                </c:pt>
                <c:pt idx="380">
                  <c:v>1660</c:v>
                </c:pt>
                <c:pt idx="381">
                  <c:v>1683</c:v>
                </c:pt>
                <c:pt idx="382">
                  <c:v>1704</c:v>
                </c:pt>
                <c:pt idx="383">
                  <c:v>1718</c:v>
                </c:pt>
                <c:pt idx="384">
                  <c:v>1731</c:v>
                </c:pt>
                <c:pt idx="385">
                  <c:v>1736</c:v>
                </c:pt>
                <c:pt idx="386">
                  <c:v>1739</c:v>
                </c:pt>
                <c:pt idx="387">
                  <c:v>1734</c:v>
                </c:pt>
                <c:pt idx="388">
                  <c:v>1727</c:v>
                </c:pt>
                <c:pt idx="389">
                  <c:v>1711</c:v>
                </c:pt>
                <c:pt idx="390">
                  <c:v>1690</c:v>
                </c:pt>
                <c:pt idx="391">
                  <c:v>1658</c:v>
                </c:pt>
                <c:pt idx="392">
                  <c:v>1630</c:v>
                </c:pt>
                <c:pt idx="393">
                  <c:v>1597</c:v>
                </c:pt>
                <c:pt idx="394">
                  <c:v>1560</c:v>
                </c:pt>
                <c:pt idx="395">
                  <c:v>1526</c:v>
                </c:pt>
                <c:pt idx="396">
                  <c:v>1489</c:v>
                </c:pt>
                <c:pt idx="397">
                  <c:v>1449</c:v>
                </c:pt>
                <c:pt idx="398">
                  <c:v>1421</c:v>
                </c:pt>
                <c:pt idx="399">
                  <c:v>1390</c:v>
                </c:pt>
                <c:pt idx="400">
                  <c:v>1363</c:v>
                </c:pt>
                <c:pt idx="401">
                  <c:v>1342</c:v>
                </c:pt>
                <c:pt idx="402">
                  <c:v>1323</c:v>
                </c:pt>
                <c:pt idx="403">
                  <c:v>1311</c:v>
                </c:pt>
                <c:pt idx="404">
                  <c:v>1303</c:v>
                </c:pt>
                <c:pt idx="405">
                  <c:v>1302</c:v>
                </c:pt>
                <c:pt idx="406">
                  <c:v>1306</c:v>
                </c:pt>
                <c:pt idx="407">
                  <c:v>1315</c:v>
                </c:pt>
                <c:pt idx="408">
                  <c:v>1354</c:v>
                </c:pt>
                <c:pt idx="409">
                  <c:v>1390</c:v>
                </c:pt>
                <c:pt idx="410">
                  <c:v>1417</c:v>
                </c:pt>
                <c:pt idx="411">
                  <c:v>1459</c:v>
                </c:pt>
                <c:pt idx="412">
                  <c:v>1496</c:v>
                </c:pt>
                <c:pt idx="413">
                  <c:v>1534</c:v>
                </c:pt>
                <c:pt idx="414">
                  <c:v>1571</c:v>
                </c:pt>
                <c:pt idx="415">
                  <c:v>1606</c:v>
                </c:pt>
                <c:pt idx="416">
                  <c:v>1640</c:v>
                </c:pt>
                <c:pt idx="417">
                  <c:v>1666</c:v>
                </c:pt>
                <c:pt idx="418">
                  <c:v>1691</c:v>
                </c:pt>
                <c:pt idx="419">
                  <c:v>1713</c:v>
                </c:pt>
                <c:pt idx="420">
                  <c:v>1728</c:v>
                </c:pt>
                <c:pt idx="421">
                  <c:v>1739</c:v>
                </c:pt>
                <c:pt idx="422">
                  <c:v>1744</c:v>
                </c:pt>
                <c:pt idx="423">
                  <c:v>1743</c:v>
                </c:pt>
                <c:pt idx="424">
                  <c:v>1736</c:v>
                </c:pt>
                <c:pt idx="425">
                  <c:v>1728</c:v>
                </c:pt>
                <c:pt idx="426">
                  <c:v>1712</c:v>
                </c:pt>
                <c:pt idx="427">
                  <c:v>1694</c:v>
                </c:pt>
                <c:pt idx="428">
                  <c:v>1658</c:v>
                </c:pt>
                <c:pt idx="429">
                  <c:v>1626</c:v>
                </c:pt>
                <c:pt idx="430">
                  <c:v>1598</c:v>
                </c:pt>
                <c:pt idx="431">
                  <c:v>1555</c:v>
                </c:pt>
                <c:pt idx="432">
                  <c:v>1519</c:v>
                </c:pt>
                <c:pt idx="433">
                  <c:v>1482</c:v>
                </c:pt>
                <c:pt idx="434">
                  <c:v>1446</c:v>
                </c:pt>
                <c:pt idx="435">
                  <c:v>1419</c:v>
                </c:pt>
                <c:pt idx="436">
                  <c:v>1387</c:v>
                </c:pt>
                <c:pt idx="437">
                  <c:v>1362</c:v>
                </c:pt>
                <c:pt idx="438">
                  <c:v>1339</c:v>
                </c:pt>
                <c:pt idx="439">
                  <c:v>1323</c:v>
                </c:pt>
                <c:pt idx="440">
                  <c:v>1307</c:v>
                </c:pt>
                <c:pt idx="441">
                  <c:v>1302</c:v>
                </c:pt>
                <c:pt idx="442">
                  <c:v>1302</c:v>
                </c:pt>
                <c:pt idx="443">
                  <c:v>1305</c:v>
                </c:pt>
                <c:pt idx="444">
                  <c:v>1320</c:v>
                </c:pt>
                <c:pt idx="445">
                  <c:v>1354</c:v>
                </c:pt>
                <c:pt idx="446">
                  <c:v>1387</c:v>
                </c:pt>
                <c:pt idx="447">
                  <c:v>1423</c:v>
                </c:pt>
                <c:pt idx="448">
                  <c:v>1463</c:v>
                </c:pt>
                <c:pt idx="449">
                  <c:v>1496</c:v>
                </c:pt>
                <c:pt idx="450">
                  <c:v>1537</c:v>
                </c:pt>
                <c:pt idx="451">
                  <c:v>1574</c:v>
                </c:pt>
                <c:pt idx="452">
                  <c:v>1609</c:v>
                </c:pt>
                <c:pt idx="453">
                  <c:v>1641</c:v>
                </c:pt>
                <c:pt idx="454">
                  <c:v>1663</c:v>
                </c:pt>
                <c:pt idx="455">
                  <c:v>1690</c:v>
                </c:pt>
                <c:pt idx="456">
                  <c:v>1709</c:v>
                </c:pt>
                <c:pt idx="457">
                  <c:v>1723</c:v>
                </c:pt>
                <c:pt idx="458">
                  <c:v>1736</c:v>
                </c:pt>
                <c:pt idx="459">
                  <c:v>1736</c:v>
                </c:pt>
                <c:pt idx="460">
                  <c:v>1734</c:v>
                </c:pt>
                <c:pt idx="461">
                  <c:v>1729</c:v>
                </c:pt>
                <c:pt idx="462">
                  <c:v>1720</c:v>
                </c:pt>
                <c:pt idx="463">
                  <c:v>1704</c:v>
                </c:pt>
                <c:pt idx="464">
                  <c:v>1683</c:v>
                </c:pt>
                <c:pt idx="465">
                  <c:v>1650</c:v>
                </c:pt>
                <c:pt idx="466">
                  <c:v>1618</c:v>
                </c:pt>
                <c:pt idx="467">
                  <c:v>1588</c:v>
                </c:pt>
                <c:pt idx="468">
                  <c:v>1551</c:v>
                </c:pt>
                <c:pt idx="469">
                  <c:v>1519</c:v>
                </c:pt>
                <c:pt idx="470">
                  <c:v>1480</c:v>
                </c:pt>
                <c:pt idx="471">
                  <c:v>1446</c:v>
                </c:pt>
                <c:pt idx="472">
                  <c:v>1415</c:v>
                </c:pt>
                <c:pt idx="473">
                  <c:v>1384</c:v>
                </c:pt>
                <c:pt idx="474">
                  <c:v>1359</c:v>
                </c:pt>
                <c:pt idx="475">
                  <c:v>1339</c:v>
                </c:pt>
                <c:pt idx="476">
                  <c:v>1323</c:v>
                </c:pt>
                <c:pt idx="477">
                  <c:v>1313</c:v>
                </c:pt>
                <c:pt idx="478">
                  <c:v>1304</c:v>
                </c:pt>
                <c:pt idx="479">
                  <c:v>1303</c:v>
                </c:pt>
                <c:pt idx="480">
                  <c:v>1312</c:v>
                </c:pt>
                <c:pt idx="481">
                  <c:v>1323</c:v>
                </c:pt>
                <c:pt idx="482">
                  <c:v>1363</c:v>
                </c:pt>
                <c:pt idx="483">
                  <c:v>1397</c:v>
                </c:pt>
                <c:pt idx="484">
                  <c:v>1432</c:v>
                </c:pt>
                <c:pt idx="485">
                  <c:v>1472</c:v>
                </c:pt>
                <c:pt idx="486">
                  <c:v>1503</c:v>
                </c:pt>
                <c:pt idx="487">
                  <c:v>1547</c:v>
                </c:pt>
                <c:pt idx="488">
                  <c:v>1582</c:v>
                </c:pt>
                <c:pt idx="489">
                  <c:v>1616</c:v>
                </c:pt>
                <c:pt idx="490">
                  <c:v>1650</c:v>
                </c:pt>
                <c:pt idx="491">
                  <c:v>1673</c:v>
                </c:pt>
                <c:pt idx="492">
                  <c:v>1700</c:v>
                </c:pt>
                <c:pt idx="493">
                  <c:v>1720</c:v>
                </c:pt>
                <c:pt idx="494">
                  <c:v>1730</c:v>
                </c:pt>
                <c:pt idx="495">
                  <c:v>1739</c:v>
                </c:pt>
                <c:pt idx="496">
                  <c:v>1742</c:v>
                </c:pt>
                <c:pt idx="497">
                  <c:v>1737</c:v>
                </c:pt>
                <c:pt idx="498">
                  <c:v>1734</c:v>
                </c:pt>
                <c:pt idx="499">
                  <c:v>1721</c:v>
                </c:pt>
                <c:pt idx="500">
                  <c:v>1706</c:v>
                </c:pt>
                <c:pt idx="501">
                  <c:v>1675</c:v>
                </c:pt>
                <c:pt idx="502">
                  <c:v>1654</c:v>
                </c:pt>
                <c:pt idx="503">
                  <c:v>1614</c:v>
                </c:pt>
                <c:pt idx="504">
                  <c:v>1583</c:v>
                </c:pt>
                <c:pt idx="505">
                  <c:v>1539</c:v>
                </c:pt>
                <c:pt idx="506">
                  <c:v>1507</c:v>
                </c:pt>
                <c:pt idx="507">
                  <c:v>1469</c:v>
                </c:pt>
                <c:pt idx="508">
                  <c:v>1434</c:v>
                </c:pt>
                <c:pt idx="509">
                  <c:v>1403</c:v>
                </c:pt>
                <c:pt idx="510">
                  <c:v>1371</c:v>
                </c:pt>
                <c:pt idx="511">
                  <c:v>1353</c:v>
                </c:pt>
                <c:pt idx="512">
                  <c:v>1327</c:v>
                </c:pt>
                <c:pt idx="513">
                  <c:v>1315</c:v>
                </c:pt>
                <c:pt idx="514">
                  <c:v>1306</c:v>
                </c:pt>
                <c:pt idx="515">
                  <c:v>1302</c:v>
                </c:pt>
                <c:pt idx="516">
                  <c:v>1302</c:v>
                </c:pt>
                <c:pt idx="517">
                  <c:v>1307</c:v>
                </c:pt>
                <c:pt idx="518">
                  <c:v>1320</c:v>
                </c:pt>
                <c:pt idx="519">
                  <c:v>1362</c:v>
                </c:pt>
                <c:pt idx="520">
                  <c:v>1392</c:v>
                </c:pt>
                <c:pt idx="521">
                  <c:v>1434</c:v>
                </c:pt>
                <c:pt idx="522">
                  <c:v>1474</c:v>
                </c:pt>
                <c:pt idx="523">
                  <c:v>1509</c:v>
                </c:pt>
                <c:pt idx="524">
                  <c:v>1550</c:v>
                </c:pt>
                <c:pt idx="525">
                  <c:v>1590</c:v>
                </c:pt>
                <c:pt idx="526">
                  <c:v>1619</c:v>
                </c:pt>
                <c:pt idx="527">
                  <c:v>1653</c:v>
                </c:pt>
                <c:pt idx="528">
                  <c:v>1675</c:v>
                </c:pt>
                <c:pt idx="529">
                  <c:v>1700</c:v>
                </c:pt>
                <c:pt idx="530">
                  <c:v>1715</c:v>
                </c:pt>
                <c:pt idx="531">
                  <c:v>1730</c:v>
                </c:pt>
                <c:pt idx="532">
                  <c:v>1736</c:v>
                </c:pt>
                <c:pt idx="533">
                  <c:v>1738</c:v>
                </c:pt>
                <c:pt idx="534">
                  <c:v>1738</c:v>
                </c:pt>
                <c:pt idx="535">
                  <c:v>1731</c:v>
                </c:pt>
                <c:pt idx="536">
                  <c:v>1720</c:v>
                </c:pt>
                <c:pt idx="537">
                  <c:v>1699</c:v>
                </c:pt>
                <c:pt idx="538">
                  <c:v>1675</c:v>
                </c:pt>
                <c:pt idx="539">
                  <c:v>1647</c:v>
                </c:pt>
                <c:pt idx="540">
                  <c:v>1610</c:v>
                </c:pt>
                <c:pt idx="541">
                  <c:v>1578</c:v>
                </c:pt>
                <c:pt idx="542">
                  <c:v>1539</c:v>
                </c:pt>
                <c:pt idx="543">
                  <c:v>1507</c:v>
                </c:pt>
                <c:pt idx="544">
                  <c:v>1466</c:v>
                </c:pt>
                <c:pt idx="545">
                  <c:v>1434</c:v>
                </c:pt>
                <c:pt idx="546">
                  <c:v>1409</c:v>
                </c:pt>
                <c:pt idx="547">
                  <c:v>1378</c:v>
                </c:pt>
                <c:pt idx="548">
                  <c:v>1354</c:v>
                </c:pt>
                <c:pt idx="549">
                  <c:v>1338</c:v>
                </c:pt>
                <c:pt idx="550">
                  <c:v>1322</c:v>
                </c:pt>
                <c:pt idx="551">
                  <c:v>1315</c:v>
                </c:pt>
                <c:pt idx="552">
                  <c:v>1307</c:v>
                </c:pt>
                <c:pt idx="553">
                  <c:v>1308</c:v>
                </c:pt>
                <c:pt idx="554">
                  <c:v>1315</c:v>
                </c:pt>
                <c:pt idx="555">
                  <c:v>1327</c:v>
                </c:pt>
                <c:pt idx="556">
                  <c:v>1380</c:v>
                </c:pt>
                <c:pt idx="557">
                  <c:v>1407</c:v>
                </c:pt>
                <c:pt idx="558">
                  <c:v>1443</c:v>
                </c:pt>
                <c:pt idx="559">
                  <c:v>1486</c:v>
                </c:pt>
                <c:pt idx="560">
                  <c:v>1518</c:v>
                </c:pt>
                <c:pt idx="561">
                  <c:v>1556</c:v>
                </c:pt>
                <c:pt idx="562">
                  <c:v>1592</c:v>
                </c:pt>
                <c:pt idx="563">
                  <c:v>1626</c:v>
                </c:pt>
                <c:pt idx="564">
                  <c:v>1651</c:v>
                </c:pt>
                <c:pt idx="565">
                  <c:v>1675</c:v>
                </c:pt>
                <c:pt idx="566">
                  <c:v>1699</c:v>
                </c:pt>
                <c:pt idx="567">
                  <c:v>1716</c:v>
                </c:pt>
                <c:pt idx="568">
                  <c:v>1727</c:v>
                </c:pt>
                <c:pt idx="569">
                  <c:v>1735</c:v>
                </c:pt>
                <c:pt idx="570">
                  <c:v>1738</c:v>
                </c:pt>
                <c:pt idx="571">
                  <c:v>1735</c:v>
                </c:pt>
                <c:pt idx="572">
                  <c:v>1727</c:v>
                </c:pt>
                <c:pt idx="573">
                  <c:v>1714</c:v>
                </c:pt>
                <c:pt idx="574">
                  <c:v>1691</c:v>
                </c:pt>
                <c:pt idx="575">
                  <c:v>1668</c:v>
                </c:pt>
                <c:pt idx="576">
                  <c:v>1637</c:v>
                </c:pt>
                <c:pt idx="577">
                  <c:v>1601</c:v>
                </c:pt>
                <c:pt idx="578">
                  <c:v>1565</c:v>
                </c:pt>
                <c:pt idx="579">
                  <c:v>1528</c:v>
                </c:pt>
                <c:pt idx="580">
                  <c:v>1495</c:v>
                </c:pt>
                <c:pt idx="581">
                  <c:v>1461</c:v>
                </c:pt>
                <c:pt idx="582">
                  <c:v>1427</c:v>
                </c:pt>
                <c:pt idx="583">
                  <c:v>1398</c:v>
                </c:pt>
                <c:pt idx="584">
                  <c:v>1367</c:v>
                </c:pt>
                <c:pt idx="585">
                  <c:v>1347</c:v>
                </c:pt>
                <c:pt idx="586">
                  <c:v>1326</c:v>
                </c:pt>
                <c:pt idx="587">
                  <c:v>1310</c:v>
                </c:pt>
                <c:pt idx="588">
                  <c:v>1303</c:v>
                </c:pt>
                <c:pt idx="589">
                  <c:v>1301</c:v>
                </c:pt>
                <c:pt idx="590">
                  <c:v>1304</c:v>
                </c:pt>
                <c:pt idx="591">
                  <c:v>1314</c:v>
                </c:pt>
                <c:pt idx="592">
                  <c:v>1350</c:v>
                </c:pt>
                <c:pt idx="593">
                  <c:v>1384</c:v>
                </c:pt>
                <c:pt idx="594">
                  <c:v>1410</c:v>
                </c:pt>
                <c:pt idx="595">
                  <c:v>1450</c:v>
                </c:pt>
                <c:pt idx="596">
                  <c:v>1491</c:v>
                </c:pt>
                <c:pt idx="597">
                  <c:v>1528</c:v>
                </c:pt>
                <c:pt idx="598">
                  <c:v>1570</c:v>
                </c:pt>
                <c:pt idx="599">
                  <c:v>1601</c:v>
                </c:pt>
                <c:pt idx="600">
                  <c:v>1634</c:v>
                </c:pt>
                <c:pt idx="601">
                  <c:v>1663</c:v>
                </c:pt>
                <c:pt idx="602">
                  <c:v>1686</c:v>
                </c:pt>
                <c:pt idx="603">
                  <c:v>1710</c:v>
                </c:pt>
                <c:pt idx="604">
                  <c:v>1723</c:v>
                </c:pt>
                <c:pt idx="605">
                  <c:v>1736</c:v>
                </c:pt>
                <c:pt idx="606">
                  <c:v>1742</c:v>
                </c:pt>
                <c:pt idx="607">
                  <c:v>1742</c:v>
                </c:pt>
                <c:pt idx="608">
                  <c:v>1738</c:v>
                </c:pt>
                <c:pt idx="609">
                  <c:v>1727</c:v>
                </c:pt>
                <c:pt idx="610">
                  <c:v>1714</c:v>
                </c:pt>
                <c:pt idx="611">
                  <c:v>1691</c:v>
                </c:pt>
                <c:pt idx="612">
                  <c:v>1661</c:v>
                </c:pt>
                <c:pt idx="613">
                  <c:v>1635</c:v>
                </c:pt>
                <c:pt idx="614">
                  <c:v>1602</c:v>
                </c:pt>
                <c:pt idx="615">
                  <c:v>1563</c:v>
                </c:pt>
                <c:pt idx="616">
                  <c:v>1526</c:v>
                </c:pt>
                <c:pt idx="617">
                  <c:v>1491</c:v>
                </c:pt>
                <c:pt idx="618">
                  <c:v>1454</c:v>
                </c:pt>
                <c:pt idx="619">
                  <c:v>1422</c:v>
                </c:pt>
                <c:pt idx="620">
                  <c:v>1395</c:v>
                </c:pt>
                <c:pt idx="621">
                  <c:v>1363</c:v>
                </c:pt>
                <c:pt idx="622">
                  <c:v>1346</c:v>
                </c:pt>
                <c:pt idx="623">
                  <c:v>1327</c:v>
                </c:pt>
                <c:pt idx="624">
                  <c:v>1314</c:v>
                </c:pt>
                <c:pt idx="625">
                  <c:v>1306</c:v>
                </c:pt>
                <c:pt idx="626">
                  <c:v>1303</c:v>
                </c:pt>
                <c:pt idx="627">
                  <c:v>1306</c:v>
                </c:pt>
                <c:pt idx="628">
                  <c:v>1316</c:v>
                </c:pt>
                <c:pt idx="629">
                  <c:v>1352</c:v>
                </c:pt>
                <c:pt idx="630">
                  <c:v>1390</c:v>
                </c:pt>
                <c:pt idx="631">
                  <c:v>1418</c:v>
                </c:pt>
                <c:pt idx="632">
                  <c:v>1452</c:v>
                </c:pt>
                <c:pt idx="633">
                  <c:v>1495</c:v>
                </c:pt>
                <c:pt idx="634">
                  <c:v>1529</c:v>
                </c:pt>
                <c:pt idx="635">
                  <c:v>1568</c:v>
                </c:pt>
                <c:pt idx="636">
                  <c:v>1602</c:v>
                </c:pt>
                <c:pt idx="637">
                  <c:v>1633</c:v>
                </c:pt>
                <c:pt idx="638">
                  <c:v>1665</c:v>
                </c:pt>
                <c:pt idx="639">
                  <c:v>1688</c:v>
                </c:pt>
                <c:pt idx="640">
                  <c:v>1707</c:v>
                </c:pt>
                <c:pt idx="641">
                  <c:v>1723</c:v>
                </c:pt>
                <c:pt idx="642">
                  <c:v>1731</c:v>
                </c:pt>
                <c:pt idx="643">
                  <c:v>1738</c:v>
                </c:pt>
                <c:pt idx="644">
                  <c:v>1738</c:v>
                </c:pt>
                <c:pt idx="645">
                  <c:v>1733</c:v>
                </c:pt>
                <c:pt idx="646">
                  <c:v>1723</c:v>
                </c:pt>
                <c:pt idx="647">
                  <c:v>1706</c:v>
                </c:pt>
                <c:pt idx="648">
                  <c:v>1690</c:v>
                </c:pt>
                <c:pt idx="649">
                  <c:v>1655</c:v>
                </c:pt>
                <c:pt idx="650">
                  <c:v>1626</c:v>
                </c:pt>
                <c:pt idx="651">
                  <c:v>1592</c:v>
                </c:pt>
                <c:pt idx="652">
                  <c:v>1555</c:v>
                </c:pt>
                <c:pt idx="653">
                  <c:v>1522</c:v>
                </c:pt>
                <c:pt idx="654">
                  <c:v>1485</c:v>
                </c:pt>
                <c:pt idx="655">
                  <c:v>1451</c:v>
                </c:pt>
                <c:pt idx="656">
                  <c:v>1422</c:v>
                </c:pt>
                <c:pt idx="657">
                  <c:v>1393</c:v>
                </c:pt>
                <c:pt idx="658">
                  <c:v>1364</c:v>
                </c:pt>
                <c:pt idx="659">
                  <c:v>1344</c:v>
                </c:pt>
                <c:pt idx="660">
                  <c:v>1322</c:v>
                </c:pt>
                <c:pt idx="661">
                  <c:v>1313</c:v>
                </c:pt>
                <c:pt idx="662">
                  <c:v>1304</c:v>
                </c:pt>
                <c:pt idx="663">
                  <c:v>1304</c:v>
                </c:pt>
                <c:pt idx="664">
                  <c:v>1306</c:v>
                </c:pt>
                <c:pt idx="665">
                  <c:v>1318</c:v>
                </c:pt>
                <c:pt idx="666">
                  <c:v>1352</c:v>
                </c:pt>
                <c:pt idx="667">
                  <c:v>1393</c:v>
                </c:pt>
                <c:pt idx="668">
                  <c:v>1419</c:v>
                </c:pt>
                <c:pt idx="669">
                  <c:v>1459</c:v>
                </c:pt>
                <c:pt idx="670">
                  <c:v>1500</c:v>
                </c:pt>
                <c:pt idx="671">
                  <c:v>1535</c:v>
                </c:pt>
                <c:pt idx="672">
                  <c:v>1576</c:v>
                </c:pt>
                <c:pt idx="673">
                  <c:v>1610</c:v>
                </c:pt>
                <c:pt idx="674">
                  <c:v>1642</c:v>
                </c:pt>
                <c:pt idx="675">
                  <c:v>1671</c:v>
                </c:pt>
                <c:pt idx="676">
                  <c:v>1695</c:v>
                </c:pt>
                <c:pt idx="677">
                  <c:v>1715</c:v>
                </c:pt>
                <c:pt idx="678">
                  <c:v>1730</c:v>
                </c:pt>
                <c:pt idx="679">
                  <c:v>1739</c:v>
                </c:pt>
                <c:pt idx="680">
                  <c:v>1743</c:v>
                </c:pt>
                <c:pt idx="681">
                  <c:v>1739</c:v>
                </c:pt>
                <c:pt idx="682">
                  <c:v>1734</c:v>
                </c:pt>
                <c:pt idx="683">
                  <c:v>1723</c:v>
                </c:pt>
                <c:pt idx="684">
                  <c:v>1709</c:v>
                </c:pt>
                <c:pt idx="685">
                  <c:v>1688</c:v>
                </c:pt>
                <c:pt idx="686">
                  <c:v>1654</c:v>
                </c:pt>
                <c:pt idx="687">
                  <c:v>1619</c:v>
                </c:pt>
                <c:pt idx="688">
                  <c:v>1590</c:v>
                </c:pt>
                <c:pt idx="689">
                  <c:v>1554</c:v>
                </c:pt>
                <c:pt idx="690">
                  <c:v>1515</c:v>
                </c:pt>
                <c:pt idx="691">
                  <c:v>1479</c:v>
                </c:pt>
                <c:pt idx="692">
                  <c:v>1436</c:v>
                </c:pt>
                <c:pt idx="693">
                  <c:v>1406</c:v>
                </c:pt>
                <c:pt idx="694">
                  <c:v>1378</c:v>
                </c:pt>
                <c:pt idx="695">
                  <c:v>1354</c:v>
                </c:pt>
                <c:pt idx="696">
                  <c:v>1335</c:v>
                </c:pt>
                <c:pt idx="697">
                  <c:v>1321</c:v>
                </c:pt>
                <c:pt idx="698">
                  <c:v>1310</c:v>
                </c:pt>
                <c:pt idx="699">
                  <c:v>1306</c:v>
                </c:pt>
                <c:pt idx="700">
                  <c:v>1304</c:v>
                </c:pt>
                <c:pt idx="701">
                  <c:v>1308</c:v>
                </c:pt>
                <c:pt idx="702">
                  <c:v>1323</c:v>
                </c:pt>
                <c:pt idx="703">
                  <c:v>1358</c:v>
                </c:pt>
                <c:pt idx="704">
                  <c:v>1396</c:v>
                </c:pt>
                <c:pt idx="705">
                  <c:v>1426</c:v>
                </c:pt>
                <c:pt idx="706">
                  <c:v>1466</c:v>
                </c:pt>
                <c:pt idx="707">
                  <c:v>1503</c:v>
                </c:pt>
                <c:pt idx="708">
                  <c:v>1540</c:v>
                </c:pt>
                <c:pt idx="709">
                  <c:v>1579</c:v>
                </c:pt>
                <c:pt idx="710">
                  <c:v>1614</c:v>
                </c:pt>
                <c:pt idx="711">
                  <c:v>1650</c:v>
                </c:pt>
                <c:pt idx="712">
                  <c:v>1675</c:v>
                </c:pt>
                <c:pt idx="713">
                  <c:v>1698</c:v>
                </c:pt>
                <c:pt idx="714">
                  <c:v>1714</c:v>
                </c:pt>
                <c:pt idx="715">
                  <c:v>1727</c:v>
                </c:pt>
                <c:pt idx="716">
                  <c:v>1736</c:v>
                </c:pt>
                <c:pt idx="717">
                  <c:v>1739</c:v>
                </c:pt>
                <c:pt idx="718">
                  <c:v>1738</c:v>
                </c:pt>
                <c:pt idx="719">
                  <c:v>1733</c:v>
                </c:pt>
                <c:pt idx="720">
                  <c:v>1722</c:v>
                </c:pt>
                <c:pt idx="721">
                  <c:v>1704</c:v>
                </c:pt>
                <c:pt idx="722">
                  <c:v>1683</c:v>
                </c:pt>
                <c:pt idx="723">
                  <c:v>1654</c:v>
                </c:pt>
                <c:pt idx="724">
                  <c:v>1615</c:v>
                </c:pt>
                <c:pt idx="725">
                  <c:v>1582</c:v>
                </c:pt>
                <c:pt idx="726">
                  <c:v>1548</c:v>
                </c:pt>
                <c:pt idx="727">
                  <c:v>1510</c:v>
                </c:pt>
                <c:pt idx="728">
                  <c:v>1475</c:v>
                </c:pt>
                <c:pt idx="729">
                  <c:v>1440</c:v>
                </c:pt>
                <c:pt idx="730">
                  <c:v>1410</c:v>
                </c:pt>
                <c:pt idx="731">
                  <c:v>1379</c:v>
                </c:pt>
                <c:pt idx="732">
                  <c:v>1353</c:v>
                </c:pt>
                <c:pt idx="733">
                  <c:v>1337</c:v>
                </c:pt>
                <c:pt idx="734">
                  <c:v>1323</c:v>
                </c:pt>
                <c:pt idx="735">
                  <c:v>1314</c:v>
                </c:pt>
                <c:pt idx="736">
                  <c:v>1305</c:v>
                </c:pt>
                <c:pt idx="737">
                  <c:v>1304</c:v>
                </c:pt>
                <c:pt idx="738">
                  <c:v>1310</c:v>
                </c:pt>
                <c:pt idx="739">
                  <c:v>1323</c:v>
                </c:pt>
                <c:pt idx="740">
                  <c:v>1368</c:v>
                </c:pt>
                <c:pt idx="741">
                  <c:v>1396</c:v>
                </c:pt>
                <c:pt idx="742">
                  <c:v>1431</c:v>
                </c:pt>
                <c:pt idx="743">
                  <c:v>1475</c:v>
                </c:pt>
                <c:pt idx="744">
                  <c:v>1512</c:v>
                </c:pt>
                <c:pt idx="745">
                  <c:v>1543</c:v>
                </c:pt>
                <c:pt idx="746">
                  <c:v>1587</c:v>
                </c:pt>
                <c:pt idx="747">
                  <c:v>1615</c:v>
                </c:pt>
                <c:pt idx="748">
                  <c:v>1643</c:v>
                </c:pt>
                <c:pt idx="749">
                  <c:v>1674</c:v>
                </c:pt>
                <c:pt idx="750">
                  <c:v>1697</c:v>
                </c:pt>
                <c:pt idx="751">
                  <c:v>1715</c:v>
                </c:pt>
                <c:pt idx="752">
                  <c:v>1723</c:v>
                </c:pt>
                <c:pt idx="753">
                  <c:v>1738</c:v>
                </c:pt>
                <c:pt idx="754">
                  <c:v>1739</c:v>
                </c:pt>
                <c:pt idx="755">
                  <c:v>1739</c:v>
                </c:pt>
                <c:pt idx="756">
                  <c:v>1731</c:v>
                </c:pt>
                <c:pt idx="757">
                  <c:v>1722</c:v>
                </c:pt>
                <c:pt idx="758">
                  <c:v>1695</c:v>
                </c:pt>
                <c:pt idx="759">
                  <c:v>1675</c:v>
                </c:pt>
                <c:pt idx="760">
                  <c:v>1647</c:v>
                </c:pt>
                <c:pt idx="761">
                  <c:v>1614</c:v>
                </c:pt>
                <c:pt idx="762">
                  <c:v>1581</c:v>
                </c:pt>
                <c:pt idx="763">
                  <c:v>1541</c:v>
                </c:pt>
                <c:pt idx="764">
                  <c:v>1505</c:v>
                </c:pt>
                <c:pt idx="765">
                  <c:v>1470</c:v>
                </c:pt>
                <c:pt idx="766">
                  <c:v>1431</c:v>
                </c:pt>
                <c:pt idx="767">
                  <c:v>1402</c:v>
                </c:pt>
                <c:pt idx="768">
                  <c:v>1371</c:v>
                </c:pt>
                <c:pt idx="769">
                  <c:v>1350</c:v>
                </c:pt>
                <c:pt idx="770">
                  <c:v>1331</c:v>
                </c:pt>
                <c:pt idx="771">
                  <c:v>1320</c:v>
                </c:pt>
                <c:pt idx="772">
                  <c:v>1306</c:v>
                </c:pt>
                <c:pt idx="773">
                  <c:v>1303</c:v>
                </c:pt>
                <c:pt idx="774">
                  <c:v>1303</c:v>
                </c:pt>
                <c:pt idx="775">
                  <c:v>1312</c:v>
                </c:pt>
                <c:pt idx="776">
                  <c:v>1326</c:v>
                </c:pt>
                <c:pt idx="777">
                  <c:v>1372</c:v>
                </c:pt>
                <c:pt idx="778">
                  <c:v>1407</c:v>
                </c:pt>
                <c:pt idx="779">
                  <c:v>1442</c:v>
                </c:pt>
                <c:pt idx="780">
                  <c:v>1482</c:v>
                </c:pt>
                <c:pt idx="781">
                  <c:v>1519</c:v>
                </c:pt>
                <c:pt idx="782">
                  <c:v>1554</c:v>
                </c:pt>
                <c:pt idx="783">
                  <c:v>1600</c:v>
                </c:pt>
                <c:pt idx="784">
                  <c:v>1626</c:v>
                </c:pt>
                <c:pt idx="785">
                  <c:v>1662</c:v>
                </c:pt>
                <c:pt idx="786">
                  <c:v>1685</c:v>
                </c:pt>
                <c:pt idx="787">
                  <c:v>1704</c:v>
                </c:pt>
                <c:pt idx="788">
                  <c:v>1720</c:v>
                </c:pt>
                <c:pt idx="789">
                  <c:v>1731</c:v>
                </c:pt>
                <c:pt idx="790">
                  <c:v>1734</c:v>
                </c:pt>
                <c:pt idx="791">
                  <c:v>1736</c:v>
                </c:pt>
                <c:pt idx="792">
                  <c:v>1734</c:v>
                </c:pt>
                <c:pt idx="793">
                  <c:v>1726</c:v>
                </c:pt>
                <c:pt idx="794">
                  <c:v>1715</c:v>
                </c:pt>
                <c:pt idx="795">
                  <c:v>1691</c:v>
                </c:pt>
                <c:pt idx="796">
                  <c:v>1667</c:v>
                </c:pt>
                <c:pt idx="797">
                  <c:v>1643</c:v>
                </c:pt>
                <c:pt idx="798">
                  <c:v>1603</c:v>
                </c:pt>
                <c:pt idx="799">
                  <c:v>1569</c:v>
                </c:pt>
                <c:pt idx="800">
                  <c:v>1534</c:v>
                </c:pt>
                <c:pt idx="801">
                  <c:v>1494</c:v>
                </c:pt>
                <c:pt idx="802">
                  <c:v>1459</c:v>
                </c:pt>
                <c:pt idx="803">
                  <c:v>1426</c:v>
                </c:pt>
                <c:pt idx="804">
                  <c:v>1398</c:v>
                </c:pt>
                <c:pt idx="805">
                  <c:v>1369</c:v>
                </c:pt>
                <c:pt idx="806">
                  <c:v>1349</c:v>
                </c:pt>
                <c:pt idx="807">
                  <c:v>1331</c:v>
                </c:pt>
                <c:pt idx="808">
                  <c:v>1316</c:v>
                </c:pt>
                <c:pt idx="809">
                  <c:v>1307</c:v>
                </c:pt>
                <c:pt idx="810">
                  <c:v>1302</c:v>
                </c:pt>
                <c:pt idx="811">
                  <c:v>1306</c:v>
                </c:pt>
                <c:pt idx="812">
                  <c:v>1311</c:v>
                </c:pt>
                <c:pt idx="813">
                  <c:v>1346</c:v>
                </c:pt>
                <c:pt idx="814">
                  <c:v>1379</c:v>
                </c:pt>
                <c:pt idx="815">
                  <c:v>1410</c:v>
                </c:pt>
                <c:pt idx="816">
                  <c:v>1443</c:v>
                </c:pt>
                <c:pt idx="817">
                  <c:v>1487</c:v>
                </c:pt>
                <c:pt idx="818">
                  <c:v>1523</c:v>
                </c:pt>
                <c:pt idx="819">
                  <c:v>1560</c:v>
                </c:pt>
                <c:pt idx="820">
                  <c:v>1601</c:v>
                </c:pt>
                <c:pt idx="821">
                  <c:v>1631</c:v>
                </c:pt>
                <c:pt idx="822">
                  <c:v>1659</c:v>
                </c:pt>
                <c:pt idx="823">
                  <c:v>1683</c:v>
                </c:pt>
                <c:pt idx="824">
                  <c:v>1706</c:v>
                </c:pt>
                <c:pt idx="825">
                  <c:v>1721</c:v>
                </c:pt>
                <c:pt idx="826">
                  <c:v>1736</c:v>
                </c:pt>
                <c:pt idx="827">
                  <c:v>1738</c:v>
                </c:pt>
                <c:pt idx="828">
                  <c:v>1739</c:v>
                </c:pt>
                <c:pt idx="829">
                  <c:v>1737</c:v>
                </c:pt>
                <c:pt idx="830">
                  <c:v>1727</c:v>
                </c:pt>
                <c:pt idx="831">
                  <c:v>1714</c:v>
                </c:pt>
                <c:pt idx="832">
                  <c:v>1691</c:v>
                </c:pt>
                <c:pt idx="833">
                  <c:v>1662</c:v>
                </c:pt>
                <c:pt idx="834">
                  <c:v>1635</c:v>
                </c:pt>
                <c:pt idx="835">
                  <c:v>1600</c:v>
                </c:pt>
                <c:pt idx="836">
                  <c:v>1567</c:v>
                </c:pt>
                <c:pt idx="837">
                  <c:v>1528</c:v>
                </c:pt>
                <c:pt idx="838">
                  <c:v>1490</c:v>
                </c:pt>
                <c:pt idx="839">
                  <c:v>1462</c:v>
                </c:pt>
                <c:pt idx="840">
                  <c:v>1424</c:v>
                </c:pt>
                <c:pt idx="841">
                  <c:v>1397</c:v>
                </c:pt>
                <c:pt idx="842">
                  <c:v>1369</c:v>
                </c:pt>
                <c:pt idx="843">
                  <c:v>1346</c:v>
                </c:pt>
                <c:pt idx="844">
                  <c:v>1332</c:v>
                </c:pt>
                <c:pt idx="845">
                  <c:v>1315</c:v>
                </c:pt>
                <c:pt idx="846">
                  <c:v>1306</c:v>
                </c:pt>
                <c:pt idx="847">
                  <c:v>1302</c:v>
                </c:pt>
                <c:pt idx="848">
                  <c:v>1306</c:v>
                </c:pt>
                <c:pt idx="849">
                  <c:v>1315</c:v>
                </c:pt>
                <c:pt idx="850">
                  <c:v>1352</c:v>
                </c:pt>
                <c:pt idx="851">
                  <c:v>1386</c:v>
                </c:pt>
                <c:pt idx="852">
                  <c:v>1416</c:v>
                </c:pt>
                <c:pt idx="853">
                  <c:v>1451</c:v>
                </c:pt>
                <c:pt idx="854">
                  <c:v>1491</c:v>
                </c:pt>
                <c:pt idx="855">
                  <c:v>1525</c:v>
                </c:pt>
                <c:pt idx="856">
                  <c:v>1563</c:v>
                </c:pt>
                <c:pt idx="857">
                  <c:v>1608</c:v>
                </c:pt>
                <c:pt idx="858">
                  <c:v>1633</c:v>
                </c:pt>
                <c:pt idx="859">
                  <c:v>1665</c:v>
                </c:pt>
                <c:pt idx="860">
                  <c:v>1689</c:v>
                </c:pt>
                <c:pt idx="861">
                  <c:v>1706</c:v>
                </c:pt>
                <c:pt idx="862">
                  <c:v>1727</c:v>
                </c:pt>
                <c:pt idx="863">
                  <c:v>1734</c:v>
                </c:pt>
                <c:pt idx="864">
                  <c:v>1739</c:v>
                </c:pt>
                <c:pt idx="865">
                  <c:v>1739</c:v>
                </c:pt>
                <c:pt idx="866">
                  <c:v>1735</c:v>
                </c:pt>
                <c:pt idx="867">
                  <c:v>1724</c:v>
                </c:pt>
                <c:pt idx="868">
                  <c:v>1707</c:v>
                </c:pt>
                <c:pt idx="869">
                  <c:v>1687</c:v>
                </c:pt>
                <c:pt idx="870">
                  <c:v>1651</c:v>
                </c:pt>
                <c:pt idx="871">
                  <c:v>1627</c:v>
                </c:pt>
                <c:pt idx="872">
                  <c:v>1593</c:v>
                </c:pt>
                <c:pt idx="873">
                  <c:v>1558</c:v>
                </c:pt>
                <c:pt idx="874">
                  <c:v>1521</c:v>
                </c:pt>
                <c:pt idx="875">
                  <c:v>1483</c:v>
                </c:pt>
                <c:pt idx="876">
                  <c:v>1448</c:v>
                </c:pt>
                <c:pt idx="877">
                  <c:v>1414</c:v>
                </c:pt>
                <c:pt idx="878">
                  <c:v>1387</c:v>
                </c:pt>
                <c:pt idx="879">
                  <c:v>1358</c:v>
                </c:pt>
                <c:pt idx="880">
                  <c:v>1339</c:v>
                </c:pt>
                <c:pt idx="881">
                  <c:v>1326</c:v>
                </c:pt>
                <c:pt idx="882">
                  <c:v>1314</c:v>
                </c:pt>
                <c:pt idx="883">
                  <c:v>1306</c:v>
                </c:pt>
                <c:pt idx="884">
                  <c:v>1306</c:v>
                </c:pt>
                <c:pt idx="885">
                  <c:v>1310</c:v>
                </c:pt>
                <c:pt idx="886">
                  <c:v>1322</c:v>
                </c:pt>
                <c:pt idx="887">
                  <c:v>1351</c:v>
                </c:pt>
                <c:pt idx="888">
                  <c:v>1393</c:v>
                </c:pt>
                <c:pt idx="889">
                  <c:v>1427</c:v>
                </c:pt>
                <c:pt idx="890">
                  <c:v>1458</c:v>
                </c:pt>
                <c:pt idx="891">
                  <c:v>1502</c:v>
                </c:pt>
                <c:pt idx="892">
                  <c:v>1539</c:v>
                </c:pt>
                <c:pt idx="893">
                  <c:v>1577</c:v>
                </c:pt>
                <c:pt idx="894">
                  <c:v>1611</c:v>
                </c:pt>
                <c:pt idx="895">
                  <c:v>1642</c:v>
                </c:pt>
                <c:pt idx="896">
                  <c:v>1670</c:v>
                </c:pt>
                <c:pt idx="897">
                  <c:v>1692</c:v>
                </c:pt>
                <c:pt idx="898">
                  <c:v>1711</c:v>
                </c:pt>
                <c:pt idx="899">
                  <c:v>1728</c:v>
                </c:pt>
                <c:pt idx="900">
                  <c:v>1731</c:v>
                </c:pt>
                <c:pt idx="901">
                  <c:v>1738</c:v>
                </c:pt>
                <c:pt idx="902">
                  <c:v>1739</c:v>
                </c:pt>
                <c:pt idx="903">
                  <c:v>1732</c:v>
                </c:pt>
                <c:pt idx="904">
                  <c:v>1723</c:v>
                </c:pt>
                <c:pt idx="905">
                  <c:v>1711</c:v>
                </c:pt>
                <c:pt idx="906">
                  <c:v>1690</c:v>
                </c:pt>
                <c:pt idx="907">
                  <c:v>1661</c:v>
                </c:pt>
                <c:pt idx="908">
                  <c:v>1623</c:v>
                </c:pt>
                <c:pt idx="909">
                  <c:v>1592</c:v>
                </c:pt>
                <c:pt idx="910">
                  <c:v>1555</c:v>
                </c:pt>
                <c:pt idx="911">
                  <c:v>1514</c:v>
                </c:pt>
                <c:pt idx="912">
                  <c:v>1475</c:v>
                </c:pt>
                <c:pt idx="913">
                  <c:v>1448</c:v>
                </c:pt>
                <c:pt idx="914">
                  <c:v>1410</c:v>
                </c:pt>
                <c:pt idx="915">
                  <c:v>1386</c:v>
                </c:pt>
                <c:pt idx="916">
                  <c:v>1360</c:v>
                </c:pt>
                <c:pt idx="917">
                  <c:v>1337</c:v>
                </c:pt>
                <c:pt idx="918">
                  <c:v>1322</c:v>
                </c:pt>
                <c:pt idx="919">
                  <c:v>1306</c:v>
                </c:pt>
                <c:pt idx="920">
                  <c:v>1303</c:v>
                </c:pt>
                <c:pt idx="921">
                  <c:v>1302</c:v>
                </c:pt>
                <c:pt idx="922">
                  <c:v>1307</c:v>
                </c:pt>
                <c:pt idx="923">
                  <c:v>1318</c:v>
                </c:pt>
                <c:pt idx="924">
                  <c:v>1355</c:v>
                </c:pt>
                <c:pt idx="925">
                  <c:v>1391</c:v>
                </c:pt>
                <c:pt idx="926">
                  <c:v>1428</c:v>
                </c:pt>
                <c:pt idx="927">
                  <c:v>1464</c:v>
                </c:pt>
                <c:pt idx="928">
                  <c:v>1502</c:v>
                </c:pt>
                <c:pt idx="929">
                  <c:v>1538</c:v>
                </c:pt>
                <c:pt idx="930">
                  <c:v>1579</c:v>
                </c:pt>
                <c:pt idx="931">
                  <c:v>1611</c:v>
                </c:pt>
                <c:pt idx="932">
                  <c:v>1642</c:v>
                </c:pt>
                <c:pt idx="933">
                  <c:v>1671</c:v>
                </c:pt>
                <c:pt idx="934">
                  <c:v>1696</c:v>
                </c:pt>
                <c:pt idx="935">
                  <c:v>1711</c:v>
                </c:pt>
                <c:pt idx="936">
                  <c:v>1728</c:v>
                </c:pt>
                <c:pt idx="937">
                  <c:v>1735</c:v>
                </c:pt>
                <c:pt idx="938">
                  <c:v>1739</c:v>
                </c:pt>
                <c:pt idx="939">
                  <c:v>1736</c:v>
                </c:pt>
                <c:pt idx="940">
                  <c:v>1732</c:v>
                </c:pt>
                <c:pt idx="941">
                  <c:v>1719</c:v>
                </c:pt>
                <c:pt idx="942">
                  <c:v>1708</c:v>
                </c:pt>
                <c:pt idx="943">
                  <c:v>1706</c:v>
                </c:pt>
                <c:pt idx="944">
                  <c:v>1651</c:v>
                </c:pt>
                <c:pt idx="945">
                  <c:v>1619</c:v>
                </c:pt>
                <c:pt idx="946">
                  <c:v>1583</c:v>
                </c:pt>
                <c:pt idx="947">
                  <c:v>1547</c:v>
                </c:pt>
                <c:pt idx="948">
                  <c:v>1512</c:v>
                </c:pt>
                <c:pt idx="949">
                  <c:v>1475</c:v>
                </c:pt>
                <c:pt idx="950">
                  <c:v>1442</c:v>
                </c:pt>
                <c:pt idx="951">
                  <c:v>1407</c:v>
                </c:pt>
                <c:pt idx="952">
                  <c:v>1380</c:v>
                </c:pt>
                <c:pt idx="953">
                  <c:v>1353</c:v>
                </c:pt>
                <c:pt idx="954">
                  <c:v>1334</c:v>
                </c:pt>
                <c:pt idx="955">
                  <c:v>1320</c:v>
                </c:pt>
                <c:pt idx="956">
                  <c:v>1308</c:v>
                </c:pt>
                <c:pt idx="957">
                  <c:v>1306</c:v>
                </c:pt>
                <c:pt idx="958">
                  <c:v>1306</c:v>
                </c:pt>
                <c:pt idx="959">
                  <c:v>1312</c:v>
                </c:pt>
                <c:pt idx="960">
                  <c:v>1322</c:v>
                </c:pt>
                <c:pt idx="961">
                  <c:v>1366</c:v>
                </c:pt>
                <c:pt idx="962">
                  <c:v>1395</c:v>
                </c:pt>
                <c:pt idx="963">
                  <c:v>1438</c:v>
                </c:pt>
                <c:pt idx="964">
                  <c:v>1473</c:v>
                </c:pt>
                <c:pt idx="965">
                  <c:v>1517</c:v>
                </c:pt>
                <c:pt idx="966">
                  <c:v>1547</c:v>
                </c:pt>
                <c:pt idx="967">
                  <c:v>1590</c:v>
                </c:pt>
                <c:pt idx="968">
                  <c:v>1625</c:v>
                </c:pt>
                <c:pt idx="969">
                  <c:v>1653</c:v>
                </c:pt>
                <c:pt idx="970">
                  <c:v>1679</c:v>
                </c:pt>
                <c:pt idx="971">
                  <c:v>1700</c:v>
                </c:pt>
                <c:pt idx="972">
                  <c:v>1719</c:v>
                </c:pt>
                <c:pt idx="973">
                  <c:v>1731</c:v>
                </c:pt>
                <c:pt idx="974">
                  <c:v>1736</c:v>
                </c:pt>
                <c:pt idx="975">
                  <c:v>1738</c:v>
                </c:pt>
                <c:pt idx="976">
                  <c:v>1733</c:v>
                </c:pt>
                <c:pt idx="977">
                  <c:v>1729</c:v>
                </c:pt>
                <c:pt idx="978">
                  <c:v>1713</c:v>
                </c:pt>
                <c:pt idx="979">
                  <c:v>1695</c:v>
                </c:pt>
                <c:pt idx="980">
                  <c:v>1671</c:v>
                </c:pt>
                <c:pt idx="981">
                  <c:v>1647</c:v>
                </c:pt>
                <c:pt idx="982">
                  <c:v>1608</c:v>
                </c:pt>
                <c:pt idx="983">
                  <c:v>1571</c:v>
                </c:pt>
                <c:pt idx="984">
                  <c:v>1539</c:v>
                </c:pt>
                <c:pt idx="985">
                  <c:v>1498</c:v>
                </c:pt>
                <c:pt idx="986">
                  <c:v>1464</c:v>
                </c:pt>
                <c:pt idx="987">
                  <c:v>1434</c:v>
                </c:pt>
                <c:pt idx="988">
                  <c:v>1401</c:v>
                </c:pt>
                <c:pt idx="989">
                  <c:v>1375</c:v>
                </c:pt>
                <c:pt idx="990">
                  <c:v>1354</c:v>
                </c:pt>
                <c:pt idx="991">
                  <c:v>1334</c:v>
                </c:pt>
                <c:pt idx="992">
                  <c:v>1319</c:v>
                </c:pt>
                <c:pt idx="993">
                  <c:v>1309</c:v>
                </c:pt>
                <c:pt idx="994">
                  <c:v>1306</c:v>
                </c:pt>
                <c:pt idx="995">
                  <c:v>1303</c:v>
                </c:pt>
                <c:pt idx="996">
                  <c:v>1311</c:v>
                </c:pt>
                <c:pt idx="997">
                  <c:v>1323</c:v>
                </c:pt>
                <c:pt idx="998">
                  <c:v>1370</c:v>
                </c:pt>
                <c:pt idx="999">
                  <c:v>1401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ED-479A-9822-51EFB2CCBE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4242704"/>
        <c:axId val="1114243184"/>
      </c:lineChart>
      <c:catAx>
        <c:axId val="11142427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14243184"/>
        <c:crosses val="autoZero"/>
        <c:auto val="1"/>
        <c:lblAlgn val="ctr"/>
        <c:lblOffset val="100"/>
        <c:noMultiLvlLbl val="0"/>
      </c:catAx>
      <c:valAx>
        <c:axId val="111424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14242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電壓回授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工作表1!$D$1:$D$1000</c:f>
              <c:numCache>
                <c:formatCode>General</c:formatCode>
                <c:ptCount val="1000"/>
                <c:pt idx="0">
                  <c:v>1861</c:v>
                </c:pt>
                <c:pt idx="1">
                  <c:v>1811</c:v>
                </c:pt>
                <c:pt idx="2">
                  <c:v>1779</c:v>
                </c:pt>
                <c:pt idx="3">
                  <c:v>1874</c:v>
                </c:pt>
                <c:pt idx="4">
                  <c:v>1791</c:v>
                </c:pt>
                <c:pt idx="5">
                  <c:v>1821</c:v>
                </c:pt>
                <c:pt idx="6">
                  <c:v>1879</c:v>
                </c:pt>
                <c:pt idx="7">
                  <c:v>1895</c:v>
                </c:pt>
                <c:pt idx="8">
                  <c:v>1941</c:v>
                </c:pt>
                <c:pt idx="9">
                  <c:v>1984</c:v>
                </c:pt>
                <c:pt idx="10">
                  <c:v>2015</c:v>
                </c:pt>
                <c:pt idx="11">
                  <c:v>2064</c:v>
                </c:pt>
                <c:pt idx="12">
                  <c:v>2095</c:v>
                </c:pt>
                <c:pt idx="13">
                  <c:v>2139</c:v>
                </c:pt>
                <c:pt idx="14">
                  <c:v>2174</c:v>
                </c:pt>
                <c:pt idx="15">
                  <c:v>2219</c:v>
                </c:pt>
                <c:pt idx="16">
                  <c:v>2251</c:v>
                </c:pt>
                <c:pt idx="17">
                  <c:v>2280</c:v>
                </c:pt>
                <c:pt idx="18">
                  <c:v>2311</c:v>
                </c:pt>
                <c:pt idx="19">
                  <c:v>2327</c:v>
                </c:pt>
                <c:pt idx="20">
                  <c:v>2341</c:v>
                </c:pt>
                <c:pt idx="21">
                  <c:v>2360</c:v>
                </c:pt>
                <c:pt idx="22">
                  <c:v>2243</c:v>
                </c:pt>
                <c:pt idx="23">
                  <c:v>2384</c:v>
                </c:pt>
                <c:pt idx="24">
                  <c:v>2301</c:v>
                </c:pt>
                <c:pt idx="25">
                  <c:v>2257</c:v>
                </c:pt>
                <c:pt idx="26">
                  <c:v>2254</c:v>
                </c:pt>
                <c:pt idx="27">
                  <c:v>2203</c:v>
                </c:pt>
                <c:pt idx="28">
                  <c:v>2149</c:v>
                </c:pt>
                <c:pt idx="29">
                  <c:v>2121</c:v>
                </c:pt>
                <c:pt idx="30">
                  <c:v>2079</c:v>
                </c:pt>
                <c:pt idx="31">
                  <c:v>2035</c:v>
                </c:pt>
                <c:pt idx="32">
                  <c:v>1993</c:v>
                </c:pt>
                <c:pt idx="33">
                  <c:v>1961</c:v>
                </c:pt>
                <c:pt idx="34">
                  <c:v>1925</c:v>
                </c:pt>
                <c:pt idx="35">
                  <c:v>1881</c:v>
                </c:pt>
                <c:pt idx="36">
                  <c:v>1857</c:v>
                </c:pt>
                <c:pt idx="37">
                  <c:v>1833</c:v>
                </c:pt>
                <c:pt idx="38">
                  <c:v>1809</c:v>
                </c:pt>
                <c:pt idx="39">
                  <c:v>1791</c:v>
                </c:pt>
                <c:pt idx="40">
                  <c:v>1864</c:v>
                </c:pt>
                <c:pt idx="41">
                  <c:v>1787</c:v>
                </c:pt>
                <c:pt idx="42">
                  <c:v>1809</c:v>
                </c:pt>
                <c:pt idx="43">
                  <c:v>1893</c:v>
                </c:pt>
                <c:pt idx="44">
                  <c:v>1907</c:v>
                </c:pt>
                <c:pt idx="45">
                  <c:v>1933</c:v>
                </c:pt>
                <c:pt idx="46">
                  <c:v>1991</c:v>
                </c:pt>
                <c:pt idx="47">
                  <c:v>2029</c:v>
                </c:pt>
                <c:pt idx="48">
                  <c:v>2063</c:v>
                </c:pt>
                <c:pt idx="49">
                  <c:v>2107</c:v>
                </c:pt>
                <c:pt idx="50">
                  <c:v>2135</c:v>
                </c:pt>
                <c:pt idx="51">
                  <c:v>2187</c:v>
                </c:pt>
                <c:pt idx="52">
                  <c:v>2223</c:v>
                </c:pt>
                <c:pt idx="53">
                  <c:v>2251</c:v>
                </c:pt>
                <c:pt idx="54">
                  <c:v>2288</c:v>
                </c:pt>
                <c:pt idx="55">
                  <c:v>2309</c:v>
                </c:pt>
                <c:pt idx="56">
                  <c:v>2329</c:v>
                </c:pt>
                <c:pt idx="57">
                  <c:v>2343</c:v>
                </c:pt>
                <c:pt idx="58">
                  <c:v>2359</c:v>
                </c:pt>
                <c:pt idx="59">
                  <c:v>2249</c:v>
                </c:pt>
                <c:pt idx="60">
                  <c:v>2360</c:v>
                </c:pt>
                <c:pt idx="61">
                  <c:v>2311</c:v>
                </c:pt>
                <c:pt idx="62">
                  <c:v>2241</c:v>
                </c:pt>
                <c:pt idx="63">
                  <c:v>2233</c:v>
                </c:pt>
                <c:pt idx="64">
                  <c:v>2202</c:v>
                </c:pt>
                <c:pt idx="65">
                  <c:v>2151</c:v>
                </c:pt>
                <c:pt idx="66">
                  <c:v>2103</c:v>
                </c:pt>
                <c:pt idx="67">
                  <c:v>2073</c:v>
                </c:pt>
                <c:pt idx="68">
                  <c:v>2024</c:v>
                </c:pt>
                <c:pt idx="69">
                  <c:v>1985</c:v>
                </c:pt>
                <c:pt idx="70">
                  <c:v>1959</c:v>
                </c:pt>
                <c:pt idx="71">
                  <c:v>1915</c:v>
                </c:pt>
                <c:pt idx="72">
                  <c:v>1880</c:v>
                </c:pt>
                <c:pt idx="73">
                  <c:v>1857</c:v>
                </c:pt>
                <c:pt idx="74">
                  <c:v>1829</c:v>
                </c:pt>
                <c:pt idx="75">
                  <c:v>1807</c:v>
                </c:pt>
                <c:pt idx="76">
                  <c:v>1779</c:v>
                </c:pt>
                <c:pt idx="77">
                  <c:v>1885</c:v>
                </c:pt>
                <c:pt idx="78">
                  <c:v>1825</c:v>
                </c:pt>
                <c:pt idx="79">
                  <c:v>1787</c:v>
                </c:pt>
                <c:pt idx="80">
                  <c:v>1897</c:v>
                </c:pt>
                <c:pt idx="81">
                  <c:v>1939</c:v>
                </c:pt>
                <c:pt idx="82">
                  <c:v>1929</c:v>
                </c:pt>
                <c:pt idx="83">
                  <c:v>1976</c:v>
                </c:pt>
                <c:pt idx="84">
                  <c:v>2043</c:v>
                </c:pt>
                <c:pt idx="85">
                  <c:v>2079</c:v>
                </c:pt>
                <c:pt idx="86">
                  <c:v>2101</c:v>
                </c:pt>
                <c:pt idx="87">
                  <c:v>2153</c:v>
                </c:pt>
                <c:pt idx="88">
                  <c:v>2195</c:v>
                </c:pt>
                <c:pt idx="89">
                  <c:v>2225</c:v>
                </c:pt>
                <c:pt idx="90">
                  <c:v>2257</c:v>
                </c:pt>
                <c:pt idx="91">
                  <c:v>2283</c:v>
                </c:pt>
                <c:pt idx="92">
                  <c:v>2317</c:v>
                </c:pt>
                <c:pt idx="93">
                  <c:v>2327</c:v>
                </c:pt>
                <c:pt idx="94">
                  <c:v>2345</c:v>
                </c:pt>
                <c:pt idx="95">
                  <c:v>2354</c:v>
                </c:pt>
                <c:pt idx="96">
                  <c:v>2271</c:v>
                </c:pt>
                <c:pt idx="97">
                  <c:v>2311</c:v>
                </c:pt>
                <c:pt idx="98">
                  <c:v>2331</c:v>
                </c:pt>
                <c:pt idx="99">
                  <c:v>2243</c:v>
                </c:pt>
                <c:pt idx="100">
                  <c:v>2215</c:v>
                </c:pt>
                <c:pt idx="101">
                  <c:v>2197</c:v>
                </c:pt>
                <c:pt idx="102">
                  <c:v>2141</c:v>
                </c:pt>
                <c:pt idx="103">
                  <c:v>2104</c:v>
                </c:pt>
                <c:pt idx="104">
                  <c:v>2061</c:v>
                </c:pt>
                <c:pt idx="105">
                  <c:v>2017</c:v>
                </c:pt>
                <c:pt idx="106">
                  <c:v>1985</c:v>
                </c:pt>
                <c:pt idx="107">
                  <c:v>1945</c:v>
                </c:pt>
                <c:pt idx="108">
                  <c:v>1911</c:v>
                </c:pt>
                <c:pt idx="109">
                  <c:v>1875</c:v>
                </c:pt>
                <c:pt idx="110">
                  <c:v>1849</c:v>
                </c:pt>
                <c:pt idx="111">
                  <c:v>1826</c:v>
                </c:pt>
                <c:pt idx="112">
                  <c:v>1797</c:v>
                </c:pt>
                <c:pt idx="113">
                  <c:v>1783</c:v>
                </c:pt>
                <c:pt idx="114">
                  <c:v>1829</c:v>
                </c:pt>
                <c:pt idx="115">
                  <c:v>1873</c:v>
                </c:pt>
                <c:pt idx="116">
                  <c:v>1808</c:v>
                </c:pt>
                <c:pt idx="117">
                  <c:v>1857</c:v>
                </c:pt>
                <c:pt idx="118">
                  <c:v>1947</c:v>
                </c:pt>
                <c:pt idx="119">
                  <c:v>1961</c:v>
                </c:pt>
                <c:pt idx="120">
                  <c:v>1981</c:v>
                </c:pt>
                <c:pt idx="121">
                  <c:v>2047</c:v>
                </c:pt>
                <c:pt idx="122">
                  <c:v>2083</c:v>
                </c:pt>
                <c:pt idx="123">
                  <c:v>2125</c:v>
                </c:pt>
                <c:pt idx="124">
                  <c:v>2151</c:v>
                </c:pt>
                <c:pt idx="125">
                  <c:v>2195</c:v>
                </c:pt>
                <c:pt idx="126">
                  <c:v>2235</c:v>
                </c:pt>
                <c:pt idx="127">
                  <c:v>2258</c:v>
                </c:pt>
                <c:pt idx="128">
                  <c:v>2293</c:v>
                </c:pt>
                <c:pt idx="129">
                  <c:v>2315</c:v>
                </c:pt>
                <c:pt idx="130">
                  <c:v>2335</c:v>
                </c:pt>
                <c:pt idx="131">
                  <c:v>2349</c:v>
                </c:pt>
                <c:pt idx="132">
                  <c:v>2359</c:v>
                </c:pt>
                <c:pt idx="133">
                  <c:v>2337</c:v>
                </c:pt>
                <c:pt idx="134">
                  <c:v>2281</c:v>
                </c:pt>
                <c:pt idx="135">
                  <c:v>2316</c:v>
                </c:pt>
                <c:pt idx="136">
                  <c:v>2263</c:v>
                </c:pt>
                <c:pt idx="137">
                  <c:v>2209</c:v>
                </c:pt>
                <c:pt idx="138">
                  <c:v>2178</c:v>
                </c:pt>
                <c:pt idx="139">
                  <c:v>2143</c:v>
                </c:pt>
                <c:pt idx="140">
                  <c:v>2087</c:v>
                </c:pt>
                <c:pt idx="141">
                  <c:v>2053</c:v>
                </c:pt>
                <c:pt idx="142">
                  <c:v>2015</c:v>
                </c:pt>
                <c:pt idx="143">
                  <c:v>1970</c:v>
                </c:pt>
                <c:pt idx="144">
                  <c:v>1943</c:v>
                </c:pt>
                <c:pt idx="145">
                  <c:v>1905</c:v>
                </c:pt>
                <c:pt idx="146">
                  <c:v>1873</c:v>
                </c:pt>
                <c:pt idx="147">
                  <c:v>1849</c:v>
                </c:pt>
                <c:pt idx="148">
                  <c:v>1815</c:v>
                </c:pt>
                <c:pt idx="149">
                  <c:v>1795</c:v>
                </c:pt>
                <c:pt idx="150">
                  <c:v>1769</c:v>
                </c:pt>
                <c:pt idx="151">
                  <c:v>1771</c:v>
                </c:pt>
                <c:pt idx="152">
                  <c:v>1875</c:v>
                </c:pt>
                <c:pt idx="153">
                  <c:v>1857</c:v>
                </c:pt>
                <c:pt idx="154">
                  <c:v>1849</c:v>
                </c:pt>
                <c:pt idx="155">
                  <c:v>1918</c:v>
                </c:pt>
                <c:pt idx="156">
                  <c:v>1975</c:v>
                </c:pt>
                <c:pt idx="157">
                  <c:v>2003</c:v>
                </c:pt>
                <c:pt idx="158">
                  <c:v>2035</c:v>
                </c:pt>
                <c:pt idx="159">
                  <c:v>2100</c:v>
                </c:pt>
                <c:pt idx="160">
                  <c:v>2129</c:v>
                </c:pt>
                <c:pt idx="161">
                  <c:v>2157</c:v>
                </c:pt>
                <c:pt idx="162">
                  <c:v>2203</c:v>
                </c:pt>
                <c:pt idx="163">
                  <c:v>2234</c:v>
                </c:pt>
                <c:pt idx="164">
                  <c:v>2263</c:v>
                </c:pt>
                <c:pt idx="165">
                  <c:v>2293</c:v>
                </c:pt>
                <c:pt idx="166">
                  <c:v>2323</c:v>
                </c:pt>
                <c:pt idx="167">
                  <c:v>2342</c:v>
                </c:pt>
                <c:pt idx="168">
                  <c:v>2353</c:v>
                </c:pt>
                <c:pt idx="169">
                  <c:v>2345</c:v>
                </c:pt>
                <c:pt idx="170">
                  <c:v>2385</c:v>
                </c:pt>
                <c:pt idx="171">
                  <c:v>2263</c:v>
                </c:pt>
                <c:pt idx="172">
                  <c:v>2289</c:v>
                </c:pt>
                <c:pt idx="173">
                  <c:v>2265</c:v>
                </c:pt>
                <c:pt idx="174">
                  <c:v>2207</c:v>
                </c:pt>
                <c:pt idx="175">
                  <c:v>2175</c:v>
                </c:pt>
                <c:pt idx="176">
                  <c:v>2131</c:v>
                </c:pt>
                <c:pt idx="177">
                  <c:v>2089</c:v>
                </c:pt>
                <c:pt idx="178">
                  <c:v>2047</c:v>
                </c:pt>
                <c:pt idx="179">
                  <c:v>2007</c:v>
                </c:pt>
                <c:pt idx="180">
                  <c:v>1975</c:v>
                </c:pt>
                <c:pt idx="181">
                  <c:v>1933</c:v>
                </c:pt>
                <c:pt idx="182">
                  <c:v>1898</c:v>
                </c:pt>
                <c:pt idx="183">
                  <c:v>1871</c:v>
                </c:pt>
                <c:pt idx="184">
                  <c:v>1840</c:v>
                </c:pt>
                <c:pt idx="185">
                  <c:v>1816</c:v>
                </c:pt>
                <c:pt idx="186">
                  <c:v>1782</c:v>
                </c:pt>
                <c:pt idx="187">
                  <c:v>1813</c:v>
                </c:pt>
                <c:pt idx="188">
                  <c:v>1752</c:v>
                </c:pt>
                <c:pt idx="189">
                  <c:v>1844</c:v>
                </c:pt>
                <c:pt idx="190">
                  <c:v>1879</c:v>
                </c:pt>
                <c:pt idx="191">
                  <c:v>1877</c:v>
                </c:pt>
                <c:pt idx="192">
                  <c:v>1928</c:v>
                </c:pt>
                <c:pt idx="193">
                  <c:v>1983</c:v>
                </c:pt>
                <c:pt idx="194">
                  <c:v>2005</c:v>
                </c:pt>
                <c:pt idx="195">
                  <c:v>2057</c:v>
                </c:pt>
                <c:pt idx="196">
                  <c:v>2095</c:v>
                </c:pt>
                <c:pt idx="197">
                  <c:v>2126</c:v>
                </c:pt>
                <c:pt idx="198">
                  <c:v>2167</c:v>
                </c:pt>
                <c:pt idx="199">
                  <c:v>2205</c:v>
                </c:pt>
                <c:pt idx="200">
                  <c:v>2243</c:v>
                </c:pt>
                <c:pt idx="201">
                  <c:v>2271</c:v>
                </c:pt>
                <c:pt idx="202">
                  <c:v>2303</c:v>
                </c:pt>
                <c:pt idx="203">
                  <c:v>2328</c:v>
                </c:pt>
                <c:pt idx="204">
                  <c:v>2339</c:v>
                </c:pt>
                <c:pt idx="205">
                  <c:v>2356</c:v>
                </c:pt>
                <c:pt idx="206">
                  <c:v>2295</c:v>
                </c:pt>
                <c:pt idx="207">
                  <c:v>2405</c:v>
                </c:pt>
                <c:pt idx="208">
                  <c:v>2303</c:v>
                </c:pt>
                <c:pt idx="209">
                  <c:v>2278</c:v>
                </c:pt>
                <c:pt idx="210">
                  <c:v>2257</c:v>
                </c:pt>
                <c:pt idx="211">
                  <c:v>2207</c:v>
                </c:pt>
                <c:pt idx="212">
                  <c:v>2155</c:v>
                </c:pt>
                <c:pt idx="213">
                  <c:v>2126</c:v>
                </c:pt>
                <c:pt idx="214">
                  <c:v>2087</c:v>
                </c:pt>
                <c:pt idx="215">
                  <c:v>2035</c:v>
                </c:pt>
                <c:pt idx="216">
                  <c:v>2003</c:v>
                </c:pt>
                <c:pt idx="217">
                  <c:v>1971</c:v>
                </c:pt>
                <c:pt idx="218">
                  <c:v>1927</c:v>
                </c:pt>
                <c:pt idx="219">
                  <c:v>1893</c:v>
                </c:pt>
                <c:pt idx="220">
                  <c:v>1859</c:v>
                </c:pt>
                <c:pt idx="221">
                  <c:v>1840</c:v>
                </c:pt>
                <c:pt idx="222">
                  <c:v>1813</c:v>
                </c:pt>
                <c:pt idx="223">
                  <c:v>1779</c:v>
                </c:pt>
                <c:pt idx="224">
                  <c:v>1863</c:v>
                </c:pt>
                <c:pt idx="225">
                  <c:v>1737</c:v>
                </c:pt>
                <c:pt idx="226">
                  <c:v>1825</c:v>
                </c:pt>
                <c:pt idx="227">
                  <c:v>1877</c:v>
                </c:pt>
                <c:pt idx="228">
                  <c:v>1879</c:v>
                </c:pt>
                <c:pt idx="229">
                  <c:v>1937</c:v>
                </c:pt>
                <c:pt idx="230">
                  <c:v>1987</c:v>
                </c:pt>
                <c:pt idx="231">
                  <c:v>2022</c:v>
                </c:pt>
                <c:pt idx="232">
                  <c:v>2053</c:v>
                </c:pt>
                <c:pt idx="233">
                  <c:v>2101</c:v>
                </c:pt>
                <c:pt idx="234">
                  <c:v>2134</c:v>
                </c:pt>
                <c:pt idx="235">
                  <c:v>2173</c:v>
                </c:pt>
                <c:pt idx="236">
                  <c:v>2215</c:v>
                </c:pt>
                <c:pt idx="237">
                  <c:v>2241</c:v>
                </c:pt>
                <c:pt idx="238">
                  <c:v>2275</c:v>
                </c:pt>
                <c:pt idx="239">
                  <c:v>2311</c:v>
                </c:pt>
                <c:pt idx="240">
                  <c:v>2327</c:v>
                </c:pt>
                <c:pt idx="241">
                  <c:v>2341</c:v>
                </c:pt>
                <c:pt idx="242">
                  <c:v>2355</c:v>
                </c:pt>
                <c:pt idx="243">
                  <c:v>2257</c:v>
                </c:pt>
                <c:pt idx="244">
                  <c:v>2369</c:v>
                </c:pt>
                <c:pt idx="245">
                  <c:v>2297</c:v>
                </c:pt>
                <c:pt idx="246">
                  <c:v>2259</c:v>
                </c:pt>
                <c:pt idx="247">
                  <c:v>2255</c:v>
                </c:pt>
                <c:pt idx="248">
                  <c:v>2199</c:v>
                </c:pt>
                <c:pt idx="249">
                  <c:v>2149</c:v>
                </c:pt>
                <c:pt idx="250">
                  <c:v>2120</c:v>
                </c:pt>
                <c:pt idx="251">
                  <c:v>2079</c:v>
                </c:pt>
                <c:pt idx="252">
                  <c:v>2037</c:v>
                </c:pt>
                <c:pt idx="253">
                  <c:v>1993</c:v>
                </c:pt>
                <c:pt idx="254">
                  <c:v>1963</c:v>
                </c:pt>
                <c:pt idx="255">
                  <c:v>1924</c:v>
                </c:pt>
                <c:pt idx="256">
                  <c:v>1879</c:v>
                </c:pt>
                <c:pt idx="257">
                  <c:v>1857</c:v>
                </c:pt>
                <c:pt idx="258">
                  <c:v>1833</c:v>
                </c:pt>
                <c:pt idx="259">
                  <c:v>1811</c:v>
                </c:pt>
                <c:pt idx="260">
                  <c:v>1789</c:v>
                </c:pt>
                <c:pt idx="261">
                  <c:v>1901</c:v>
                </c:pt>
                <c:pt idx="262">
                  <c:v>1772</c:v>
                </c:pt>
                <c:pt idx="263">
                  <c:v>1813</c:v>
                </c:pt>
                <c:pt idx="264">
                  <c:v>1909</c:v>
                </c:pt>
                <c:pt idx="265">
                  <c:v>1899</c:v>
                </c:pt>
                <c:pt idx="266">
                  <c:v>1922</c:v>
                </c:pt>
                <c:pt idx="267">
                  <c:v>1997</c:v>
                </c:pt>
                <c:pt idx="268">
                  <c:v>2033</c:v>
                </c:pt>
                <c:pt idx="269">
                  <c:v>2059</c:v>
                </c:pt>
                <c:pt idx="270">
                  <c:v>2105</c:v>
                </c:pt>
                <c:pt idx="271">
                  <c:v>2141</c:v>
                </c:pt>
                <c:pt idx="272">
                  <c:v>2185</c:v>
                </c:pt>
                <c:pt idx="273">
                  <c:v>2211</c:v>
                </c:pt>
                <c:pt idx="274">
                  <c:v>2256</c:v>
                </c:pt>
                <c:pt idx="275">
                  <c:v>2288</c:v>
                </c:pt>
                <c:pt idx="276">
                  <c:v>2309</c:v>
                </c:pt>
                <c:pt idx="277">
                  <c:v>2330</c:v>
                </c:pt>
                <c:pt idx="278">
                  <c:v>2343</c:v>
                </c:pt>
                <c:pt idx="279">
                  <c:v>2359</c:v>
                </c:pt>
                <c:pt idx="280">
                  <c:v>2264</c:v>
                </c:pt>
                <c:pt idx="281">
                  <c:v>2347</c:v>
                </c:pt>
                <c:pt idx="282">
                  <c:v>2327</c:v>
                </c:pt>
                <c:pt idx="283">
                  <c:v>2247</c:v>
                </c:pt>
                <c:pt idx="284">
                  <c:v>2221</c:v>
                </c:pt>
                <c:pt idx="285">
                  <c:v>2211</c:v>
                </c:pt>
                <c:pt idx="286">
                  <c:v>2149</c:v>
                </c:pt>
                <c:pt idx="287">
                  <c:v>2103</c:v>
                </c:pt>
                <c:pt idx="288">
                  <c:v>2075</c:v>
                </c:pt>
                <c:pt idx="289">
                  <c:v>2026</c:v>
                </c:pt>
                <c:pt idx="290">
                  <c:v>1993</c:v>
                </c:pt>
                <c:pt idx="291">
                  <c:v>1959</c:v>
                </c:pt>
                <c:pt idx="292">
                  <c:v>1913</c:v>
                </c:pt>
                <c:pt idx="293">
                  <c:v>1882</c:v>
                </c:pt>
                <c:pt idx="294">
                  <c:v>1855</c:v>
                </c:pt>
                <c:pt idx="295">
                  <c:v>1829</c:v>
                </c:pt>
                <c:pt idx="296">
                  <c:v>1801</c:v>
                </c:pt>
                <c:pt idx="297">
                  <c:v>1786</c:v>
                </c:pt>
                <c:pt idx="298">
                  <c:v>1889</c:v>
                </c:pt>
                <c:pt idx="299">
                  <c:v>1809</c:v>
                </c:pt>
                <c:pt idx="300">
                  <c:v>1784</c:v>
                </c:pt>
                <c:pt idx="301">
                  <c:v>1897</c:v>
                </c:pt>
                <c:pt idx="302">
                  <c:v>1941</c:v>
                </c:pt>
                <c:pt idx="303">
                  <c:v>1937</c:v>
                </c:pt>
                <c:pt idx="304">
                  <c:v>1971</c:v>
                </c:pt>
                <c:pt idx="305">
                  <c:v>2043</c:v>
                </c:pt>
                <c:pt idx="306">
                  <c:v>2077</c:v>
                </c:pt>
                <c:pt idx="307">
                  <c:v>2104</c:v>
                </c:pt>
                <c:pt idx="308">
                  <c:v>2151</c:v>
                </c:pt>
                <c:pt idx="309">
                  <c:v>2190</c:v>
                </c:pt>
                <c:pt idx="310">
                  <c:v>2229</c:v>
                </c:pt>
                <c:pt idx="311">
                  <c:v>2253</c:v>
                </c:pt>
                <c:pt idx="312">
                  <c:v>2283</c:v>
                </c:pt>
                <c:pt idx="313">
                  <c:v>2320</c:v>
                </c:pt>
                <c:pt idx="314">
                  <c:v>2333</c:v>
                </c:pt>
                <c:pt idx="315">
                  <c:v>2345</c:v>
                </c:pt>
                <c:pt idx="316">
                  <c:v>2345</c:v>
                </c:pt>
                <c:pt idx="317">
                  <c:v>2279</c:v>
                </c:pt>
                <c:pt idx="318">
                  <c:v>2295</c:v>
                </c:pt>
                <c:pt idx="319">
                  <c:v>2333</c:v>
                </c:pt>
                <c:pt idx="320">
                  <c:v>2259</c:v>
                </c:pt>
                <c:pt idx="321">
                  <c:v>2205</c:v>
                </c:pt>
                <c:pt idx="322">
                  <c:v>2197</c:v>
                </c:pt>
                <c:pt idx="323">
                  <c:v>2143</c:v>
                </c:pt>
                <c:pt idx="324">
                  <c:v>2104</c:v>
                </c:pt>
                <c:pt idx="325">
                  <c:v>2061</c:v>
                </c:pt>
                <c:pt idx="326">
                  <c:v>2023</c:v>
                </c:pt>
                <c:pt idx="327">
                  <c:v>1984</c:v>
                </c:pt>
                <c:pt idx="328">
                  <c:v>1947</c:v>
                </c:pt>
                <c:pt idx="329">
                  <c:v>1915</c:v>
                </c:pt>
                <c:pt idx="330">
                  <c:v>1875</c:v>
                </c:pt>
                <c:pt idx="331">
                  <c:v>1851</c:v>
                </c:pt>
                <c:pt idx="332">
                  <c:v>1823</c:v>
                </c:pt>
                <c:pt idx="333">
                  <c:v>1799</c:v>
                </c:pt>
                <c:pt idx="334">
                  <c:v>1783</c:v>
                </c:pt>
                <c:pt idx="335">
                  <c:v>1831</c:v>
                </c:pt>
                <c:pt idx="336">
                  <c:v>1872</c:v>
                </c:pt>
                <c:pt idx="337">
                  <c:v>1803</c:v>
                </c:pt>
                <c:pt idx="338">
                  <c:v>1857</c:v>
                </c:pt>
                <c:pt idx="339">
                  <c:v>1939</c:v>
                </c:pt>
                <c:pt idx="340">
                  <c:v>1961</c:v>
                </c:pt>
                <c:pt idx="341">
                  <c:v>1981</c:v>
                </c:pt>
                <c:pt idx="342">
                  <c:v>2033</c:v>
                </c:pt>
                <c:pt idx="343">
                  <c:v>2083</c:v>
                </c:pt>
                <c:pt idx="344">
                  <c:v>2119</c:v>
                </c:pt>
                <c:pt idx="345">
                  <c:v>2149</c:v>
                </c:pt>
                <c:pt idx="346">
                  <c:v>2201</c:v>
                </c:pt>
                <c:pt idx="347">
                  <c:v>2234</c:v>
                </c:pt>
                <c:pt idx="348">
                  <c:v>2258</c:v>
                </c:pt>
                <c:pt idx="349">
                  <c:v>2293</c:v>
                </c:pt>
                <c:pt idx="350">
                  <c:v>2317</c:v>
                </c:pt>
                <c:pt idx="351">
                  <c:v>2335</c:v>
                </c:pt>
                <c:pt idx="352">
                  <c:v>2347</c:v>
                </c:pt>
                <c:pt idx="353">
                  <c:v>2365</c:v>
                </c:pt>
                <c:pt idx="354">
                  <c:v>2335</c:v>
                </c:pt>
                <c:pt idx="355">
                  <c:v>2281</c:v>
                </c:pt>
                <c:pt idx="356">
                  <c:v>2295</c:v>
                </c:pt>
                <c:pt idx="357">
                  <c:v>2277</c:v>
                </c:pt>
                <c:pt idx="358">
                  <c:v>2207</c:v>
                </c:pt>
                <c:pt idx="359">
                  <c:v>2175</c:v>
                </c:pt>
                <c:pt idx="360">
                  <c:v>2143</c:v>
                </c:pt>
                <c:pt idx="361">
                  <c:v>2097</c:v>
                </c:pt>
                <c:pt idx="362">
                  <c:v>2059</c:v>
                </c:pt>
                <c:pt idx="363">
                  <c:v>2011</c:v>
                </c:pt>
                <c:pt idx="364">
                  <c:v>1973</c:v>
                </c:pt>
                <c:pt idx="365">
                  <c:v>1943</c:v>
                </c:pt>
                <c:pt idx="366">
                  <c:v>1899</c:v>
                </c:pt>
                <c:pt idx="367">
                  <c:v>1873</c:v>
                </c:pt>
                <c:pt idx="368">
                  <c:v>1851</c:v>
                </c:pt>
                <c:pt idx="369">
                  <c:v>1821</c:v>
                </c:pt>
                <c:pt idx="370">
                  <c:v>1797</c:v>
                </c:pt>
                <c:pt idx="371">
                  <c:v>1772</c:v>
                </c:pt>
                <c:pt idx="372">
                  <c:v>1781</c:v>
                </c:pt>
                <c:pt idx="373">
                  <c:v>1885</c:v>
                </c:pt>
                <c:pt idx="374">
                  <c:v>1840</c:v>
                </c:pt>
                <c:pt idx="375">
                  <c:v>1867</c:v>
                </c:pt>
                <c:pt idx="376">
                  <c:v>1923</c:v>
                </c:pt>
                <c:pt idx="377">
                  <c:v>1973</c:v>
                </c:pt>
                <c:pt idx="378">
                  <c:v>1995</c:v>
                </c:pt>
                <c:pt idx="379">
                  <c:v>2043</c:v>
                </c:pt>
                <c:pt idx="380">
                  <c:v>2097</c:v>
                </c:pt>
                <c:pt idx="381">
                  <c:v>2121</c:v>
                </c:pt>
                <c:pt idx="382">
                  <c:v>2163</c:v>
                </c:pt>
                <c:pt idx="383">
                  <c:v>2205</c:v>
                </c:pt>
                <c:pt idx="384">
                  <c:v>2231</c:v>
                </c:pt>
                <c:pt idx="385">
                  <c:v>2265</c:v>
                </c:pt>
                <c:pt idx="386">
                  <c:v>2291</c:v>
                </c:pt>
                <c:pt idx="387">
                  <c:v>2325</c:v>
                </c:pt>
                <c:pt idx="388">
                  <c:v>2335</c:v>
                </c:pt>
                <c:pt idx="389">
                  <c:v>2351</c:v>
                </c:pt>
                <c:pt idx="390">
                  <c:v>2347</c:v>
                </c:pt>
                <c:pt idx="391">
                  <c:v>2370</c:v>
                </c:pt>
                <c:pt idx="392">
                  <c:v>2301</c:v>
                </c:pt>
                <c:pt idx="393">
                  <c:v>2277</c:v>
                </c:pt>
                <c:pt idx="394">
                  <c:v>2267</c:v>
                </c:pt>
                <c:pt idx="395">
                  <c:v>2219</c:v>
                </c:pt>
                <c:pt idx="396">
                  <c:v>2173</c:v>
                </c:pt>
                <c:pt idx="397">
                  <c:v>2131</c:v>
                </c:pt>
                <c:pt idx="398">
                  <c:v>2096</c:v>
                </c:pt>
                <c:pt idx="399">
                  <c:v>2047</c:v>
                </c:pt>
                <c:pt idx="400">
                  <c:v>2006</c:v>
                </c:pt>
                <c:pt idx="401">
                  <c:v>1977</c:v>
                </c:pt>
                <c:pt idx="402">
                  <c:v>1928</c:v>
                </c:pt>
                <c:pt idx="403">
                  <c:v>1900</c:v>
                </c:pt>
                <c:pt idx="404">
                  <c:v>1872</c:v>
                </c:pt>
                <c:pt idx="405">
                  <c:v>1844</c:v>
                </c:pt>
                <c:pt idx="406">
                  <c:v>1816</c:v>
                </c:pt>
                <c:pt idx="407">
                  <c:v>1791</c:v>
                </c:pt>
                <c:pt idx="408">
                  <c:v>1805</c:v>
                </c:pt>
                <c:pt idx="409">
                  <c:v>1733</c:v>
                </c:pt>
                <c:pt idx="410">
                  <c:v>1863</c:v>
                </c:pt>
                <c:pt idx="411">
                  <c:v>1865</c:v>
                </c:pt>
                <c:pt idx="412">
                  <c:v>1875</c:v>
                </c:pt>
                <c:pt idx="413">
                  <c:v>1927</c:v>
                </c:pt>
                <c:pt idx="414">
                  <c:v>1969</c:v>
                </c:pt>
                <c:pt idx="415">
                  <c:v>2005</c:v>
                </c:pt>
                <c:pt idx="416">
                  <c:v>2057</c:v>
                </c:pt>
                <c:pt idx="417">
                  <c:v>2090</c:v>
                </c:pt>
                <c:pt idx="418">
                  <c:v>2133</c:v>
                </c:pt>
                <c:pt idx="419">
                  <c:v>2168</c:v>
                </c:pt>
                <c:pt idx="420">
                  <c:v>2207</c:v>
                </c:pt>
                <c:pt idx="421">
                  <c:v>2244</c:v>
                </c:pt>
                <c:pt idx="422">
                  <c:v>2269</c:v>
                </c:pt>
                <c:pt idx="423">
                  <c:v>2305</c:v>
                </c:pt>
                <c:pt idx="424">
                  <c:v>2320</c:v>
                </c:pt>
                <c:pt idx="425">
                  <c:v>2335</c:v>
                </c:pt>
                <c:pt idx="426">
                  <c:v>2353</c:v>
                </c:pt>
                <c:pt idx="427">
                  <c:v>2312</c:v>
                </c:pt>
                <c:pt idx="428">
                  <c:v>2371</c:v>
                </c:pt>
                <c:pt idx="429">
                  <c:v>2297</c:v>
                </c:pt>
                <c:pt idx="430">
                  <c:v>2269</c:v>
                </c:pt>
                <c:pt idx="431">
                  <c:v>2261</c:v>
                </c:pt>
                <c:pt idx="432">
                  <c:v>2203</c:v>
                </c:pt>
                <c:pt idx="433">
                  <c:v>2158</c:v>
                </c:pt>
                <c:pt idx="434">
                  <c:v>2131</c:v>
                </c:pt>
                <c:pt idx="435">
                  <c:v>2085</c:v>
                </c:pt>
                <c:pt idx="436">
                  <c:v>2040</c:v>
                </c:pt>
                <c:pt idx="437">
                  <c:v>2007</c:v>
                </c:pt>
                <c:pt idx="438">
                  <c:v>1959</c:v>
                </c:pt>
                <c:pt idx="439">
                  <c:v>1931</c:v>
                </c:pt>
                <c:pt idx="440">
                  <c:v>1891</c:v>
                </c:pt>
                <c:pt idx="441">
                  <c:v>1864</c:v>
                </c:pt>
                <c:pt idx="442">
                  <c:v>1841</c:v>
                </c:pt>
                <c:pt idx="443">
                  <c:v>1809</c:v>
                </c:pt>
                <c:pt idx="444">
                  <c:v>1778</c:v>
                </c:pt>
                <c:pt idx="445">
                  <c:v>1857</c:v>
                </c:pt>
                <c:pt idx="446">
                  <c:v>1731</c:v>
                </c:pt>
                <c:pt idx="447">
                  <c:v>1847</c:v>
                </c:pt>
                <c:pt idx="448">
                  <c:v>1875</c:v>
                </c:pt>
                <c:pt idx="449">
                  <c:v>1877</c:v>
                </c:pt>
                <c:pt idx="450">
                  <c:v>1928</c:v>
                </c:pt>
                <c:pt idx="451">
                  <c:v>1991</c:v>
                </c:pt>
                <c:pt idx="452">
                  <c:v>2015</c:v>
                </c:pt>
                <c:pt idx="453">
                  <c:v>2047</c:v>
                </c:pt>
                <c:pt idx="454">
                  <c:v>2107</c:v>
                </c:pt>
                <c:pt idx="455">
                  <c:v>2139</c:v>
                </c:pt>
                <c:pt idx="456">
                  <c:v>2167</c:v>
                </c:pt>
                <c:pt idx="457">
                  <c:v>2213</c:v>
                </c:pt>
                <c:pt idx="458">
                  <c:v>2243</c:v>
                </c:pt>
                <c:pt idx="459">
                  <c:v>2279</c:v>
                </c:pt>
                <c:pt idx="460">
                  <c:v>2301</c:v>
                </c:pt>
                <c:pt idx="461">
                  <c:v>2331</c:v>
                </c:pt>
                <c:pt idx="462">
                  <c:v>2345</c:v>
                </c:pt>
                <c:pt idx="463">
                  <c:v>2355</c:v>
                </c:pt>
                <c:pt idx="464">
                  <c:v>2261</c:v>
                </c:pt>
                <c:pt idx="465">
                  <c:v>2389</c:v>
                </c:pt>
                <c:pt idx="466">
                  <c:v>2307</c:v>
                </c:pt>
                <c:pt idx="467">
                  <c:v>2249</c:v>
                </c:pt>
                <c:pt idx="468">
                  <c:v>2259</c:v>
                </c:pt>
                <c:pt idx="469">
                  <c:v>2207</c:v>
                </c:pt>
                <c:pt idx="470">
                  <c:v>2155</c:v>
                </c:pt>
                <c:pt idx="471">
                  <c:v>2113</c:v>
                </c:pt>
                <c:pt idx="472">
                  <c:v>2081</c:v>
                </c:pt>
                <c:pt idx="473">
                  <c:v>2035</c:v>
                </c:pt>
                <c:pt idx="474">
                  <c:v>1992</c:v>
                </c:pt>
                <c:pt idx="475">
                  <c:v>1968</c:v>
                </c:pt>
                <c:pt idx="476">
                  <c:v>1925</c:v>
                </c:pt>
                <c:pt idx="477">
                  <c:v>1889</c:v>
                </c:pt>
                <c:pt idx="478">
                  <c:v>1859</c:v>
                </c:pt>
                <c:pt idx="479">
                  <c:v>1834</c:v>
                </c:pt>
                <c:pt idx="480">
                  <c:v>1809</c:v>
                </c:pt>
                <c:pt idx="481">
                  <c:v>1789</c:v>
                </c:pt>
                <c:pt idx="482">
                  <c:v>1899</c:v>
                </c:pt>
                <c:pt idx="483">
                  <c:v>1761</c:v>
                </c:pt>
                <c:pt idx="484">
                  <c:v>1833</c:v>
                </c:pt>
                <c:pt idx="485">
                  <c:v>1901</c:v>
                </c:pt>
                <c:pt idx="486">
                  <c:v>1894</c:v>
                </c:pt>
                <c:pt idx="487">
                  <c:v>1927</c:v>
                </c:pt>
                <c:pt idx="488">
                  <c:v>1997</c:v>
                </c:pt>
                <c:pt idx="489">
                  <c:v>2026</c:v>
                </c:pt>
                <c:pt idx="490">
                  <c:v>2071</c:v>
                </c:pt>
                <c:pt idx="491">
                  <c:v>2103</c:v>
                </c:pt>
                <c:pt idx="492">
                  <c:v>2137</c:v>
                </c:pt>
                <c:pt idx="493">
                  <c:v>2179</c:v>
                </c:pt>
                <c:pt idx="494">
                  <c:v>2215</c:v>
                </c:pt>
                <c:pt idx="495">
                  <c:v>2256</c:v>
                </c:pt>
                <c:pt idx="496">
                  <c:v>2280</c:v>
                </c:pt>
                <c:pt idx="497">
                  <c:v>2312</c:v>
                </c:pt>
                <c:pt idx="498">
                  <c:v>2329</c:v>
                </c:pt>
                <c:pt idx="499">
                  <c:v>2341</c:v>
                </c:pt>
                <c:pt idx="500">
                  <c:v>2361</c:v>
                </c:pt>
                <c:pt idx="501">
                  <c:v>2242</c:v>
                </c:pt>
                <c:pt idx="502">
                  <c:v>2353</c:v>
                </c:pt>
                <c:pt idx="503">
                  <c:v>2333</c:v>
                </c:pt>
                <c:pt idx="504">
                  <c:v>2235</c:v>
                </c:pt>
                <c:pt idx="505">
                  <c:v>2227</c:v>
                </c:pt>
                <c:pt idx="506">
                  <c:v>2207</c:v>
                </c:pt>
                <c:pt idx="507">
                  <c:v>2145</c:v>
                </c:pt>
                <c:pt idx="508">
                  <c:v>2105</c:v>
                </c:pt>
                <c:pt idx="509">
                  <c:v>2075</c:v>
                </c:pt>
                <c:pt idx="510">
                  <c:v>2023</c:v>
                </c:pt>
                <c:pt idx="511">
                  <c:v>1991</c:v>
                </c:pt>
                <c:pt idx="512">
                  <c:v>1960</c:v>
                </c:pt>
                <c:pt idx="513">
                  <c:v>1919</c:v>
                </c:pt>
                <c:pt idx="514">
                  <c:v>1882</c:v>
                </c:pt>
                <c:pt idx="515">
                  <c:v>1853</c:v>
                </c:pt>
                <c:pt idx="516">
                  <c:v>1829</c:v>
                </c:pt>
                <c:pt idx="517">
                  <c:v>1803</c:v>
                </c:pt>
                <c:pt idx="518">
                  <c:v>1788</c:v>
                </c:pt>
                <c:pt idx="519">
                  <c:v>1873</c:v>
                </c:pt>
                <c:pt idx="520">
                  <c:v>1811</c:v>
                </c:pt>
                <c:pt idx="521">
                  <c:v>1791</c:v>
                </c:pt>
                <c:pt idx="522">
                  <c:v>1877</c:v>
                </c:pt>
                <c:pt idx="523">
                  <c:v>1939</c:v>
                </c:pt>
                <c:pt idx="524">
                  <c:v>1936</c:v>
                </c:pt>
                <c:pt idx="525">
                  <c:v>1977</c:v>
                </c:pt>
                <c:pt idx="526">
                  <c:v>2039</c:v>
                </c:pt>
                <c:pt idx="527">
                  <c:v>2077</c:v>
                </c:pt>
                <c:pt idx="528">
                  <c:v>2104</c:v>
                </c:pt>
                <c:pt idx="529">
                  <c:v>2142</c:v>
                </c:pt>
                <c:pt idx="530">
                  <c:v>2183</c:v>
                </c:pt>
                <c:pt idx="531">
                  <c:v>2227</c:v>
                </c:pt>
                <c:pt idx="532">
                  <c:v>2250</c:v>
                </c:pt>
                <c:pt idx="533">
                  <c:v>2289</c:v>
                </c:pt>
                <c:pt idx="534">
                  <c:v>2320</c:v>
                </c:pt>
                <c:pt idx="535">
                  <c:v>2333</c:v>
                </c:pt>
                <c:pt idx="536">
                  <c:v>2347</c:v>
                </c:pt>
                <c:pt idx="537">
                  <c:v>2331</c:v>
                </c:pt>
                <c:pt idx="538">
                  <c:v>2271</c:v>
                </c:pt>
                <c:pt idx="539">
                  <c:v>2305</c:v>
                </c:pt>
                <c:pt idx="540">
                  <c:v>2335</c:v>
                </c:pt>
                <c:pt idx="541">
                  <c:v>2252</c:v>
                </c:pt>
                <c:pt idx="542">
                  <c:v>2224</c:v>
                </c:pt>
                <c:pt idx="543">
                  <c:v>2189</c:v>
                </c:pt>
                <c:pt idx="544">
                  <c:v>2147</c:v>
                </c:pt>
                <c:pt idx="545">
                  <c:v>2103</c:v>
                </c:pt>
                <c:pt idx="546">
                  <c:v>2065</c:v>
                </c:pt>
                <c:pt idx="547">
                  <c:v>2025</c:v>
                </c:pt>
                <c:pt idx="548">
                  <c:v>1984</c:v>
                </c:pt>
                <c:pt idx="549">
                  <c:v>1951</c:v>
                </c:pt>
                <c:pt idx="550">
                  <c:v>1911</c:v>
                </c:pt>
                <c:pt idx="551">
                  <c:v>1873</c:v>
                </c:pt>
                <c:pt idx="552">
                  <c:v>1851</c:v>
                </c:pt>
                <c:pt idx="553">
                  <c:v>1823</c:v>
                </c:pt>
                <c:pt idx="554">
                  <c:v>1799</c:v>
                </c:pt>
                <c:pt idx="555">
                  <c:v>1781</c:v>
                </c:pt>
                <c:pt idx="556">
                  <c:v>1852</c:v>
                </c:pt>
                <c:pt idx="557">
                  <c:v>1859</c:v>
                </c:pt>
                <c:pt idx="558">
                  <c:v>1811</c:v>
                </c:pt>
                <c:pt idx="559">
                  <c:v>1862</c:v>
                </c:pt>
                <c:pt idx="560">
                  <c:v>1941</c:v>
                </c:pt>
                <c:pt idx="561">
                  <c:v>1955</c:v>
                </c:pt>
                <c:pt idx="562">
                  <c:v>1992</c:v>
                </c:pt>
                <c:pt idx="563">
                  <c:v>2036</c:v>
                </c:pt>
                <c:pt idx="564">
                  <c:v>2085</c:v>
                </c:pt>
                <c:pt idx="565">
                  <c:v>2115</c:v>
                </c:pt>
                <c:pt idx="566">
                  <c:v>2151</c:v>
                </c:pt>
                <c:pt idx="567">
                  <c:v>2201</c:v>
                </c:pt>
                <c:pt idx="568">
                  <c:v>2225</c:v>
                </c:pt>
                <c:pt idx="569">
                  <c:v>2261</c:v>
                </c:pt>
                <c:pt idx="570">
                  <c:v>2291</c:v>
                </c:pt>
                <c:pt idx="571">
                  <c:v>2317</c:v>
                </c:pt>
                <c:pt idx="572">
                  <c:v>2335</c:v>
                </c:pt>
                <c:pt idx="573">
                  <c:v>2347</c:v>
                </c:pt>
                <c:pt idx="574">
                  <c:v>2361</c:v>
                </c:pt>
                <c:pt idx="575">
                  <c:v>2335</c:v>
                </c:pt>
                <c:pt idx="576">
                  <c:v>2277</c:v>
                </c:pt>
                <c:pt idx="577">
                  <c:v>2313</c:v>
                </c:pt>
                <c:pt idx="578">
                  <c:v>2259</c:v>
                </c:pt>
                <c:pt idx="579">
                  <c:v>2207</c:v>
                </c:pt>
                <c:pt idx="580">
                  <c:v>2183</c:v>
                </c:pt>
                <c:pt idx="581">
                  <c:v>2141</c:v>
                </c:pt>
                <c:pt idx="582">
                  <c:v>2091</c:v>
                </c:pt>
                <c:pt idx="583">
                  <c:v>2064</c:v>
                </c:pt>
                <c:pt idx="584">
                  <c:v>2013</c:v>
                </c:pt>
                <c:pt idx="585">
                  <c:v>1981</c:v>
                </c:pt>
                <c:pt idx="586">
                  <c:v>1942</c:v>
                </c:pt>
                <c:pt idx="587">
                  <c:v>1903</c:v>
                </c:pt>
                <c:pt idx="588">
                  <c:v>1875</c:v>
                </c:pt>
                <c:pt idx="589">
                  <c:v>1843</c:v>
                </c:pt>
                <c:pt idx="590">
                  <c:v>1819</c:v>
                </c:pt>
                <c:pt idx="591">
                  <c:v>1798</c:v>
                </c:pt>
                <c:pt idx="592">
                  <c:v>1771</c:v>
                </c:pt>
                <c:pt idx="593">
                  <c:v>1787</c:v>
                </c:pt>
                <c:pt idx="594">
                  <c:v>1846</c:v>
                </c:pt>
                <c:pt idx="595">
                  <c:v>1853</c:v>
                </c:pt>
                <c:pt idx="596">
                  <c:v>1861</c:v>
                </c:pt>
                <c:pt idx="597">
                  <c:v>1926</c:v>
                </c:pt>
                <c:pt idx="598">
                  <c:v>1973</c:v>
                </c:pt>
                <c:pt idx="599">
                  <c:v>2000</c:v>
                </c:pt>
                <c:pt idx="600">
                  <c:v>2041</c:v>
                </c:pt>
                <c:pt idx="601">
                  <c:v>2083</c:v>
                </c:pt>
                <c:pt idx="602">
                  <c:v>2121</c:v>
                </c:pt>
                <c:pt idx="603">
                  <c:v>2165</c:v>
                </c:pt>
                <c:pt idx="604">
                  <c:v>2197</c:v>
                </c:pt>
                <c:pt idx="605">
                  <c:v>2240</c:v>
                </c:pt>
                <c:pt idx="606">
                  <c:v>2267</c:v>
                </c:pt>
                <c:pt idx="607">
                  <c:v>2295</c:v>
                </c:pt>
                <c:pt idx="608">
                  <c:v>2323</c:v>
                </c:pt>
                <c:pt idx="609">
                  <c:v>2337</c:v>
                </c:pt>
                <c:pt idx="610">
                  <c:v>2352</c:v>
                </c:pt>
                <c:pt idx="611">
                  <c:v>2353</c:v>
                </c:pt>
                <c:pt idx="612">
                  <c:v>2377</c:v>
                </c:pt>
                <c:pt idx="613">
                  <c:v>2259</c:v>
                </c:pt>
                <c:pt idx="614">
                  <c:v>2303</c:v>
                </c:pt>
                <c:pt idx="615">
                  <c:v>2257</c:v>
                </c:pt>
                <c:pt idx="616">
                  <c:v>2207</c:v>
                </c:pt>
                <c:pt idx="617">
                  <c:v>2175</c:v>
                </c:pt>
                <c:pt idx="618">
                  <c:v>2135</c:v>
                </c:pt>
                <c:pt idx="619">
                  <c:v>2097</c:v>
                </c:pt>
                <c:pt idx="620">
                  <c:v>2045</c:v>
                </c:pt>
                <c:pt idx="621">
                  <c:v>2015</c:v>
                </c:pt>
                <c:pt idx="622">
                  <c:v>1975</c:v>
                </c:pt>
                <c:pt idx="623">
                  <c:v>1933</c:v>
                </c:pt>
                <c:pt idx="624">
                  <c:v>1899</c:v>
                </c:pt>
                <c:pt idx="625">
                  <c:v>1865</c:v>
                </c:pt>
                <c:pt idx="626">
                  <c:v>1846</c:v>
                </c:pt>
                <c:pt idx="627">
                  <c:v>1815</c:v>
                </c:pt>
                <c:pt idx="628">
                  <c:v>1777</c:v>
                </c:pt>
                <c:pt idx="629">
                  <c:v>1792</c:v>
                </c:pt>
                <c:pt idx="630">
                  <c:v>1785</c:v>
                </c:pt>
                <c:pt idx="631">
                  <c:v>1843</c:v>
                </c:pt>
                <c:pt idx="632">
                  <c:v>1861</c:v>
                </c:pt>
                <c:pt idx="633">
                  <c:v>1873</c:v>
                </c:pt>
                <c:pt idx="634">
                  <c:v>1937</c:v>
                </c:pt>
                <c:pt idx="635">
                  <c:v>1969</c:v>
                </c:pt>
                <c:pt idx="636">
                  <c:v>2002</c:v>
                </c:pt>
                <c:pt idx="637">
                  <c:v>2045</c:v>
                </c:pt>
                <c:pt idx="638">
                  <c:v>2097</c:v>
                </c:pt>
                <c:pt idx="639">
                  <c:v>2131</c:v>
                </c:pt>
                <c:pt idx="640">
                  <c:v>2162</c:v>
                </c:pt>
                <c:pt idx="641">
                  <c:v>2213</c:v>
                </c:pt>
                <c:pt idx="642">
                  <c:v>2243</c:v>
                </c:pt>
                <c:pt idx="643">
                  <c:v>2267</c:v>
                </c:pt>
                <c:pt idx="644">
                  <c:v>2301</c:v>
                </c:pt>
                <c:pt idx="645">
                  <c:v>2323</c:v>
                </c:pt>
                <c:pt idx="646">
                  <c:v>2341</c:v>
                </c:pt>
                <c:pt idx="647">
                  <c:v>2353</c:v>
                </c:pt>
                <c:pt idx="648">
                  <c:v>2315</c:v>
                </c:pt>
                <c:pt idx="649">
                  <c:v>2401</c:v>
                </c:pt>
                <c:pt idx="650">
                  <c:v>2273</c:v>
                </c:pt>
                <c:pt idx="651">
                  <c:v>2282</c:v>
                </c:pt>
                <c:pt idx="652">
                  <c:v>2271</c:v>
                </c:pt>
                <c:pt idx="653">
                  <c:v>2197</c:v>
                </c:pt>
                <c:pt idx="654">
                  <c:v>2161</c:v>
                </c:pt>
                <c:pt idx="655">
                  <c:v>2131</c:v>
                </c:pt>
                <c:pt idx="656">
                  <c:v>2084</c:v>
                </c:pt>
                <c:pt idx="657">
                  <c:v>2045</c:v>
                </c:pt>
                <c:pt idx="658">
                  <c:v>2001</c:v>
                </c:pt>
                <c:pt idx="659">
                  <c:v>1968</c:v>
                </c:pt>
                <c:pt idx="660">
                  <c:v>1931</c:v>
                </c:pt>
                <c:pt idx="661">
                  <c:v>1889</c:v>
                </c:pt>
                <c:pt idx="662">
                  <c:v>1865</c:v>
                </c:pt>
                <c:pt idx="663">
                  <c:v>1840</c:v>
                </c:pt>
                <c:pt idx="664">
                  <c:v>1815</c:v>
                </c:pt>
                <c:pt idx="665">
                  <c:v>1777</c:v>
                </c:pt>
                <c:pt idx="666">
                  <c:v>1825</c:v>
                </c:pt>
                <c:pt idx="667">
                  <c:v>1748</c:v>
                </c:pt>
                <c:pt idx="668">
                  <c:v>1841</c:v>
                </c:pt>
                <c:pt idx="669">
                  <c:v>1891</c:v>
                </c:pt>
                <c:pt idx="670">
                  <c:v>1876</c:v>
                </c:pt>
                <c:pt idx="671">
                  <c:v>1927</c:v>
                </c:pt>
                <c:pt idx="672">
                  <c:v>1993</c:v>
                </c:pt>
                <c:pt idx="673">
                  <c:v>2011</c:v>
                </c:pt>
                <c:pt idx="674">
                  <c:v>2047</c:v>
                </c:pt>
                <c:pt idx="675">
                  <c:v>2103</c:v>
                </c:pt>
                <c:pt idx="676">
                  <c:v>2133</c:v>
                </c:pt>
                <c:pt idx="677">
                  <c:v>2178</c:v>
                </c:pt>
                <c:pt idx="678">
                  <c:v>2211</c:v>
                </c:pt>
                <c:pt idx="679">
                  <c:v>2245</c:v>
                </c:pt>
                <c:pt idx="680">
                  <c:v>2277</c:v>
                </c:pt>
                <c:pt idx="681">
                  <c:v>2304</c:v>
                </c:pt>
                <c:pt idx="682">
                  <c:v>2327</c:v>
                </c:pt>
                <c:pt idx="683">
                  <c:v>2341</c:v>
                </c:pt>
                <c:pt idx="684">
                  <c:v>2357</c:v>
                </c:pt>
                <c:pt idx="685">
                  <c:v>2267</c:v>
                </c:pt>
                <c:pt idx="686">
                  <c:v>2395</c:v>
                </c:pt>
                <c:pt idx="687">
                  <c:v>2289</c:v>
                </c:pt>
                <c:pt idx="688">
                  <c:v>2257</c:v>
                </c:pt>
                <c:pt idx="689">
                  <c:v>2264</c:v>
                </c:pt>
                <c:pt idx="690">
                  <c:v>2207</c:v>
                </c:pt>
                <c:pt idx="691">
                  <c:v>2157</c:v>
                </c:pt>
                <c:pt idx="692">
                  <c:v>2117</c:v>
                </c:pt>
                <c:pt idx="693">
                  <c:v>2083</c:v>
                </c:pt>
                <c:pt idx="694">
                  <c:v>2035</c:v>
                </c:pt>
                <c:pt idx="695">
                  <c:v>1991</c:v>
                </c:pt>
                <c:pt idx="696">
                  <c:v>1965</c:v>
                </c:pt>
                <c:pt idx="697">
                  <c:v>1919</c:v>
                </c:pt>
                <c:pt idx="698">
                  <c:v>1894</c:v>
                </c:pt>
                <c:pt idx="699">
                  <c:v>1861</c:v>
                </c:pt>
                <c:pt idx="700">
                  <c:v>1835</c:v>
                </c:pt>
                <c:pt idx="701">
                  <c:v>1809</c:v>
                </c:pt>
                <c:pt idx="702">
                  <c:v>1785</c:v>
                </c:pt>
                <c:pt idx="703">
                  <c:v>1893</c:v>
                </c:pt>
                <c:pt idx="704">
                  <c:v>1759</c:v>
                </c:pt>
                <c:pt idx="705">
                  <c:v>1803</c:v>
                </c:pt>
                <c:pt idx="706">
                  <c:v>1909</c:v>
                </c:pt>
                <c:pt idx="707">
                  <c:v>1895</c:v>
                </c:pt>
                <c:pt idx="708">
                  <c:v>1917</c:v>
                </c:pt>
                <c:pt idx="709">
                  <c:v>1979</c:v>
                </c:pt>
                <c:pt idx="710">
                  <c:v>2033</c:v>
                </c:pt>
                <c:pt idx="711">
                  <c:v>2064</c:v>
                </c:pt>
                <c:pt idx="712">
                  <c:v>2097</c:v>
                </c:pt>
                <c:pt idx="713">
                  <c:v>2147</c:v>
                </c:pt>
                <c:pt idx="714">
                  <c:v>2181</c:v>
                </c:pt>
                <c:pt idx="715">
                  <c:v>2215</c:v>
                </c:pt>
                <c:pt idx="716">
                  <c:v>2249</c:v>
                </c:pt>
                <c:pt idx="717">
                  <c:v>2280</c:v>
                </c:pt>
                <c:pt idx="718">
                  <c:v>2311</c:v>
                </c:pt>
                <c:pt idx="719">
                  <c:v>2325</c:v>
                </c:pt>
                <c:pt idx="720">
                  <c:v>2341</c:v>
                </c:pt>
                <c:pt idx="721">
                  <c:v>2363</c:v>
                </c:pt>
                <c:pt idx="722">
                  <c:v>2245</c:v>
                </c:pt>
                <c:pt idx="723">
                  <c:v>2365</c:v>
                </c:pt>
                <c:pt idx="724">
                  <c:v>2328</c:v>
                </c:pt>
                <c:pt idx="725">
                  <c:v>2235</c:v>
                </c:pt>
                <c:pt idx="726">
                  <c:v>2233</c:v>
                </c:pt>
                <c:pt idx="727">
                  <c:v>2205</c:v>
                </c:pt>
                <c:pt idx="728">
                  <c:v>2145</c:v>
                </c:pt>
                <c:pt idx="729">
                  <c:v>2114</c:v>
                </c:pt>
                <c:pt idx="730">
                  <c:v>2071</c:v>
                </c:pt>
                <c:pt idx="731">
                  <c:v>2029</c:v>
                </c:pt>
                <c:pt idx="732">
                  <c:v>1989</c:v>
                </c:pt>
                <c:pt idx="733">
                  <c:v>1955</c:v>
                </c:pt>
                <c:pt idx="734">
                  <c:v>1925</c:v>
                </c:pt>
                <c:pt idx="735">
                  <c:v>1879</c:v>
                </c:pt>
                <c:pt idx="736">
                  <c:v>1857</c:v>
                </c:pt>
                <c:pt idx="737">
                  <c:v>1832</c:v>
                </c:pt>
                <c:pt idx="738">
                  <c:v>1805</c:v>
                </c:pt>
                <c:pt idx="739">
                  <c:v>1783</c:v>
                </c:pt>
                <c:pt idx="740">
                  <c:v>1901</c:v>
                </c:pt>
                <c:pt idx="741">
                  <c:v>1809</c:v>
                </c:pt>
                <c:pt idx="742">
                  <c:v>1783</c:v>
                </c:pt>
                <c:pt idx="743">
                  <c:v>1881</c:v>
                </c:pt>
                <c:pt idx="744">
                  <c:v>1939</c:v>
                </c:pt>
                <c:pt idx="745">
                  <c:v>1936</c:v>
                </c:pt>
                <c:pt idx="746">
                  <c:v>1975</c:v>
                </c:pt>
                <c:pt idx="747">
                  <c:v>2043</c:v>
                </c:pt>
                <c:pt idx="748">
                  <c:v>2074</c:v>
                </c:pt>
                <c:pt idx="749">
                  <c:v>2113</c:v>
                </c:pt>
                <c:pt idx="750">
                  <c:v>2143</c:v>
                </c:pt>
                <c:pt idx="751">
                  <c:v>2189</c:v>
                </c:pt>
                <c:pt idx="752">
                  <c:v>2225</c:v>
                </c:pt>
                <c:pt idx="753">
                  <c:v>2251</c:v>
                </c:pt>
                <c:pt idx="754">
                  <c:v>2289</c:v>
                </c:pt>
                <c:pt idx="755">
                  <c:v>2313</c:v>
                </c:pt>
                <c:pt idx="756">
                  <c:v>2331</c:v>
                </c:pt>
                <c:pt idx="757">
                  <c:v>2346</c:v>
                </c:pt>
                <c:pt idx="758">
                  <c:v>2321</c:v>
                </c:pt>
                <c:pt idx="759">
                  <c:v>2269</c:v>
                </c:pt>
                <c:pt idx="760">
                  <c:v>2313</c:v>
                </c:pt>
                <c:pt idx="761">
                  <c:v>2335</c:v>
                </c:pt>
                <c:pt idx="762">
                  <c:v>2261</c:v>
                </c:pt>
                <c:pt idx="763">
                  <c:v>2219</c:v>
                </c:pt>
                <c:pt idx="764">
                  <c:v>2195</c:v>
                </c:pt>
                <c:pt idx="765">
                  <c:v>2148</c:v>
                </c:pt>
                <c:pt idx="766">
                  <c:v>2101</c:v>
                </c:pt>
                <c:pt idx="767">
                  <c:v>2069</c:v>
                </c:pt>
                <c:pt idx="768">
                  <c:v>2023</c:v>
                </c:pt>
                <c:pt idx="769">
                  <c:v>1981</c:v>
                </c:pt>
                <c:pt idx="770">
                  <c:v>1955</c:v>
                </c:pt>
                <c:pt idx="771">
                  <c:v>1913</c:v>
                </c:pt>
                <c:pt idx="772">
                  <c:v>1880</c:v>
                </c:pt>
                <c:pt idx="773">
                  <c:v>1853</c:v>
                </c:pt>
                <c:pt idx="774">
                  <c:v>1821</c:v>
                </c:pt>
                <c:pt idx="775">
                  <c:v>1800</c:v>
                </c:pt>
                <c:pt idx="776">
                  <c:v>1779</c:v>
                </c:pt>
                <c:pt idx="777">
                  <c:v>1859</c:v>
                </c:pt>
                <c:pt idx="778">
                  <c:v>1861</c:v>
                </c:pt>
                <c:pt idx="779">
                  <c:v>1819</c:v>
                </c:pt>
                <c:pt idx="780">
                  <c:v>1857</c:v>
                </c:pt>
                <c:pt idx="781">
                  <c:v>1919</c:v>
                </c:pt>
                <c:pt idx="782">
                  <c:v>1965</c:v>
                </c:pt>
                <c:pt idx="783">
                  <c:v>1987</c:v>
                </c:pt>
                <c:pt idx="784">
                  <c:v>2035</c:v>
                </c:pt>
                <c:pt idx="785">
                  <c:v>2087</c:v>
                </c:pt>
                <c:pt idx="786">
                  <c:v>2115</c:v>
                </c:pt>
                <c:pt idx="787">
                  <c:v>2152</c:v>
                </c:pt>
                <c:pt idx="788">
                  <c:v>2192</c:v>
                </c:pt>
                <c:pt idx="789">
                  <c:v>2227</c:v>
                </c:pt>
                <c:pt idx="790">
                  <c:v>2259</c:v>
                </c:pt>
                <c:pt idx="791">
                  <c:v>2288</c:v>
                </c:pt>
                <c:pt idx="792">
                  <c:v>2321</c:v>
                </c:pt>
                <c:pt idx="793">
                  <c:v>2335</c:v>
                </c:pt>
                <c:pt idx="794">
                  <c:v>2345</c:v>
                </c:pt>
                <c:pt idx="795">
                  <c:v>2363</c:v>
                </c:pt>
                <c:pt idx="796">
                  <c:v>2317</c:v>
                </c:pt>
                <c:pt idx="797">
                  <c:v>2273</c:v>
                </c:pt>
                <c:pt idx="798">
                  <c:v>2309</c:v>
                </c:pt>
                <c:pt idx="799">
                  <c:v>2259</c:v>
                </c:pt>
                <c:pt idx="800">
                  <c:v>2207</c:v>
                </c:pt>
                <c:pt idx="801">
                  <c:v>2193</c:v>
                </c:pt>
                <c:pt idx="802">
                  <c:v>2136</c:v>
                </c:pt>
                <c:pt idx="803">
                  <c:v>2091</c:v>
                </c:pt>
                <c:pt idx="804">
                  <c:v>2062</c:v>
                </c:pt>
                <c:pt idx="805">
                  <c:v>2015</c:v>
                </c:pt>
                <c:pt idx="806">
                  <c:v>1981</c:v>
                </c:pt>
                <c:pt idx="807">
                  <c:v>1943</c:v>
                </c:pt>
                <c:pt idx="808">
                  <c:v>1911</c:v>
                </c:pt>
                <c:pt idx="809">
                  <c:v>1873</c:v>
                </c:pt>
                <c:pt idx="810">
                  <c:v>1845</c:v>
                </c:pt>
                <c:pt idx="811">
                  <c:v>1819</c:v>
                </c:pt>
                <c:pt idx="812">
                  <c:v>1797</c:v>
                </c:pt>
                <c:pt idx="813">
                  <c:v>1770</c:v>
                </c:pt>
                <c:pt idx="814">
                  <c:v>1798</c:v>
                </c:pt>
                <c:pt idx="815">
                  <c:v>1856</c:v>
                </c:pt>
                <c:pt idx="816">
                  <c:v>1831</c:v>
                </c:pt>
                <c:pt idx="817">
                  <c:v>1871</c:v>
                </c:pt>
                <c:pt idx="818">
                  <c:v>1936</c:v>
                </c:pt>
                <c:pt idx="819">
                  <c:v>1963</c:v>
                </c:pt>
                <c:pt idx="820">
                  <c:v>1991</c:v>
                </c:pt>
                <c:pt idx="821">
                  <c:v>2047</c:v>
                </c:pt>
                <c:pt idx="822">
                  <c:v>2089</c:v>
                </c:pt>
                <c:pt idx="823">
                  <c:v>2119</c:v>
                </c:pt>
                <c:pt idx="824">
                  <c:v>2157</c:v>
                </c:pt>
                <c:pt idx="825">
                  <c:v>2201</c:v>
                </c:pt>
                <c:pt idx="826">
                  <c:v>2235</c:v>
                </c:pt>
                <c:pt idx="827">
                  <c:v>2261</c:v>
                </c:pt>
                <c:pt idx="828">
                  <c:v>2293</c:v>
                </c:pt>
                <c:pt idx="829">
                  <c:v>2321</c:v>
                </c:pt>
                <c:pt idx="830">
                  <c:v>2335</c:v>
                </c:pt>
                <c:pt idx="831">
                  <c:v>2351</c:v>
                </c:pt>
                <c:pt idx="832">
                  <c:v>2357</c:v>
                </c:pt>
                <c:pt idx="833">
                  <c:v>2371</c:v>
                </c:pt>
                <c:pt idx="834">
                  <c:v>2298</c:v>
                </c:pt>
                <c:pt idx="835">
                  <c:v>2303</c:v>
                </c:pt>
                <c:pt idx="836">
                  <c:v>2259</c:v>
                </c:pt>
                <c:pt idx="837">
                  <c:v>2209</c:v>
                </c:pt>
                <c:pt idx="838">
                  <c:v>2171</c:v>
                </c:pt>
                <c:pt idx="839">
                  <c:v>2141</c:v>
                </c:pt>
                <c:pt idx="840">
                  <c:v>2087</c:v>
                </c:pt>
                <c:pt idx="841">
                  <c:v>2047</c:v>
                </c:pt>
                <c:pt idx="842">
                  <c:v>2018</c:v>
                </c:pt>
                <c:pt idx="843">
                  <c:v>1975</c:v>
                </c:pt>
                <c:pt idx="844">
                  <c:v>1939</c:v>
                </c:pt>
                <c:pt idx="845">
                  <c:v>1897</c:v>
                </c:pt>
                <c:pt idx="846">
                  <c:v>1867</c:v>
                </c:pt>
                <c:pt idx="847">
                  <c:v>1845</c:v>
                </c:pt>
                <c:pt idx="848">
                  <c:v>1813</c:v>
                </c:pt>
                <c:pt idx="849">
                  <c:v>1777</c:v>
                </c:pt>
                <c:pt idx="850">
                  <c:v>1785</c:v>
                </c:pt>
                <c:pt idx="851">
                  <c:v>1749</c:v>
                </c:pt>
                <c:pt idx="852">
                  <c:v>1880</c:v>
                </c:pt>
                <c:pt idx="853">
                  <c:v>1842</c:v>
                </c:pt>
                <c:pt idx="854">
                  <c:v>1861</c:v>
                </c:pt>
                <c:pt idx="855">
                  <c:v>1945</c:v>
                </c:pt>
                <c:pt idx="856">
                  <c:v>1978</c:v>
                </c:pt>
                <c:pt idx="857">
                  <c:v>2001</c:v>
                </c:pt>
                <c:pt idx="858">
                  <c:v>2045</c:v>
                </c:pt>
                <c:pt idx="859">
                  <c:v>2101</c:v>
                </c:pt>
                <c:pt idx="860">
                  <c:v>2128</c:v>
                </c:pt>
                <c:pt idx="861">
                  <c:v>2161</c:v>
                </c:pt>
                <c:pt idx="862">
                  <c:v>2213</c:v>
                </c:pt>
                <c:pt idx="863">
                  <c:v>2237</c:v>
                </c:pt>
                <c:pt idx="864">
                  <c:v>2273</c:v>
                </c:pt>
                <c:pt idx="865">
                  <c:v>2300</c:v>
                </c:pt>
                <c:pt idx="866">
                  <c:v>2323</c:v>
                </c:pt>
                <c:pt idx="867">
                  <c:v>2341</c:v>
                </c:pt>
                <c:pt idx="868">
                  <c:v>2351</c:v>
                </c:pt>
                <c:pt idx="869">
                  <c:v>2323</c:v>
                </c:pt>
                <c:pt idx="870">
                  <c:v>2359</c:v>
                </c:pt>
                <c:pt idx="871">
                  <c:v>2271</c:v>
                </c:pt>
                <c:pt idx="872">
                  <c:v>2288</c:v>
                </c:pt>
                <c:pt idx="873">
                  <c:v>2266</c:v>
                </c:pt>
                <c:pt idx="874">
                  <c:v>2199</c:v>
                </c:pt>
                <c:pt idx="875">
                  <c:v>2161</c:v>
                </c:pt>
                <c:pt idx="876">
                  <c:v>2131</c:v>
                </c:pt>
                <c:pt idx="877">
                  <c:v>2089</c:v>
                </c:pt>
                <c:pt idx="878">
                  <c:v>2047</c:v>
                </c:pt>
                <c:pt idx="879">
                  <c:v>2003</c:v>
                </c:pt>
                <c:pt idx="880">
                  <c:v>1971</c:v>
                </c:pt>
                <c:pt idx="881">
                  <c:v>1927</c:v>
                </c:pt>
                <c:pt idx="882">
                  <c:v>1893</c:v>
                </c:pt>
                <c:pt idx="883">
                  <c:v>1865</c:v>
                </c:pt>
                <c:pt idx="884">
                  <c:v>1835</c:v>
                </c:pt>
                <c:pt idx="885">
                  <c:v>1815</c:v>
                </c:pt>
                <c:pt idx="886">
                  <c:v>1781</c:v>
                </c:pt>
                <c:pt idx="887">
                  <c:v>1843</c:v>
                </c:pt>
                <c:pt idx="888">
                  <c:v>1729</c:v>
                </c:pt>
                <c:pt idx="889">
                  <c:v>1853</c:v>
                </c:pt>
                <c:pt idx="890">
                  <c:v>1898</c:v>
                </c:pt>
                <c:pt idx="891">
                  <c:v>1865</c:v>
                </c:pt>
                <c:pt idx="892">
                  <c:v>1925</c:v>
                </c:pt>
                <c:pt idx="893">
                  <c:v>1995</c:v>
                </c:pt>
                <c:pt idx="894">
                  <c:v>2011</c:v>
                </c:pt>
                <c:pt idx="895">
                  <c:v>2047</c:v>
                </c:pt>
                <c:pt idx="896">
                  <c:v>2097</c:v>
                </c:pt>
                <c:pt idx="897">
                  <c:v>2137</c:v>
                </c:pt>
                <c:pt idx="898">
                  <c:v>2171</c:v>
                </c:pt>
                <c:pt idx="899">
                  <c:v>2207</c:v>
                </c:pt>
                <c:pt idx="900">
                  <c:v>2253</c:v>
                </c:pt>
                <c:pt idx="901">
                  <c:v>2273</c:v>
                </c:pt>
                <c:pt idx="902">
                  <c:v>2303</c:v>
                </c:pt>
                <c:pt idx="903">
                  <c:v>2330</c:v>
                </c:pt>
                <c:pt idx="904">
                  <c:v>2341</c:v>
                </c:pt>
                <c:pt idx="905">
                  <c:v>2353</c:v>
                </c:pt>
                <c:pt idx="906">
                  <c:v>2296</c:v>
                </c:pt>
                <c:pt idx="907">
                  <c:v>2385</c:v>
                </c:pt>
                <c:pt idx="908">
                  <c:v>2301</c:v>
                </c:pt>
                <c:pt idx="909">
                  <c:v>2257</c:v>
                </c:pt>
                <c:pt idx="910">
                  <c:v>2249</c:v>
                </c:pt>
                <c:pt idx="911">
                  <c:v>2211</c:v>
                </c:pt>
                <c:pt idx="912">
                  <c:v>2151</c:v>
                </c:pt>
                <c:pt idx="913">
                  <c:v>2121</c:v>
                </c:pt>
                <c:pt idx="914">
                  <c:v>2083</c:v>
                </c:pt>
                <c:pt idx="915">
                  <c:v>2033</c:v>
                </c:pt>
                <c:pt idx="916">
                  <c:v>2005</c:v>
                </c:pt>
                <c:pt idx="917">
                  <c:v>1965</c:v>
                </c:pt>
                <c:pt idx="918">
                  <c:v>1920</c:v>
                </c:pt>
                <c:pt idx="919">
                  <c:v>1887</c:v>
                </c:pt>
                <c:pt idx="920">
                  <c:v>1859</c:v>
                </c:pt>
                <c:pt idx="921">
                  <c:v>1837</c:v>
                </c:pt>
                <c:pt idx="922">
                  <c:v>1808</c:v>
                </c:pt>
                <c:pt idx="923">
                  <c:v>1789</c:v>
                </c:pt>
                <c:pt idx="924">
                  <c:v>1887</c:v>
                </c:pt>
                <c:pt idx="925">
                  <c:v>1749</c:v>
                </c:pt>
                <c:pt idx="926">
                  <c:v>1813</c:v>
                </c:pt>
                <c:pt idx="927">
                  <c:v>1911</c:v>
                </c:pt>
                <c:pt idx="928">
                  <c:v>1893</c:v>
                </c:pt>
                <c:pt idx="929">
                  <c:v>1925</c:v>
                </c:pt>
                <c:pt idx="930">
                  <c:v>1984</c:v>
                </c:pt>
                <c:pt idx="931">
                  <c:v>2031</c:v>
                </c:pt>
                <c:pt idx="932">
                  <c:v>2061</c:v>
                </c:pt>
                <c:pt idx="933">
                  <c:v>2101</c:v>
                </c:pt>
                <c:pt idx="934">
                  <c:v>2143</c:v>
                </c:pt>
                <c:pt idx="935">
                  <c:v>2178</c:v>
                </c:pt>
                <c:pt idx="936">
                  <c:v>2221</c:v>
                </c:pt>
                <c:pt idx="937">
                  <c:v>2247</c:v>
                </c:pt>
                <c:pt idx="938">
                  <c:v>2281</c:v>
                </c:pt>
                <c:pt idx="939">
                  <c:v>2311</c:v>
                </c:pt>
                <c:pt idx="940">
                  <c:v>2327</c:v>
                </c:pt>
                <c:pt idx="941">
                  <c:v>2343</c:v>
                </c:pt>
                <c:pt idx="942">
                  <c:v>2360</c:v>
                </c:pt>
                <c:pt idx="943">
                  <c:v>2243</c:v>
                </c:pt>
                <c:pt idx="944">
                  <c:v>2366</c:v>
                </c:pt>
                <c:pt idx="945">
                  <c:v>2325</c:v>
                </c:pt>
                <c:pt idx="946">
                  <c:v>2249</c:v>
                </c:pt>
                <c:pt idx="947">
                  <c:v>2232</c:v>
                </c:pt>
                <c:pt idx="948">
                  <c:v>2207</c:v>
                </c:pt>
                <c:pt idx="949">
                  <c:v>2151</c:v>
                </c:pt>
                <c:pt idx="950">
                  <c:v>2113</c:v>
                </c:pt>
                <c:pt idx="951">
                  <c:v>2073</c:v>
                </c:pt>
                <c:pt idx="952">
                  <c:v>2032</c:v>
                </c:pt>
                <c:pt idx="953">
                  <c:v>1987</c:v>
                </c:pt>
                <c:pt idx="954">
                  <c:v>1961</c:v>
                </c:pt>
                <c:pt idx="955">
                  <c:v>1922</c:v>
                </c:pt>
                <c:pt idx="956">
                  <c:v>1879</c:v>
                </c:pt>
                <c:pt idx="957">
                  <c:v>1857</c:v>
                </c:pt>
                <c:pt idx="958">
                  <c:v>1829</c:v>
                </c:pt>
                <c:pt idx="959">
                  <c:v>1808</c:v>
                </c:pt>
                <c:pt idx="960">
                  <c:v>1786</c:v>
                </c:pt>
                <c:pt idx="961">
                  <c:v>1881</c:v>
                </c:pt>
                <c:pt idx="962">
                  <c:v>1816</c:v>
                </c:pt>
                <c:pt idx="963">
                  <c:v>1789</c:v>
                </c:pt>
                <c:pt idx="964">
                  <c:v>1885</c:v>
                </c:pt>
                <c:pt idx="965">
                  <c:v>1933</c:v>
                </c:pt>
                <c:pt idx="966">
                  <c:v>1935</c:v>
                </c:pt>
                <c:pt idx="967">
                  <c:v>1975</c:v>
                </c:pt>
                <c:pt idx="968">
                  <c:v>2023</c:v>
                </c:pt>
                <c:pt idx="969">
                  <c:v>2073</c:v>
                </c:pt>
                <c:pt idx="970">
                  <c:v>2107</c:v>
                </c:pt>
                <c:pt idx="971">
                  <c:v>2141</c:v>
                </c:pt>
                <c:pt idx="972">
                  <c:v>2193</c:v>
                </c:pt>
                <c:pt idx="973">
                  <c:v>2221</c:v>
                </c:pt>
                <c:pt idx="974">
                  <c:v>2251</c:v>
                </c:pt>
                <c:pt idx="975">
                  <c:v>2284</c:v>
                </c:pt>
                <c:pt idx="976">
                  <c:v>2311</c:v>
                </c:pt>
                <c:pt idx="977">
                  <c:v>2333</c:v>
                </c:pt>
                <c:pt idx="978">
                  <c:v>2345</c:v>
                </c:pt>
                <c:pt idx="979">
                  <c:v>2346</c:v>
                </c:pt>
                <c:pt idx="980">
                  <c:v>2261</c:v>
                </c:pt>
                <c:pt idx="981">
                  <c:v>2319</c:v>
                </c:pt>
                <c:pt idx="982">
                  <c:v>2314</c:v>
                </c:pt>
                <c:pt idx="983">
                  <c:v>2263</c:v>
                </c:pt>
                <c:pt idx="984">
                  <c:v>2215</c:v>
                </c:pt>
                <c:pt idx="985">
                  <c:v>2197</c:v>
                </c:pt>
                <c:pt idx="986">
                  <c:v>2147</c:v>
                </c:pt>
                <c:pt idx="987">
                  <c:v>2102</c:v>
                </c:pt>
                <c:pt idx="988">
                  <c:v>2071</c:v>
                </c:pt>
                <c:pt idx="989">
                  <c:v>2021</c:v>
                </c:pt>
                <c:pt idx="990">
                  <c:v>1984</c:v>
                </c:pt>
                <c:pt idx="991">
                  <c:v>1956</c:v>
                </c:pt>
                <c:pt idx="992">
                  <c:v>1911</c:v>
                </c:pt>
                <c:pt idx="993">
                  <c:v>1883</c:v>
                </c:pt>
                <c:pt idx="994">
                  <c:v>1851</c:v>
                </c:pt>
                <c:pt idx="995">
                  <c:v>1828</c:v>
                </c:pt>
                <c:pt idx="996">
                  <c:v>1799</c:v>
                </c:pt>
                <c:pt idx="997">
                  <c:v>1784</c:v>
                </c:pt>
                <c:pt idx="998">
                  <c:v>1861</c:v>
                </c:pt>
                <c:pt idx="999">
                  <c:v>1849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83-4177-8BBE-85D1FB2836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62544063"/>
        <c:axId val="762544543"/>
      </c:lineChart>
      <c:catAx>
        <c:axId val="76254406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62544543"/>
        <c:crosses val="autoZero"/>
        <c:auto val="1"/>
        <c:lblAlgn val="ctr"/>
        <c:lblOffset val="100"/>
        <c:noMultiLvlLbl val="0"/>
      </c:catAx>
      <c:valAx>
        <c:axId val="762544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62544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電流回授</a:t>
            </a:r>
            <a:r>
              <a:rPr lang="en-US" altLang="zh-TW"/>
              <a:t>1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工作表1!$C$1:$C$1000</c:f>
              <c:numCache>
                <c:formatCode>General</c:formatCode>
                <c:ptCount val="1000"/>
                <c:pt idx="0">
                  <c:v>1569</c:v>
                </c:pt>
                <c:pt idx="1">
                  <c:v>1543</c:v>
                </c:pt>
                <c:pt idx="2">
                  <c:v>1531</c:v>
                </c:pt>
                <c:pt idx="3">
                  <c:v>1510</c:v>
                </c:pt>
                <c:pt idx="4">
                  <c:v>1529</c:v>
                </c:pt>
                <c:pt idx="5">
                  <c:v>1544</c:v>
                </c:pt>
                <c:pt idx="6">
                  <c:v>1554</c:v>
                </c:pt>
                <c:pt idx="7">
                  <c:v>1573</c:v>
                </c:pt>
                <c:pt idx="8">
                  <c:v>1595</c:v>
                </c:pt>
                <c:pt idx="9">
                  <c:v>1615</c:v>
                </c:pt>
                <c:pt idx="10">
                  <c:v>1643</c:v>
                </c:pt>
                <c:pt idx="11">
                  <c:v>1667</c:v>
                </c:pt>
                <c:pt idx="12">
                  <c:v>1687</c:v>
                </c:pt>
                <c:pt idx="13">
                  <c:v>1715</c:v>
                </c:pt>
                <c:pt idx="14">
                  <c:v>1734</c:v>
                </c:pt>
                <c:pt idx="15">
                  <c:v>1757</c:v>
                </c:pt>
                <c:pt idx="16">
                  <c:v>1775</c:v>
                </c:pt>
                <c:pt idx="17">
                  <c:v>1793</c:v>
                </c:pt>
                <c:pt idx="18">
                  <c:v>1810</c:v>
                </c:pt>
                <c:pt idx="19">
                  <c:v>1823</c:v>
                </c:pt>
                <c:pt idx="20">
                  <c:v>1833</c:v>
                </c:pt>
                <c:pt idx="21">
                  <c:v>1843</c:v>
                </c:pt>
                <c:pt idx="22">
                  <c:v>1856</c:v>
                </c:pt>
                <c:pt idx="23">
                  <c:v>1831</c:v>
                </c:pt>
                <c:pt idx="24">
                  <c:v>1821</c:v>
                </c:pt>
                <c:pt idx="25">
                  <c:v>1811</c:v>
                </c:pt>
                <c:pt idx="26">
                  <c:v>1792</c:v>
                </c:pt>
                <c:pt idx="27">
                  <c:v>1771</c:v>
                </c:pt>
                <c:pt idx="28">
                  <c:v>1743</c:v>
                </c:pt>
                <c:pt idx="29">
                  <c:v>1723</c:v>
                </c:pt>
                <c:pt idx="30">
                  <c:v>1695</c:v>
                </c:pt>
                <c:pt idx="31">
                  <c:v>1671</c:v>
                </c:pt>
                <c:pt idx="32">
                  <c:v>1651</c:v>
                </c:pt>
                <c:pt idx="33">
                  <c:v>1625</c:v>
                </c:pt>
                <c:pt idx="34">
                  <c:v>1605</c:v>
                </c:pt>
                <c:pt idx="35">
                  <c:v>1589</c:v>
                </c:pt>
                <c:pt idx="36">
                  <c:v>1569</c:v>
                </c:pt>
                <c:pt idx="37">
                  <c:v>1553</c:v>
                </c:pt>
                <c:pt idx="38">
                  <c:v>1541</c:v>
                </c:pt>
                <c:pt idx="39">
                  <c:v>1533</c:v>
                </c:pt>
                <c:pt idx="40">
                  <c:v>1509</c:v>
                </c:pt>
                <c:pt idx="41">
                  <c:v>1526</c:v>
                </c:pt>
                <c:pt idx="42">
                  <c:v>1543</c:v>
                </c:pt>
                <c:pt idx="43">
                  <c:v>1557</c:v>
                </c:pt>
                <c:pt idx="44">
                  <c:v>1571</c:v>
                </c:pt>
                <c:pt idx="45">
                  <c:v>1600</c:v>
                </c:pt>
                <c:pt idx="46">
                  <c:v>1621</c:v>
                </c:pt>
                <c:pt idx="47">
                  <c:v>1645</c:v>
                </c:pt>
                <c:pt idx="48">
                  <c:v>1667</c:v>
                </c:pt>
                <c:pt idx="49">
                  <c:v>1692</c:v>
                </c:pt>
                <c:pt idx="50">
                  <c:v>1717</c:v>
                </c:pt>
                <c:pt idx="51">
                  <c:v>1737</c:v>
                </c:pt>
                <c:pt idx="52">
                  <c:v>1759</c:v>
                </c:pt>
                <c:pt idx="53">
                  <c:v>1779</c:v>
                </c:pt>
                <c:pt idx="54">
                  <c:v>1795</c:v>
                </c:pt>
                <c:pt idx="55">
                  <c:v>1813</c:v>
                </c:pt>
                <c:pt idx="56">
                  <c:v>1823</c:v>
                </c:pt>
                <c:pt idx="57">
                  <c:v>1835</c:v>
                </c:pt>
                <c:pt idx="58">
                  <c:v>1845</c:v>
                </c:pt>
                <c:pt idx="59">
                  <c:v>1845</c:v>
                </c:pt>
                <c:pt idx="60">
                  <c:v>1840</c:v>
                </c:pt>
                <c:pt idx="61">
                  <c:v>1823</c:v>
                </c:pt>
                <c:pt idx="62">
                  <c:v>1805</c:v>
                </c:pt>
                <c:pt idx="63">
                  <c:v>1787</c:v>
                </c:pt>
                <c:pt idx="64">
                  <c:v>1766</c:v>
                </c:pt>
                <c:pt idx="65">
                  <c:v>1739</c:v>
                </c:pt>
                <c:pt idx="66">
                  <c:v>1717</c:v>
                </c:pt>
                <c:pt idx="67">
                  <c:v>1693</c:v>
                </c:pt>
                <c:pt idx="68">
                  <c:v>1667</c:v>
                </c:pt>
                <c:pt idx="69">
                  <c:v>1646</c:v>
                </c:pt>
                <c:pt idx="70">
                  <c:v>1621</c:v>
                </c:pt>
                <c:pt idx="71">
                  <c:v>1603</c:v>
                </c:pt>
                <c:pt idx="72">
                  <c:v>1582</c:v>
                </c:pt>
                <c:pt idx="73">
                  <c:v>1565</c:v>
                </c:pt>
                <c:pt idx="74">
                  <c:v>1553</c:v>
                </c:pt>
                <c:pt idx="75">
                  <c:v>1538</c:v>
                </c:pt>
                <c:pt idx="76">
                  <c:v>1528</c:v>
                </c:pt>
                <c:pt idx="77">
                  <c:v>1521</c:v>
                </c:pt>
                <c:pt idx="78">
                  <c:v>1523</c:v>
                </c:pt>
                <c:pt idx="79">
                  <c:v>1545</c:v>
                </c:pt>
                <c:pt idx="80">
                  <c:v>1559</c:v>
                </c:pt>
                <c:pt idx="81">
                  <c:v>1575</c:v>
                </c:pt>
                <c:pt idx="82">
                  <c:v>1601</c:v>
                </c:pt>
                <c:pt idx="83">
                  <c:v>1623</c:v>
                </c:pt>
                <c:pt idx="84">
                  <c:v>1650</c:v>
                </c:pt>
                <c:pt idx="85">
                  <c:v>1671</c:v>
                </c:pt>
                <c:pt idx="86">
                  <c:v>1695</c:v>
                </c:pt>
                <c:pt idx="87">
                  <c:v>1722</c:v>
                </c:pt>
                <c:pt idx="88">
                  <c:v>1742</c:v>
                </c:pt>
                <c:pt idx="89">
                  <c:v>1761</c:v>
                </c:pt>
                <c:pt idx="90">
                  <c:v>1779</c:v>
                </c:pt>
                <c:pt idx="91">
                  <c:v>1795</c:v>
                </c:pt>
                <c:pt idx="92">
                  <c:v>1815</c:v>
                </c:pt>
                <c:pt idx="93">
                  <c:v>1827</c:v>
                </c:pt>
                <c:pt idx="94">
                  <c:v>1835</c:v>
                </c:pt>
                <c:pt idx="95">
                  <c:v>1850</c:v>
                </c:pt>
                <c:pt idx="96">
                  <c:v>1840</c:v>
                </c:pt>
                <c:pt idx="97">
                  <c:v>1837</c:v>
                </c:pt>
                <c:pt idx="98">
                  <c:v>1821</c:v>
                </c:pt>
                <c:pt idx="99">
                  <c:v>1802</c:v>
                </c:pt>
                <c:pt idx="100">
                  <c:v>1783</c:v>
                </c:pt>
                <c:pt idx="101">
                  <c:v>1761</c:v>
                </c:pt>
                <c:pt idx="102">
                  <c:v>1736</c:v>
                </c:pt>
                <c:pt idx="103">
                  <c:v>1715</c:v>
                </c:pt>
                <c:pt idx="104">
                  <c:v>1688</c:v>
                </c:pt>
                <c:pt idx="105">
                  <c:v>1665</c:v>
                </c:pt>
                <c:pt idx="106">
                  <c:v>1645</c:v>
                </c:pt>
                <c:pt idx="107">
                  <c:v>1617</c:v>
                </c:pt>
                <c:pt idx="108">
                  <c:v>1597</c:v>
                </c:pt>
                <c:pt idx="109">
                  <c:v>1581</c:v>
                </c:pt>
                <c:pt idx="110">
                  <c:v>1563</c:v>
                </c:pt>
                <c:pt idx="111">
                  <c:v>1550</c:v>
                </c:pt>
                <c:pt idx="112">
                  <c:v>1535</c:v>
                </c:pt>
                <c:pt idx="113">
                  <c:v>1525</c:v>
                </c:pt>
                <c:pt idx="114">
                  <c:v>1527</c:v>
                </c:pt>
                <c:pt idx="115">
                  <c:v>1526</c:v>
                </c:pt>
                <c:pt idx="116">
                  <c:v>1543</c:v>
                </c:pt>
                <c:pt idx="117">
                  <c:v>1565</c:v>
                </c:pt>
                <c:pt idx="118">
                  <c:v>1582</c:v>
                </c:pt>
                <c:pt idx="119">
                  <c:v>1606</c:v>
                </c:pt>
                <c:pt idx="120">
                  <c:v>1629</c:v>
                </c:pt>
                <c:pt idx="121">
                  <c:v>1653</c:v>
                </c:pt>
                <c:pt idx="122">
                  <c:v>1675</c:v>
                </c:pt>
                <c:pt idx="123">
                  <c:v>1700</c:v>
                </c:pt>
                <c:pt idx="124">
                  <c:v>1725</c:v>
                </c:pt>
                <c:pt idx="125">
                  <c:v>1745</c:v>
                </c:pt>
                <c:pt idx="126">
                  <c:v>1768</c:v>
                </c:pt>
                <c:pt idx="127">
                  <c:v>1785</c:v>
                </c:pt>
                <c:pt idx="128">
                  <c:v>1799</c:v>
                </c:pt>
                <c:pt idx="129">
                  <c:v>1817</c:v>
                </c:pt>
                <c:pt idx="130">
                  <c:v>1827</c:v>
                </c:pt>
                <c:pt idx="131">
                  <c:v>1839</c:v>
                </c:pt>
                <c:pt idx="132">
                  <c:v>1851</c:v>
                </c:pt>
                <c:pt idx="133">
                  <c:v>1833</c:v>
                </c:pt>
                <c:pt idx="134">
                  <c:v>1835</c:v>
                </c:pt>
                <c:pt idx="135">
                  <c:v>1821</c:v>
                </c:pt>
                <c:pt idx="136">
                  <c:v>1799</c:v>
                </c:pt>
                <c:pt idx="137">
                  <c:v>1779</c:v>
                </c:pt>
                <c:pt idx="138">
                  <c:v>1755</c:v>
                </c:pt>
                <c:pt idx="139">
                  <c:v>1732</c:v>
                </c:pt>
                <c:pt idx="140">
                  <c:v>1709</c:v>
                </c:pt>
                <c:pt idx="141">
                  <c:v>1685</c:v>
                </c:pt>
                <c:pt idx="142">
                  <c:v>1659</c:v>
                </c:pt>
                <c:pt idx="143">
                  <c:v>1638</c:v>
                </c:pt>
                <c:pt idx="144">
                  <c:v>1616</c:v>
                </c:pt>
                <c:pt idx="145">
                  <c:v>1597</c:v>
                </c:pt>
                <c:pt idx="146">
                  <c:v>1577</c:v>
                </c:pt>
                <c:pt idx="147">
                  <c:v>1561</c:v>
                </c:pt>
                <c:pt idx="148">
                  <c:v>1549</c:v>
                </c:pt>
                <c:pt idx="149">
                  <c:v>1533</c:v>
                </c:pt>
                <c:pt idx="150">
                  <c:v>1513</c:v>
                </c:pt>
                <c:pt idx="151">
                  <c:v>1534</c:v>
                </c:pt>
                <c:pt idx="152">
                  <c:v>1531</c:v>
                </c:pt>
                <c:pt idx="153">
                  <c:v>1545</c:v>
                </c:pt>
                <c:pt idx="154">
                  <c:v>1565</c:v>
                </c:pt>
                <c:pt idx="155">
                  <c:v>1588</c:v>
                </c:pt>
                <c:pt idx="156">
                  <c:v>1607</c:v>
                </c:pt>
                <c:pt idx="157">
                  <c:v>1629</c:v>
                </c:pt>
                <c:pt idx="158">
                  <c:v>1658</c:v>
                </c:pt>
                <c:pt idx="159">
                  <c:v>1681</c:v>
                </c:pt>
                <c:pt idx="160">
                  <c:v>1703</c:v>
                </c:pt>
                <c:pt idx="161">
                  <c:v>1729</c:v>
                </c:pt>
                <c:pt idx="162">
                  <c:v>1747</c:v>
                </c:pt>
                <c:pt idx="163">
                  <c:v>1769</c:v>
                </c:pt>
                <c:pt idx="164">
                  <c:v>1783</c:v>
                </c:pt>
                <c:pt idx="165">
                  <c:v>1801</c:v>
                </c:pt>
                <c:pt idx="166">
                  <c:v>1819</c:v>
                </c:pt>
                <c:pt idx="167">
                  <c:v>1829</c:v>
                </c:pt>
                <c:pt idx="168">
                  <c:v>1841</c:v>
                </c:pt>
                <c:pt idx="169">
                  <c:v>1843</c:v>
                </c:pt>
                <c:pt idx="170">
                  <c:v>1827</c:v>
                </c:pt>
                <c:pt idx="171">
                  <c:v>1831</c:v>
                </c:pt>
                <c:pt idx="172">
                  <c:v>1815</c:v>
                </c:pt>
                <c:pt idx="173">
                  <c:v>1797</c:v>
                </c:pt>
                <c:pt idx="174">
                  <c:v>1778</c:v>
                </c:pt>
                <c:pt idx="175">
                  <c:v>1754</c:v>
                </c:pt>
                <c:pt idx="176">
                  <c:v>1729</c:v>
                </c:pt>
                <c:pt idx="177">
                  <c:v>1705</c:v>
                </c:pt>
                <c:pt idx="178">
                  <c:v>1680</c:v>
                </c:pt>
                <c:pt idx="179">
                  <c:v>1658</c:v>
                </c:pt>
                <c:pt idx="180">
                  <c:v>1635</c:v>
                </c:pt>
                <c:pt idx="181">
                  <c:v>1611</c:v>
                </c:pt>
                <c:pt idx="182">
                  <c:v>1593</c:v>
                </c:pt>
                <c:pt idx="183">
                  <c:v>1574</c:v>
                </c:pt>
                <c:pt idx="184">
                  <c:v>1559</c:v>
                </c:pt>
                <c:pt idx="185">
                  <c:v>1545</c:v>
                </c:pt>
                <c:pt idx="186">
                  <c:v>1531</c:v>
                </c:pt>
                <c:pt idx="187">
                  <c:v>1519</c:v>
                </c:pt>
                <c:pt idx="188">
                  <c:v>1531</c:v>
                </c:pt>
                <c:pt idx="189">
                  <c:v>1535</c:v>
                </c:pt>
                <c:pt idx="190">
                  <c:v>1549</c:v>
                </c:pt>
                <c:pt idx="191">
                  <c:v>1567</c:v>
                </c:pt>
                <c:pt idx="192">
                  <c:v>1590</c:v>
                </c:pt>
                <c:pt idx="193">
                  <c:v>1614</c:v>
                </c:pt>
                <c:pt idx="194">
                  <c:v>1637</c:v>
                </c:pt>
                <c:pt idx="195">
                  <c:v>1661</c:v>
                </c:pt>
                <c:pt idx="196">
                  <c:v>1683</c:v>
                </c:pt>
                <c:pt idx="197">
                  <c:v>1710</c:v>
                </c:pt>
                <c:pt idx="198">
                  <c:v>1732</c:v>
                </c:pt>
                <c:pt idx="199">
                  <c:v>1749</c:v>
                </c:pt>
                <c:pt idx="200">
                  <c:v>1771</c:v>
                </c:pt>
                <c:pt idx="201">
                  <c:v>1790</c:v>
                </c:pt>
                <c:pt idx="202">
                  <c:v>1805</c:v>
                </c:pt>
                <c:pt idx="203">
                  <c:v>1819</c:v>
                </c:pt>
                <c:pt idx="204">
                  <c:v>1830</c:v>
                </c:pt>
                <c:pt idx="205">
                  <c:v>1841</c:v>
                </c:pt>
                <c:pt idx="206">
                  <c:v>1847</c:v>
                </c:pt>
                <c:pt idx="207">
                  <c:v>1832</c:v>
                </c:pt>
                <c:pt idx="208">
                  <c:v>1827</c:v>
                </c:pt>
                <c:pt idx="209">
                  <c:v>1815</c:v>
                </c:pt>
                <c:pt idx="210">
                  <c:v>1795</c:v>
                </c:pt>
                <c:pt idx="211">
                  <c:v>1773</c:v>
                </c:pt>
                <c:pt idx="212">
                  <c:v>1747</c:v>
                </c:pt>
                <c:pt idx="213">
                  <c:v>1724</c:v>
                </c:pt>
                <c:pt idx="214">
                  <c:v>1701</c:v>
                </c:pt>
                <c:pt idx="215">
                  <c:v>1677</c:v>
                </c:pt>
                <c:pt idx="216">
                  <c:v>1653</c:v>
                </c:pt>
                <c:pt idx="217">
                  <c:v>1631</c:v>
                </c:pt>
                <c:pt idx="218">
                  <c:v>1607</c:v>
                </c:pt>
                <c:pt idx="219">
                  <c:v>1592</c:v>
                </c:pt>
                <c:pt idx="220">
                  <c:v>1571</c:v>
                </c:pt>
                <c:pt idx="221">
                  <c:v>1556</c:v>
                </c:pt>
                <c:pt idx="222">
                  <c:v>1543</c:v>
                </c:pt>
                <c:pt idx="223">
                  <c:v>1531</c:v>
                </c:pt>
                <c:pt idx="224">
                  <c:v>1509</c:v>
                </c:pt>
                <c:pt idx="225">
                  <c:v>1525</c:v>
                </c:pt>
                <c:pt idx="226">
                  <c:v>1535</c:v>
                </c:pt>
                <c:pt idx="227">
                  <c:v>1553</c:v>
                </c:pt>
                <c:pt idx="228">
                  <c:v>1569</c:v>
                </c:pt>
                <c:pt idx="229">
                  <c:v>1593</c:v>
                </c:pt>
                <c:pt idx="230">
                  <c:v>1617</c:v>
                </c:pt>
                <c:pt idx="231">
                  <c:v>1639</c:v>
                </c:pt>
                <c:pt idx="232">
                  <c:v>1665</c:v>
                </c:pt>
                <c:pt idx="233">
                  <c:v>1689</c:v>
                </c:pt>
                <c:pt idx="234">
                  <c:v>1712</c:v>
                </c:pt>
                <c:pt idx="235">
                  <c:v>1735</c:v>
                </c:pt>
                <c:pt idx="236">
                  <c:v>1751</c:v>
                </c:pt>
                <c:pt idx="237">
                  <c:v>1773</c:v>
                </c:pt>
                <c:pt idx="238">
                  <c:v>1792</c:v>
                </c:pt>
                <c:pt idx="239">
                  <c:v>1809</c:v>
                </c:pt>
                <c:pt idx="240">
                  <c:v>1823</c:v>
                </c:pt>
                <c:pt idx="241">
                  <c:v>1833</c:v>
                </c:pt>
                <c:pt idx="242">
                  <c:v>1843</c:v>
                </c:pt>
                <c:pt idx="243">
                  <c:v>1855</c:v>
                </c:pt>
                <c:pt idx="244">
                  <c:v>1831</c:v>
                </c:pt>
                <c:pt idx="245">
                  <c:v>1821</c:v>
                </c:pt>
                <c:pt idx="246">
                  <c:v>1811</c:v>
                </c:pt>
                <c:pt idx="247">
                  <c:v>1791</c:v>
                </c:pt>
                <c:pt idx="248">
                  <c:v>1767</c:v>
                </c:pt>
                <c:pt idx="249">
                  <c:v>1745</c:v>
                </c:pt>
                <c:pt idx="250">
                  <c:v>1720</c:v>
                </c:pt>
                <c:pt idx="251">
                  <c:v>1700</c:v>
                </c:pt>
                <c:pt idx="252">
                  <c:v>1671</c:v>
                </c:pt>
                <c:pt idx="253">
                  <c:v>1649</c:v>
                </c:pt>
                <c:pt idx="254">
                  <c:v>1626</c:v>
                </c:pt>
                <c:pt idx="255">
                  <c:v>1605</c:v>
                </c:pt>
                <c:pt idx="256">
                  <c:v>1586</c:v>
                </c:pt>
                <c:pt idx="257">
                  <c:v>1569</c:v>
                </c:pt>
                <c:pt idx="258">
                  <c:v>1554</c:v>
                </c:pt>
                <c:pt idx="259">
                  <c:v>1543</c:v>
                </c:pt>
                <c:pt idx="260">
                  <c:v>1527</c:v>
                </c:pt>
                <c:pt idx="261">
                  <c:v>1509</c:v>
                </c:pt>
                <c:pt idx="262">
                  <c:v>1526</c:v>
                </c:pt>
                <c:pt idx="263">
                  <c:v>1543</c:v>
                </c:pt>
                <c:pt idx="264">
                  <c:v>1557</c:v>
                </c:pt>
                <c:pt idx="265">
                  <c:v>1573</c:v>
                </c:pt>
                <c:pt idx="266">
                  <c:v>1598</c:v>
                </c:pt>
                <c:pt idx="267">
                  <c:v>1621</c:v>
                </c:pt>
                <c:pt idx="268">
                  <c:v>1643</c:v>
                </c:pt>
                <c:pt idx="269">
                  <c:v>1667</c:v>
                </c:pt>
                <c:pt idx="270">
                  <c:v>1692</c:v>
                </c:pt>
                <c:pt idx="271">
                  <c:v>1717</c:v>
                </c:pt>
                <c:pt idx="272">
                  <c:v>1739</c:v>
                </c:pt>
                <c:pt idx="273">
                  <c:v>1755</c:v>
                </c:pt>
                <c:pt idx="274">
                  <c:v>1780</c:v>
                </c:pt>
                <c:pt idx="275">
                  <c:v>1795</c:v>
                </c:pt>
                <c:pt idx="276">
                  <c:v>1809</c:v>
                </c:pt>
                <c:pt idx="277">
                  <c:v>1823</c:v>
                </c:pt>
                <c:pt idx="278">
                  <c:v>1835</c:v>
                </c:pt>
                <c:pt idx="279">
                  <c:v>1845</c:v>
                </c:pt>
                <c:pt idx="280">
                  <c:v>1839</c:v>
                </c:pt>
                <c:pt idx="281">
                  <c:v>1839</c:v>
                </c:pt>
                <c:pt idx="282">
                  <c:v>1823</c:v>
                </c:pt>
                <c:pt idx="283">
                  <c:v>1809</c:v>
                </c:pt>
                <c:pt idx="284">
                  <c:v>1785</c:v>
                </c:pt>
                <c:pt idx="285">
                  <c:v>1763</c:v>
                </c:pt>
                <c:pt idx="286">
                  <c:v>1740</c:v>
                </c:pt>
                <c:pt idx="287">
                  <c:v>1715</c:v>
                </c:pt>
                <c:pt idx="288">
                  <c:v>1693</c:v>
                </c:pt>
                <c:pt idx="289">
                  <c:v>1667</c:v>
                </c:pt>
                <c:pt idx="290">
                  <c:v>1648</c:v>
                </c:pt>
                <c:pt idx="291">
                  <c:v>1623</c:v>
                </c:pt>
                <c:pt idx="292">
                  <c:v>1601</c:v>
                </c:pt>
                <c:pt idx="293">
                  <c:v>1584</c:v>
                </c:pt>
                <c:pt idx="294">
                  <c:v>1567</c:v>
                </c:pt>
                <c:pt idx="295">
                  <c:v>1553</c:v>
                </c:pt>
                <c:pt idx="296">
                  <c:v>1537</c:v>
                </c:pt>
                <c:pt idx="297">
                  <c:v>1528</c:v>
                </c:pt>
                <c:pt idx="298">
                  <c:v>1517</c:v>
                </c:pt>
                <c:pt idx="299">
                  <c:v>1525</c:v>
                </c:pt>
                <c:pt idx="300">
                  <c:v>1545</c:v>
                </c:pt>
                <c:pt idx="301">
                  <c:v>1559</c:v>
                </c:pt>
                <c:pt idx="302">
                  <c:v>1575</c:v>
                </c:pt>
                <c:pt idx="303">
                  <c:v>1601</c:v>
                </c:pt>
                <c:pt idx="304">
                  <c:v>1624</c:v>
                </c:pt>
                <c:pt idx="305">
                  <c:v>1646</c:v>
                </c:pt>
                <c:pt idx="306">
                  <c:v>1671</c:v>
                </c:pt>
                <c:pt idx="307">
                  <c:v>1697</c:v>
                </c:pt>
                <c:pt idx="308">
                  <c:v>1719</c:v>
                </c:pt>
                <c:pt idx="309">
                  <c:v>1742</c:v>
                </c:pt>
                <c:pt idx="310">
                  <c:v>1761</c:v>
                </c:pt>
                <c:pt idx="311">
                  <c:v>1781</c:v>
                </c:pt>
                <c:pt idx="312">
                  <c:v>1795</c:v>
                </c:pt>
                <c:pt idx="313">
                  <c:v>1814</c:v>
                </c:pt>
                <c:pt idx="314">
                  <c:v>1827</c:v>
                </c:pt>
                <c:pt idx="315">
                  <c:v>1837</c:v>
                </c:pt>
                <c:pt idx="316">
                  <c:v>1835</c:v>
                </c:pt>
                <c:pt idx="317">
                  <c:v>1840</c:v>
                </c:pt>
                <c:pt idx="318">
                  <c:v>1841</c:v>
                </c:pt>
                <c:pt idx="319">
                  <c:v>1817</c:v>
                </c:pt>
                <c:pt idx="320">
                  <c:v>1803</c:v>
                </c:pt>
                <c:pt idx="321">
                  <c:v>1785</c:v>
                </c:pt>
                <c:pt idx="322">
                  <c:v>1763</c:v>
                </c:pt>
                <c:pt idx="323">
                  <c:v>1736</c:v>
                </c:pt>
                <c:pt idx="324">
                  <c:v>1712</c:v>
                </c:pt>
                <c:pt idx="325">
                  <c:v>1691</c:v>
                </c:pt>
                <c:pt idx="326">
                  <c:v>1665</c:v>
                </c:pt>
                <c:pt idx="327">
                  <c:v>1641</c:v>
                </c:pt>
                <c:pt idx="328">
                  <c:v>1619</c:v>
                </c:pt>
                <c:pt idx="329">
                  <c:v>1600</c:v>
                </c:pt>
                <c:pt idx="330">
                  <c:v>1584</c:v>
                </c:pt>
                <c:pt idx="331">
                  <c:v>1565</c:v>
                </c:pt>
                <c:pt idx="332">
                  <c:v>1551</c:v>
                </c:pt>
                <c:pt idx="333">
                  <c:v>1538</c:v>
                </c:pt>
                <c:pt idx="334">
                  <c:v>1527</c:v>
                </c:pt>
                <c:pt idx="335">
                  <c:v>1527</c:v>
                </c:pt>
                <c:pt idx="336">
                  <c:v>1525</c:v>
                </c:pt>
                <c:pt idx="337">
                  <c:v>1543</c:v>
                </c:pt>
                <c:pt idx="338">
                  <c:v>1565</c:v>
                </c:pt>
                <c:pt idx="339">
                  <c:v>1582</c:v>
                </c:pt>
                <c:pt idx="340">
                  <c:v>1605</c:v>
                </c:pt>
                <c:pt idx="341">
                  <c:v>1623</c:v>
                </c:pt>
                <c:pt idx="342">
                  <c:v>1651</c:v>
                </c:pt>
                <c:pt idx="343">
                  <c:v>1675</c:v>
                </c:pt>
                <c:pt idx="344">
                  <c:v>1699</c:v>
                </c:pt>
                <c:pt idx="345">
                  <c:v>1725</c:v>
                </c:pt>
                <c:pt idx="346">
                  <c:v>1745</c:v>
                </c:pt>
                <c:pt idx="347">
                  <c:v>1763</c:v>
                </c:pt>
                <c:pt idx="348">
                  <c:v>1784</c:v>
                </c:pt>
                <c:pt idx="349">
                  <c:v>1799</c:v>
                </c:pt>
                <c:pt idx="350">
                  <c:v>1816</c:v>
                </c:pt>
                <c:pt idx="351">
                  <c:v>1827</c:v>
                </c:pt>
                <c:pt idx="352">
                  <c:v>1837</c:v>
                </c:pt>
                <c:pt idx="353">
                  <c:v>1857</c:v>
                </c:pt>
                <c:pt idx="354">
                  <c:v>1837</c:v>
                </c:pt>
                <c:pt idx="355">
                  <c:v>1835</c:v>
                </c:pt>
                <c:pt idx="356">
                  <c:v>1819</c:v>
                </c:pt>
                <c:pt idx="357">
                  <c:v>1799</c:v>
                </c:pt>
                <c:pt idx="358">
                  <c:v>1781</c:v>
                </c:pt>
                <c:pt idx="359">
                  <c:v>1755</c:v>
                </c:pt>
                <c:pt idx="360">
                  <c:v>1734</c:v>
                </c:pt>
                <c:pt idx="361">
                  <c:v>1709</c:v>
                </c:pt>
                <c:pt idx="362">
                  <c:v>1685</c:v>
                </c:pt>
                <c:pt idx="363">
                  <c:v>1659</c:v>
                </c:pt>
                <c:pt idx="364">
                  <c:v>1639</c:v>
                </c:pt>
                <c:pt idx="365">
                  <c:v>1617</c:v>
                </c:pt>
                <c:pt idx="366">
                  <c:v>1595</c:v>
                </c:pt>
                <c:pt idx="367">
                  <c:v>1579</c:v>
                </c:pt>
                <c:pt idx="368">
                  <c:v>1559</c:v>
                </c:pt>
                <c:pt idx="369">
                  <c:v>1548</c:v>
                </c:pt>
                <c:pt idx="370">
                  <c:v>1535</c:v>
                </c:pt>
                <c:pt idx="371">
                  <c:v>1513</c:v>
                </c:pt>
                <c:pt idx="372">
                  <c:v>1535</c:v>
                </c:pt>
                <c:pt idx="373">
                  <c:v>1533</c:v>
                </c:pt>
                <c:pt idx="374">
                  <c:v>1545</c:v>
                </c:pt>
                <c:pt idx="375">
                  <c:v>1565</c:v>
                </c:pt>
                <c:pt idx="376">
                  <c:v>1585</c:v>
                </c:pt>
                <c:pt idx="377">
                  <c:v>1609</c:v>
                </c:pt>
                <c:pt idx="378">
                  <c:v>1631</c:v>
                </c:pt>
                <c:pt idx="379">
                  <c:v>1657</c:v>
                </c:pt>
                <c:pt idx="380">
                  <c:v>1682</c:v>
                </c:pt>
                <c:pt idx="381">
                  <c:v>1704</c:v>
                </c:pt>
                <c:pt idx="382">
                  <c:v>1728</c:v>
                </c:pt>
                <c:pt idx="383">
                  <c:v>1747</c:v>
                </c:pt>
                <c:pt idx="384">
                  <c:v>1767</c:v>
                </c:pt>
                <c:pt idx="385">
                  <c:v>1785</c:v>
                </c:pt>
                <c:pt idx="386">
                  <c:v>1801</c:v>
                </c:pt>
                <c:pt idx="387">
                  <c:v>1818</c:v>
                </c:pt>
                <c:pt idx="388">
                  <c:v>1831</c:v>
                </c:pt>
                <c:pt idx="389">
                  <c:v>1839</c:v>
                </c:pt>
                <c:pt idx="390">
                  <c:v>1843</c:v>
                </c:pt>
                <c:pt idx="391">
                  <c:v>1829</c:v>
                </c:pt>
                <c:pt idx="392">
                  <c:v>1831</c:v>
                </c:pt>
                <c:pt idx="393">
                  <c:v>1819</c:v>
                </c:pt>
                <c:pt idx="394">
                  <c:v>1798</c:v>
                </c:pt>
                <c:pt idx="395">
                  <c:v>1777</c:v>
                </c:pt>
                <c:pt idx="396">
                  <c:v>1751</c:v>
                </c:pt>
                <c:pt idx="397">
                  <c:v>1729</c:v>
                </c:pt>
                <c:pt idx="398">
                  <c:v>1705</c:v>
                </c:pt>
                <c:pt idx="399">
                  <c:v>1683</c:v>
                </c:pt>
                <c:pt idx="400">
                  <c:v>1655</c:v>
                </c:pt>
                <c:pt idx="401">
                  <c:v>1635</c:v>
                </c:pt>
                <c:pt idx="402">
                  <c:v>1611</c:v>
                </c:pt>
                <c:pt idx="403">
                  <c:v>1591</c:v>
                </c:pt>
                <c:pt idx="404">
                  <c:v>1575</c:v>
                </c:pt>
                <c:pt idx="405">
                  <c:v>1560</c:v>
                </c:pt>
                <c:pt idx="406">
                  <c:v>1546</c:v>
                </c:pt>
                <c:pt idx="407">
                  <c:v>1533</c:v>
                </c:pt>
                <c:pt idx="408">
                  <c:v>1513</c:v>
                </c:pt>
                <c:pt idx="409">
                  <c:v>1534</c:v>
                </c:pt>
                <c:pt idx="410">
                  <c:v>1536</c:v>
                </c:pt>
                <c:pt idx="411">
                  <c:v>1547</c:v>
                </c:pt>
                <c:pt idx="412">
                  <c:v>1570</c:v>
                </c:pt>
                <c:pt idx="413">
                  <c:v>1589</c:v>
                </c:pt>
                <c:pt idx="414">
                  <c:v>1613</c:v>
                </c:pt>
                <c:pt idx="415">
                  <c:v>1633</c:v>
                </c:pt>
                <c:pt idx="416">
                  <c:v>1659</c:v>
                </c:pt>
                <c:pt idx="417">
                  <c:v>1684</c:v>
                </c:pt>
                <c:pt idx="418">
                  <c:v>1703</c:v>
                </c:pt>
                <c:pt idx="419">
                  <c:v>1731</c:v>
                </c:pt>
                <c:pt idx="420">
                  <c:v>1752</c:v>
                </c:pt>
                <c:pt idx="421">
                  <c:v>1773</c:v>
                </c:pt>
                <c:pt idx="422">
                  <c:v>1790</c:v>
                </c:pt>
                <c:pt idx="423">
                  <c:v>1805</c:v>
                </c:pt>
                <c:pt idx="424">
                  <c:v>1819</c:v>
                </c:pt>
                <c:pt idx="425">
                  <c:v>1831</c:v>
                </c:pt>
                <c:pt idx="426">
                  <c:v>1841</c:v>
                </c:pt>
                <c:pt idx="427">
                  <c:v>1849</c:v>
                </c:pt>
                <c:pt idx="428">
                  <c:v>1833</c:v>
                </c:pt>
                <c:pt idx="429">
                  <c:v>1823</c:v>
                </c:pt>
                <c:pt idx="430">
                  <c:v>1815</c:v>
                </c:pt>
                <c:pt idx="431">
                  <c:v>1797</c:v>
                </c:pt>
                <c:pt idx="432">
                  <c:v>1771</c:v>
                </c:pt>
                <c:pt idx="433">
                  <c:v>1749</c:v>
                </c:pt>
                <c:pt idx="434">
                  <c:v>1725</c:v>
                </c:pt>
                <c:pt idx="435">
                  <c:v>1701</c:v>
                </c:pt>
                <c:pt idx="436">
                  <c:v>1675</c:v>
                </c:pt>
                <c:pt idx="437">
                  <c:v>1653</c:v>
                </c:pt>
                <c:pt idx="438">
                  <c:v>1633</c:v>
                </c:pt>
                <c:pt idx="439">
                  <c:v>1609</c:v>
                </c:pt>
                <c:pt idx="440">
                  <c:v>1587</c:v>
                </c:pt>
                <c:pt idx="441">
                  <c:v>1573</c:v>
                </c:pt>
                <c:pt idx="442">
                  <c:v>1557</c:v>
                </c:pt>
                <c:pt idx="443">
                  <c:v>1544</c:v>
                </c:pt>
                <c:pt idx="444">
                  <c:v>1531</c:v>
                </c:pt>
                <c:pt idx="445">
                  <c:v>1511</c:v>
                </c:pt>
                <c:pt idx="446">
                  <c:v>1530</c:v>
                </c:pt>
                <c:pt idx="447">
                  <c:v>1535</c:v>
                </c:pt>
                <c:pt idx="448">
                  <c:v>1552</c:v>
                </c:pt>
                <c:pt idx="449">
                  <c:v>1573</c:v>
                </c:pt>
                <c:pt idx="450">
                  <c:v>1592</c:v>
                </c:pt>
                <c:pt idx="451">
                  <c:v>1617</c:v>
                </c:pt>
                <c:pt idx="452">
                  <c:v>1639</c:v>
                </c:pt>
                <c:pt idx="453">
                  <c:v>1663</c:v>
                </c:pt>
                <c:pt idx="454">
                  <c:v>1689</c:v>
                </c:pt>
                <c:pt idx="455">
                  <c:v>1711</c:v>
                </c:pt>
                <c:pt idx="456">
                  <c:v>1733</c:v>
                </c:pt>
                <c:pt idx="457">
                  <c:v>1753</c:v>
                </c:pt>
                <c:pt idx="458">
                  <c:v>1774</c:v>
                </c:pt>
                <c:pt idx="459">
                  <c:v>1791</c:v>
                </c:pt>
                <c:pt idx="460">
                  <c:v>1808</c:v>
                </c:pt>
                <c:pt idx="461">
                  <c:v>1821</c:v>
                </c:pt>
                <c:pt idx="462">
                  <c:v>1834</c:v>
                </c:pt>
                <c:pt idx="463">
                  <c:v>1844</c:v>
                </c:pt>
                <c:pt idx="464">
                  <c:v>1853</c:v>
                </c:pt>
                <c:pt idx="465">
                  <c:v>1833</c:v>
                </c:pt>
                <c:pt idx="466">
                  <c:v>1819</c:v>
                </c:pt>
                <c:pt idx="467">
                  <c:v>1813</c:v>
                </c:pt>
                <c:pt idx="468">
                  <c:v>1791</c:v>
                </c:pt>
                <c:pt idx="469">
                  <c:v>1768</c:v>
                </c:pt>
                <c:pt idx="470">
                  <c:v>1747</c:v>
                </c:pt>
                <c:pt idx="471">
                  <c:v>1721</c:v>
                </c:pt>
                <c:pt idx="472">
                  <c:v>1697</c:v>
                </c:pt>
                <c:pt idx="473">
                  <c:v>1675</c:v>
                </c:pt>
                <c:pt idx="474">
                  <c:v>1649</c:v>
                </c:pt>
                <c:pt idx="475">
                  <c:v>1628</c:v>
                </c:pt>
                <c:pt idx="476">
                  <c:v>1607</c:v>
                </c:pt>
                <c:pt idx="477">
                  <c:v>1587</c:v>
                </c:pt>
                <c:pt idx="478">
                  <c:v>1570</c:v>
                </c:pt>
                <c:pt idx="479">
                  <c:v>1553</c:v>
                </c:pt>
                <c:pt idx="480">
                  <c:v>1541</c:v>
                </c:pt>
                <c:pt idx="481">
                  <c:v>1531</c:v>
                </c:pt>
                <c:pt idx="482">
                  <c:v>1511</c:v>
                </c:pt>
                <c:pt idx="483">
                  <c:v>1529</c:v>
                </c:pt>
                <c:pt idx="484">
                  <c:v>1544</c:v>
                </c:pt>
                <c:pt idx="485">
                  <c:v>1554</c:v>
                </c:pt>
                <c:pt idx="486">
                  <c:v>1574</c:v>
                </c:pt>
                <c:pt idx="487">
                  <c:v>1597</c:v>
                </c:pt>
                <c:pt idx="488">
                  <c:v>1621</c:v>
                </c:pt>
                <c:pt idx="489">
                  <c:v>1641</c:v>
                </c:pt>
                <c:pt idx="490">
                  <c:v>1668</c:v>
                </c:pt>
                <c:pt idx="491">
                  <c:v>1693</c:v>
                </c:pt>
                <c:pt idx="492">
                  <c:v>1713</c:v>
                </c:pt>
                <c:pt idx="493">
                  <c:v>1739</c:v>
                </c:pt>
                <c:pt idx="494">
                  <c:v>1759</c:v>
                </c:pt>
                <c:pt idx="495">
                  <c:v>1777</c:v>
                </c:pt>
                <c:pt idx="496">
                  <c:v>1793</c:v>
                </c:pt>
                <c:pt idx="497">
                  <c:v>1809</c:v>
                </c:pt>
                <c:pt idx="498">
                  <c:v>1823</c:v>
                </c:pt>
                <c:pt idx="499">
                  <c:v>1831</c:v>
                </c:pt>
                <c:pt idx="500">
                  <c:v>1841</c:v>
                </c:pt>
                <c:pt idx="501">
                  <c:v>1848</c:v>
                </c:pt>
                <c:pt idx="502">
                  <c:v>1837</c:v>
                </c:pt>
                <c:pt idx="503">
                  <c:v>1821</c:v>
                </c:pt>
                <c:pt idx="504">
                  <c:v>1809</c:v>
                </c:pt>
                <c:pt idx="505">
                  <c:v>1790</c:v>
                </c:pt>
                <c:pt idx="506">
                  <c:v>1765</c:v>
                </c:pt>
                <c:pt idx="507">
                  <c:v>1741</c:v>
                </c:pt>
                <c:pt idx="508">
                  <c:v>1717</c:v>
                </c:pt>
                <c:pt idx="509">
                  <c:v>1694</c:v>
                </c:pt>
                <c:pt idx="510">
                  <c:v>1671</c:v>
                </c:pt>
                <c:pt idx="511">
                  <c:v>1645</c:v>
                </c:pt>
                <c:pt idx="512">
                  <c:v>1625</c:v>
                </c:pt>
                <c:pt idx="513">
                  <c:v>1602</c:v>
                </c:pt>
                <c:pt idx="514">
                  <c:v>1584</c:v>
                </c:pt>
                <c:pt idx="515">
                  <c:v>1567</c:v>
                </c:pt>
                <c:pt idx="516">
                  <c:v>1551</c:v>
                </c:pt>
                <c:pt idx="517">
                  <c:v>1539</c:v>
                </c:pt>
                <c:pt idx="518">
                  <c:v>1529</c:v>
                </c:pt>
                <c:pt idx="519">
                  <c:v>1517</c:v>
                </c:pt>
                <c:pt idx="520">
                  <c:v>1523</c:v>
                </c:pt>
                <c:pt idx="521">
                  <c:v>1542</c:v>
                </c:pt>
                <c:pt idx="522">
                  <c:v>1559</c:v>
                </c:pt>
                <c:pt idx="523">
                  <c:v>1577</c:v>
                </c:pt>
                <c:pt idx="524">
                  <c:v>1600</c:v>
                </c:pt>
                <c:pt idx="525">
                  <c:v>1627</c:v>
                </c:pt>
                <c:pt idx="526">
                  <c:v>1649</c:v>
                </c:pt>
                <c:pt idx="527">
                  <c:v>1672</c:v>
                </c:pt>
                <c:pt idx="528">
                  <c:v>1695</c:v>
                </c:pt>
                <c:pt idx="529">
                  <c:v>1718</c:v>
                </c:pt>
                <c:pt idx="530">
                  <c:v>1744</c:v>
                </c:pt>
                <c:pt idx="531">
                  <c:v>1759</c:v>
                </c:pt>
                <c:pt idx="532">
                  <c:v>1779</c:v>
                </c:pt>
                <c:pt idx="533">
                  <c:v>1799</c:v>
                </c:pt>
                <c:pt idx="534">
                  <c:v>1813</c:v>
                </c:pt>
                <c:pt idx="535">
                  <c:v>1825</c:v>
                </c:pt>
                <c:pt idx="536">
                  <c:v>1835</c:v>
                </c:pt>
                <c:pt idx="537">
                  <c:v>1805</c:v>
                </c:pt>
                <c:pt idx="538">
                  <c:v>1841</c:v>
                </c:pt>
                <c:pt idx="539">
                  <c:v>1839</c:v>
                </c:pt>
                <c:pt idx="540">
                  <c:v>1819</c:v>
                </c:pt>
                <c:pt idx="541">
                  <c:v>1807</c:v>
                </c:pt>
                <c:pt idx="542">
                  <c:v>1783</c:v>
                </c:pt>
                <c:pt idx="543">
                  <c:v>1759</c:v>
                </c:pt>
                <c:pt idx="544">
                  <c:v>1739</c:v>
                </c:pt>
                <c:pt idx="545">
                  <c:v>1713</c:v>
                </c:pt>
                <c:pt idx="546">
                  <c:v>1687</c:v>
                </c:pt>
                <c:pt idx="547">
                  <c:v>1668</c:v>
                </c:pt>
                <c:pt idx="548">
                  <c:v>1641</c:v>
                </c:pt>
                <c:pt idx="549">
                  <c:v>1621</c:v>
                </c:pt>
                <c:pt idx="550">
                  <c:v>1600</c:v>
                </c:pt>
                <c:pt idx="551">
                  <c:v>1581</c:v>
                </c:pt>
                <c:pt idx="552">
                  <c:v>1563</c:v>
                </c:pt>
                <c:pt idx="553">
                  <c:v>1550</c:v>
                </c:pt>
                <c:pt idx="554">
                  <c:v>1539</c:v>
                </c:pt>
                <c:pt idx="555">
                  <c:v>1528</c:v>
                </c:pt>
                <c:pt idx="556">
                  <c:v>1524</c:v>
                </c:pt>
                <c:pt idx="557">
                  <c:v>1525</c:v>
                </c:pt>
                <c:pt idx="558">
                  <c:v>1543</c:v>
                </c:pt>
                <c:pt idx="559">
                  <c:v>1564</c:v>
                </c:pt>
                <c:pt idx="560">
                  <c:v>1581</c:v>
                </c:pt>
                <c:pt idx="561">
                  <c:v>1603</c:v>
                </c:pt>
                <c:pt idx="562">
                  <c:v>1627</c:v>
                </c:pt>
                <c:pt idx="563">
                  <c:v>1650</c:v>
                </c:pt>
                <c:pt idx="564">
                  <c:v>1677</c:v>
                </c:pt>
                <c:pt idx="565">
                  <c:v>1701</c:v>
                </c:pt>
                <c:pt idx="566">
                  <c:v>1721</c:v>
                </c:pt>
                <c:pt idx="567">
                  <c:v>1745</c:v>
                </c:pt>
                <c:pt idx="568">
                  <c:v>1765</c:v>
                </c:pt>
                <c:pt idx="569">
                  <c:v>1781</c:v>
                </c:pt>
                <c:pt idx="570">
                  <c:v>1795</c:v>
                </c:pt>
                <c:pt idx="571">
                  <c:v>1813</c:v>
                </c:pt>
                <c:pt idx="572">
                  <c:v>1827</c:v>
                </c:pt>
                <c:pt idx="573">
                  <c:v>1837</c:v>
                </c:pt>
                <c:pt idx="574">
                  <c:v>1857</c:v>
                </c:pt>
                <c:pt idx="575">
                  <c:v>1833</c:v>
                </c:pt>
                <c:pt idx="576">
                  <c:v>1837</c:v>
                </c:pt>
                <c:pt idx="577">
                  <c:v>1819</c:v>
                </c:pt>
                <c:pt idx="578">
                  <c:v>1801</c:v>
                </c:pt>
                <c:pt idx="579">
                  <c:v>1783</c:v>
                </c:pt>
                <c:pt idx="580">
                  <c:v>1757</c:v>
                </c:pt>
                <c:pt idx="581">
                  <c:v>1736</c:v>
                </c:pt>
                <c:pt idx="582">
                  <c:v>1707</c:v>
                </c:pt>
                <c:pt idx="583">
                  <c:v>1687</c:v>
                </c:pt>
                <c:pt idx="584">
                  <c:v>1661</c:v>
                </c:pt>
                <c:pt idx="585">
                  <c:v>1637</c:v>
                </c:pt>
                <c:pt idx="586">
                  <c:v>1618</c:v>
                </c:pt>
                <c:pt idx="587">
                  <c:v>1597</c:v>
                </c:pt>
                <c:pt idx="588">
                  <c:v>1575</c:v>
                </c:pt>
                <c:pt idx="589">
                  <c:v>1563</c:v>
                </c:pt>
                <c:pt idx="590">
                  <c:v>1547</c:v>
                </c:pt>
                <c:pt idx="591">
                  <c:v>1535</c:v>
                </c:pt>
                <c:pt idx="592">
                  <c:v>1513</c:v>
                </c:pt>
                <c:pt idx="593">
                  <c:v>1531</c:v>
                </c:pt>
                <c:pt idx="594">
                  <c:v>1527</c:v>
                </c:pt>
                <c:pt idx="595">
                  <c:v>1543</c:v>
                </c:pt>
                <c:pt idx="596">
                  <c:v>1567</c:v>
                </c:pt>
                <c:pt idx="597">
                  <c:v>1586</c:v>
                </c:pt>
                <c:pt idx="598">
                  <c:v>1607</c:v>
                </c:pt>
                <c:pt idx="599">
                  <c:v>1633</c:v>
                </c:pt>
                <c:pt idx="600">
                  <c:v>1656</c:v>
                </c:pt>
                <c:pt idx="601">
                  <c:v>1680</c:v>
                </c:pt>
                <c:pt idx="602">
                  <c:v>1703</c:v>
                </c:pt>
                <c:pt idx="603">
                  <c:v>1725</c:v>
                </c:pt>
                <c:pt idx="604">
                  <c:v>1749</c:v>
                </c:pt>
                <c:pt idx="605">
                  <c:v>1766</c:v>
                </c:pt>
                <c:pt idx="606">
                  <c:v>1786</c:v>
                </c:pt>
                <c:pt idx="607">
                  <c:v>1799</c:v>
                </c:pt>
                <c:pt idx="608">
                  <c:v>1817</c:v>
                </c:pt>
                <c:pt idx="609">
                  <c:v>1831</c:v>
                </c:pt>
                <c:pt idx="610">
                  <c:v>1840</c:v>
                </c:pt>
                <c:pt idx="611">
                  <c:v>1845</c:v>
                </c:pt>
                <c:pt idx="612">
                  <c:v>1830</c:v>
                </c:pt>
                <c:pt idx="613">
                  <c:v>1834</c:v>
                </c:pt>
                <c:pt idx="614">
                  <c:v>1820</c:v>
                </c:pt>
                <c:pt idx="615">
                  <c:v>1799</c:v>
                </c:pt>
                <c:pt idx="616">
                  <c:v>1777</c:v>
                </c:pt>
                <c:pt idx="617">
                  <c:v>1754</c:v>
                </c:pt>
                <c:pt idx="618">
                  <c:v>1733</c:v>
                </c:pt>
                <c:pt idx="619">
                  <c:v>1703</c:v>
                </c:pt>
                <c:pt idx="620">
                  <c:v>1681</c:v>
                </c:pt>
                <c:pt idx="621">
                  <c:v>1658</c:v>
                </c:pt>
                <c:pt idx="622">
                  <c:v>1635</c:v>
                </c:pt>
                <c:pt idx="623">
                  <c:v>1616</c:v>
                </c:pt>
                <c:pt idx="624">
                  <c:v>1593</c:v>
                </c:pt>
                <c:pt idx="625">
                  <c:v>1577</c:v>
                </c:pt>
                <c:pt idx="626">
                  <c:v>1560</c:v>
                </c:pt>
                <c:pt idx="627">
                  <c:v>1543</c:v>
                </c:pt>
                <c:pt idx="628">
                  <c:v>1535</c:v>
                </c:pt>
                <c:pt idx="629">
                  <c:v>1520</c:v>
                </c:pt>
                <c:pt idx="630">
                  <c:v>1535</c:v>
                </c:pt>
                <c:pt idx="631">
                  <c:v>1531</c:v>
                </c:pt>
                <c:pt idx="632">
                  <c:v>1547</c:v>
                </c:pt>
                <c:pt idx="633">
                  <c:v>1569</c:v>
                </c:pt>
                <c:pt idx="634">
                  <c:v>1587</c:v>
                </c:pt>
                <c:pt idx="635">
                  <c:v>1611</c:v>
                </c:pt>
                <c:pt idx="636">
                  <c:v>1637</c:v>
                </c:pt>
                <c:pt idx="637">
                  <c:v>1655</c:v>
                </c:pt>
                <c:pt idx="638">
                  <c:v>1685</c:v>
                </c:pt>
                <c:pt idx="639">
                  <c:v>1707</c:v>
                </c:pt>
                <c:pt idx="640">
                  <c:v>1728</c:v>
                </c:pt>
                <c:pt idx="641">
                  <c:v>1751</c:v>
                </c:pt>
                <c:pt idx="642">
                  <c:v>1769</c:v>
                </c:pt>
                <c:pt idx="643">
                  <c:v>1787</c:v>
                </c:pt>
                <c:pt idx="644">
                  <c:v>1803</c:v>
                </c:pt>
                <c:pt idx="645">
                  <c:v>1819</c:v>
                </c:pt>
                <c:pt idx="646">
                  <c:v>1832</c:v>
                </c:pt>
                <c:pt idx="647">
                  <c:v>1839</c:v>
                </c:pt>
                <c:pt idx="648">
                  <c:v>1845</c:v>
                </c:pt>
                <c:pt idx="649">
                  <c:v>1831</c:v>
                </c:pt>
                <c:pt idx="650">
                  <c:v>1829</c:v>
                </c:pt>
                <c:pt idx="651">
                  <c:v>1811</c:v>
                </c:pt>
                <c:pt idx="652">
                  <c:v>1797</c:v>
                </c:pt>
                <c:pt idx="653">
                  <c:v>1776</c:v>
                </c:pt>
                <c:pt idx="654">
                  <c:v>1749</c:v>
                </c:pt>
                <c:pt idx="655">
                  <c:v>1728</c:v>
                </c:pt>
                <c:pt idx="656">
                  <c:v>1700</c:v>
                </c:pt>
                <c:pt idx="657">
                  <c:v>1681</c:v>
                </c:pt>
                <c:pt idx="658">
                  <c:v>1653</c:v>
                </c:pt>
                <c:pt idx="659">
                  <c:v>1627</c:v>
                </c:pt>
                <c:pt idx="660">
                  <c:v>1612</c:v>
                </c:pt>
                <c:pt idx="661">
                  <c:v>1589</c:v>
                </c:pt>
                <c:pt idx="662">
                  <c:v>1573</c:v>
                </c:pt>
                <c:pt idx="663">
                  <c:v>1555</c:v>
                </c:pt>
                <c:pt idx="664">
                  <c:v>1543</c:v>
                </c:pt>
                <c:pt idx="665">
                  <c:v>1533</c:v>
                </c:pt>
                <c:pt idx="666">
                  <c:v>1511</c:v>
                </c:pt>
                <c:pt idx="667">
                  <c:v>1531</c:v>
                </c:pt>
                <c:pt idx="668">
                  <c:v>1537</c:v>
                </c:pt>
                <c:pt idx="669">
                  <c:v>1549</c:v>
                </c:pt>
                <c:pt idx="670">
                  <c:v>1573</c:v>
                </c:pt>
                <c:pt idx="671">
                  <c:v>1595</c:v>
                </c:pt>
                <c:pt idx="672">
                  <c:v>1615</c:v>
                </c:pt>
                <c:pt idx="673">
                  <c:v>1641</c:v>
                </c:pt>
                <c:pt idx="674">
                  <c:v>1663</c:v>
                </c:pt>
                <c:pt idx="675">
                  <c:v>1687</c:v>
                </c:pt>
                <c:pt idx="676">
                  <c:v>1709</c:v>
                </c:pt>
                <c:pt idx="677">
                  <c:v>1731</c:v>
                </c:pt>
                <c:pt idx="678">
                  <c:v>1755</c:v>
                </c:pt>
                <c:pt idx="679">
                  <c:v>1767</c:v>
                </c:pt>
                <c:pt idx="680">
                  <c:v>1793</c:v>
                </c:pt>
                <c:pt idx="681">
                  <c:v>1809</c:v>
                </c:pt>
                <c:pt idx="682">
                  <c:v>1821</c:v>
                </c:pt>
                <c:pt idx="683">
                  <c:v>1831</c:v>
                </c:pt>
                <c:pt idx="684">
                  <c:v>1841</c:v>
                </c:pt>
                <c:pt idx="685">
                  <c:v>1854</c:v>
                </c:pt>
                <c:pt idx="686">
                  <c:v>1838</c:v>
                </c:pt>
                <c:pt idx="687">
                  <c:v>1825</c:v>
                </c:pt>
                <c:pt idx="688">
                  <c:v>1811</c:v>
                </c:pt>
                <c:pt idx="689">
                  <c:v>1794</c:v>
                </c:pt>
                <c:pt idx="690">
                  <c:v>1771</c:v>
                </c:pt>
                <c:pt idx="691">
                  <c:v>1745</c:v>
                </c:pt>
                <c:pt idx="692">
                  <c:v>1725</c:v>
                </c:pt>
                <c:pt idx="693">
                  <c:v>1695</c:v>
                </c:pt>
                <c:pt idx="694">
                  <c:v>1675</c:v>
                </c:pt>
                <c:pt idx="695">
                  <c:v>1651</c:v>
                </c:pt>
                <c:pt idx="696">
                  <c:v>1627</c:v>
                </c:pt>
                <c:pt idx="697">
                  <c:v>1608</c:v>
                </c:pt>
                <c:pt idx="698">
                  <c:v>1586</c:v>
                </c:pt>
                <c:pt idx="699">
                  <c:v>1571</c:v>
                </c:pt>
                <c:pt idx="700">
                  <c:v>1555</c:v>
                </c:pt>
                <c:pt idx="701">
                  <c:v>1543</c:v>
                </c:pt>
                <c:pt idx="702">
                  <c:v>1531</c:v>
                </c:pt>
                <c:pt idx="703">
                  <c:v>1509</c:v>
                </c:pt>
                <c:pt idx="704">
                  <c:v>1528</c:v>
                </c:pt>
                <c:pt idx="705">
                  <c:v>1544</c:v>
                </c:pt>
                <c:pt idx="706">
                  <c:v>1553</c:v>
                </c:pt>
                <c:pt idx="707">
                  <c:v>1573</c:v>
                </c:pt>
                <c:pt idx="708">
                  <c:v>1595</c:v>
                </c:pt>
                <c:pt idx="709">
                  <c:v>1619</c:v>
                </c:pt>
                <c:pt idx="710">
                  <c:v>1643</c:v>
                </c:pt>
                <c:pt idx="711">
                  <c:v>1665</c:v>
                </c:pt>
                <c:pt idx="712">
                  <c:v>1693</c:v>
                </c:pt>
                <c:pt idx="713">
                  <c:v>1715</c:v>
                </c:pt>
                <c:pt idx="714">
                  <c:v>1735</c:v>
                </c:pt>
                <c:pt idx="715">
                  <c:v>1759</c:v>
                </c:pt>
                <c:pt idx="716">
                  <c:v>1775</c:v>
                </c:pt>
                <c:pt idx="717">
                  <c:v>1794</c:v>
                </c:pt>
                <c:pt idx="718">
                  <c:v>1809</c:v>
                </c:pt>
                <c:pt idx="719">
                  <c:v>1823</c:v>
                </c:pt>
                <c:pt idx="720">
                  <c:v>1835</c:v>
                </c:pt>
                <c:pt idx="721">
                  <c:v>1847</c:v>
                </c:pt>
                <c:pt idx="722">
                  <c:v>1851</c:v>
                </c:pt>
                <c:pt idx="723">
                  <c:v>1840</c:v>
                </c:pt>
                <c:pt idx="724">
                  <c:v>1821</c:v>
                </c:pt>
                <c:pt idx="725">
                  <c:v>1808</c:v>
                </c:pt>
                <c:pt idx="726">
                  <c:v>1791</c:v>
                </c:pt>
                <c:pt idx="727">
                  <c:v>1765</c:v>
                </c:pt>
                <c:pt idx="728">
                  <c:v>1741</c:v>
                </c:pt>
                <c:pt idx="729">
                  <c:v>1719</c:v>
                </c:pt>
                <c:pt idx="730">
                  <c:v>1694</c:v>
                </c:pt>
                <c:pt idx="731">
                  <c:v>1671</c:v>
                </c:pt>
                <c:pt idx="732">
                  <c:v>1647</c:v>
                </c:pt>
                <c:pt idx="733">
                  <c:v>1624</c:v>
                </c:pt>
                <c:pt idx="734">
                  <c:v>1605</c:v>
                </c:pt>
                <c:pt idx="735">
                  <c:v>1585</c:v>
                </c:pt>
                <c:pt idx="736">
                  <c:v>1567</c:v>
                </c:pt>
                <c:pt idx="737">
                  <c:v>1552</c:v>
                </c:pt>
                <c:pt idx="738">
                  <c:v>1540</c:v>
                </c:pt>
                <c:pt idx="739">
                  <c:v>1527</c:v>
                </c:pt>
                <c:pt idx="740">
                  <c:v>1521</c:v>
                </c:pt>
                <c:pt idx="741">
                  <c:v>1524</c:v>
                </c:pt>
                <c:pt idx="742">
                  <c:v>1541</c:v>
                </c:pt>
                <c:pt idx="743">
                  <c:v>1557</c:v>
                </c:pt>
                <c:pt idx="744">
                  <c:v>1579</c:v>
                </c:pt>
                <c:pt idx="745">
                  <c:v>1599</c:v>
                </c:pt>
                <c:pt idx="746">
                  <c:v>1623</c:v>
                </c:pt>
                <c:pt idx="747">
                  <c:v>1649</c:v>
                </c:pt>
                <c:pt idx="748">
                  <c:v>1672</c:v>
                </c:pt>
                <c:pt idx="749">
                  <c:v>1695</c:v>
                </c:pt>
                <c:pt idx="750">
                  <c:v>1717</c:v>
                </c:pt>
                <c:pt idx="751">
                  <c:v>1741</c:v>
                </c:pt>
                <c:pt idx="752">
                  <c:v>1762</c:v>
                </c:pt>
                <c:pt idx="753">
                  <c:v>1777</c:v>
                </c:pt>
                <c:pt idx="754">
                  <c:v>1797</c:v>
                </c:pt>
                <c:pt idx="755">
                  <c:v>1813</c:v>
                </c:pt>
                <c:pt idx="756">
                  <c:v>1823</c:v>
                </c:pt>
                <c:pt idx="757">
                  <c:v>1838</c:v>
                </c:pt>
                <c:pt idx="758">
                  <c:v>1791</c:v>
                </c:pt>
                <c:pt idx="759">
                  <c:v>1841</c:v>
                </c:pt>
                <c:pt idx="760">
                  <c:v>1835</c:v>
                </c:pt>
                <c:pt idx="761">
                  <c:v>1818</c:v>
                </c:pt>
                <c:pt idx="762">
                  <c:v>1808</c:v>
                </c:pt>
                <c:pt idx="763">
                  <c:v>1789</c:v>
                </c:pt>
                <c:pt idx="764">
                  <c:v>1761</c:v>
                </c:pt>
                <c:pt idx="765">
                  <c:v>1738</c:v>
                </c:pt>
                <c:pt idx="766">
                  <c:v>1716</c:v>
                </c:pt>
                <c:pt idx="767">
                  <c:v>1689</c:v>
                </c:pt>
                <c:pt idx="768">
                  <c:v>1667</c:v>
                </c:pt>
                <c:pt idx="769">
                  <c:v>1645</c:v>
                </c:pt>
                <c:pt idx="770">
                  <c:v>1621</c:v>
                </c:pt>
                <c:pt idx="771">
                  <c:v>1601</c:v>
                </c:pt>
                <c:pt idx="772">
                  <c:v>1579</c:v>
                </c:pt>
                <c:pt idx="773">
                  <c:v>1565</c:v>
                </c:pt>
                <c:pt idx="774">
                  <c:v>1552</c:v>
                </c:pt>
                <c:pt idx="775">
                  <c:v>1535</c:v>
                </c:pt>
                <c:pt idx="776">
                  <c:v>1527</c:v>
                </c:pt>
                <c:pt idx="777">
                  <c:v>1521</c:v>
                </c:pt>
                <c:pt idx="778">
                  <c:v>1525</c:v>
                </c:pt>
                <c:pt idx="779">
                  <c:v>1544</c:v>
                </c:pt>
                <c:pt idx="780">
                  <c:v>1562</c:v>
                </c:pt>
                <c:pt idx="781">
                  <c:v>1584</c:v>
                </c:pt>
                <c:pt idx="782">
                  <c:v>1601</c:v>
                </c:pt>
                <c:pt idx="783">
                  <c:v>1627</c:v>
                </c:pt>
                <c:pt idx="784">
                  <c:v>1653</c:v>
                </c:pt>
                <c:pt idx="785">
                  <c:v>1671</c:v>
                </c:pt>
                <c:pt idx="786">
                  <c:v>1701</c:v>
                </c:pt>
                <c:pt idx="787">
                  <c:v>1722</c:v>
                </c:pt>
                <c:pt idx="788">
                  <c:v>1744</c:v>
                </c:pt>
                <c:pt idx="789">
                  <c:v>1765</c:v>
                </c:pt>
                <c:pt idx="790">
                  <c:v>1781</c:v>
                </c:pt>
                <c:pt idx="791">
                  <c:v>1800</c:v>
                </c:pt>
                <c:pt idx="792">
                  <c:v>1814</c:v>
                </c:pt>
                <c:pt idx="793">
                  <c:v>1827</c:v>
                </c:pt>
                <c:pt idx="794">
                  <c:v>1837</c:v>
                </c:pt>
                <c:pt idx="795">
                  <c:v>1859</c:v>
                </c:pt>
                <c:pt idx="796">
                  <c:v>1833</c:v>
                </c:pt>
                <c:pt idx="797">
                  <c:v>1840</c:v>
                </c:pt>
                <c:pt idx="798">
                  <c:v>1817</c:v>
                </c:pt>
                <c:pt idx="799">
                  <c:v>1801</c:v>
                </c:pt>
                <c:pt idx="800">
                  <c:v>1783</c:v>
                </c:pt>
                <c:pt idx="801">
                  <c:v>1759</c:v>
                </c:pt>
                <c:pt idx="802">
                  <c:v>1736</c:v>
                </c:pt>
                <c:pt idx="803">
                  <c:v>1711</c:v>
                </c:pt>
                <c:pt idx="804">
                  <c:v>1686</c:v>
                </c:pt>
                <c:pt idx="805">
                  <c:v>1665</c:v>
                </c:pt>
                <c:pt idx="806">
                  <c:v>1640</c:v>
                </c:pt>
                <c:pt idx="807">
                  <c:v>1617</c:v>
                </c:pt>
                <c:pt idx="808">
                  <c:v>1597</c:v>
                </c:pt>
                <c:pt idx="809">
                  <c:v>1575</c:v>
                </c:pt>
                <c:pt idx="810">
                  <c:v>1561</c:v>
                </c:pt>
                <c:pt idx="811">
                  <c:v>1547</c:v>
                </c:pt>
                <c:pt idx="812">
                  <c:v>1535</c:v>
                </c:pt>
                <c:pt idx="813">
                  <c:v>1509</c:v>
                </c:pt>
                <c:pt idx="814">
                  <c:v>1523</c:v>
                </c:pt>
                <c:pt idx="815">
                  <c:v>1529</c:v>
                </c:pt>
                <c:pt idx="816">
                  <c:v>1543</c:v>
                </c:pt>
                <c:pt idx="817">
                  <c:v>1565</c:v>
                </c:pt>
                <c:pt idx="818">
                  <c:v>1587</c:v>
                </c:pt>
                <c:pt idx="819">
                  <c:v>1607</c:v>
                </c:pt>
                <c:pt idx="820">
                  <c:v>1631</c:v>
                </c:pt>
                <c:pt idx="821">
                  <c:v>1656</c:v>
                </c:pt>
                <c:pt idx="822">
                  <c:v>1675</c:v>
                </c:pt>
                <c:pt idx="823">
                  <c:v>1703</c:v>
                </c:pt>
                <c:pt idx="824">
                  <c:v>1725</c:v>
                </c:pt>
                <c:pt idx="825">
                  <c:v>1747</c:v>
                </c:pt>
                <c:pt idx="826">
                  <c:v>1768</c:v>
                </c:pt>
                <c:pt idx="827">
                  <c:v>1783</c:v>
                </c:pt>
                <c:pt idx="828">
                  <c:v>1799</c:v>
                </c:pt>
                <c:pt idx="829">
                  <c:v>1817</c:v>
                </c:pt>
                <c:pt idx="830">
                  <c:v>1827</c:v>
                </c:pt>
                <c:pt idx="831">
                  <c:v>1840</c:v>
                </c:pt>
                <c:pt idx="832">
                  <c:v>1845</c:v>
                </c:pt>
                <c:pt idx="833">
                  <c:v>1829</c:v>
                </c:pt>
                <c:pt idx="834">
                  <c:v>1827</c:v>
                </c:pt>
                <c:pt idx="835">
                  <c:v>1819</c:v>
                </c:pt>
                <c:pt idx="836">
                  <c:v>1799</c:v>
                </c:pt>
                <c:pt idx="837">
                  <c:v>1781</c:v>
                </c:pt>
                <c:pt idx="838">
                  <c:v>1753</c:v>
                </c:pt>
                <c:pt idx="839">
                  <c:v>1730</c:v>
                </c:pt>
                <c:pt idx="840">
                  <c:v>1703</c:v>
                </c:pt>
                <c:pt idx="841">
                  <c:v>1681</c:v>
                </c:pt>
                <c:pt idx="842">
                  <c:v>1659</c:v>
                </c:pt>
                <c:pt idx="843">
                  <c:v>1635</c:v>
                </c:pt>
                <c:pt idx="844">
                  <c:v>1616</c:v>
                </c:pt>
                <c:pt idx="845">
                  <c:v>1593</c:v>
                </c:pt>
                <c:pt idx="846">
                  <c:v>1574</c:v>
                </c:pt>
                <c:pt idx="847">
                  <c:v>1559</c:v>
                </c:pt>
                <c:pt idx="848">
                  <c:v>1543</c:v>
                </c:pt>
                <c:pt idx="849">
                  <c:v>1533</c:v>
                </c:pt>
                <c:pt idx="850">
                  <c:v>1520</c:v>
                </c:pt>
                <c:pt idx="851">
                  <c:v>1533</c:v>
                </c:pt>
                <c:pt idx="852">
                  <c:v>1534</c:v>
                </c:pt>
                <c:pt idx="853">
                  <c:v>1545</c:v>
                </c:pt>
                <c:pt idx="854">
                  <c:v>1569</c:v>
                </c:pt>
                <c:pt idx="855">
                  <c:v>1589</c:v>
                </c:pt>
                <c:pt idx="856">
                  <c:v>1608</c:v>
                </c:pt>
                <c:pt idx="857">
                  <c:v>1636</c:v>
                </c:pt>
                <c:pt idx="858">
                  <c:v>1659</c:v>
                </c:pt>
                <c:pt idx="859">
                  <c:v>1681</c:v>
                </c:pt>
                <c:pt idx="860">
                  <c:v>1707</c:v>
                </c:pt>
                <c:pt idx="861">
                  <c:v>1730</c:v>
                </c:pt>
                <c:pt idx="862">
                  <c:v>1749</c:v>
                </c:pt>
                <c:pt idx="863">
                  <c:v>1769</c:v>
                </c:pt>
                <c:pt idx="864">
                  <c:v>1787</c:v>
                </c:pt>
                <c:pt idx="865">
                  <c:v>1805</c:v>
                </c:pt>
                <c:pt idx="866">
                  <c:v>1815</c:v>
                </c:pt>
                <c:pt idx="867">
                  <c:v>1829</c:v>
                </c:pt>
                <c:pt idx="868">
                  <c:v>1841</c:v>
                </c:pt>
                <c:pt idx="869">
                  <c:v>1850</c:v>
                </c:pt>
                <c:pt idx="870">
                  <c:v>1829</c:v>
                </c:pt>
                <c:pt idx="871">
                  <c:v>1827</c:v>
                </c:pt>
                <c:pt idx="872">
                  <c:v>1817</c:v>
                </c:pt>
                <c:pt idx="873">
                  <c:v>1797</c:v>
                </c:pt>
                <c:pt idx="874">
                  <c:v>1777</c:v>
                </c:pt>
                <c:pt idx="875">
                  <c:v>1751</c:v>
                </c:pt>
                <c:pt idx="876">
                  <c:v>1729</c:v>
                </c:pt>
                <c:pt idx="877">
                  <c:v>1703</c:v>
                </c:pt>
                <c:pt idx="878">
                  <c:v>1680</c:v>
                </c:pt>
                <c:pt idx="879">
                  <c:v>1657</c:v>
                </c:pt>
                <c:pt idx="880">
                  <c:v>1630</c:v>
                </c:pt>
                <c:pt idx="881">
                  <c:v>1611</c:v>
                </c:pt>
                <c:pt idx="882">
                  <c:v>1591</c:v>
                </c:pt>
                <c:pt idx="883">
                  <c:v>1573</c:v>
                </c:pt>
                <c:pt idx="884">
                  <c:v>1555</c:v>
                </c:pt>
                <c:pt idx="885">
                  <c:v>1545</c:v>
                </c:pt>
                <c:pt idx="886">
                  <c:v>1533</c:v>
                </c:pt>
                <c:pt idx="887">
                  <c:v>1513</c:v>
                </c:pt>
                <c:pt idx="888">
                  <c:v>1527</c:v>
                </c:pt>
                <c:pt idx="889">
                  <c:v>1541</c:v>
                </c:pt>
                <c:pt idx="890">
                  <c:v>1551</c:v>
                </c:pt>
                <c:pt idx="891">
                  <c:v>1567</c:v>
                </c:pt>
                <c:pt idx="892">
                  <c:v>1591</c:v>
                </c:pt>
                <c:pt idx="893">
                  <c:v>1617</c:v>
                </c:pt>
                <c:pt idx="894">
                  <c:v>1638</c:v>
                </c:pt>
                <c:pt idx="895">
                  <c:v>1663</c:v>
                </c:pt>
                <c:pt idx="896">
                  <c:v>1687</c:v>
                </c:pt>
                <c:pt idx="897">
                  <c:v>1712</c:v>
                </c:pt>
                <c:pt idx="898">
                  <c:v>1730</c:v>
                </c:pt>
                <c:pt idx="899">
                  <c:v>1755</c:v>
                </c:pt>
                <c:pt idx="900">
                  <c:v>1776</c:v>
                </c:pt>
                <c:pt idx="901">
                  <c:v>1792</c:v>
                </c:pt>
                <c:pt idx="902">
                  <c:v>1809</c:v>
                </c:pt>
                <c:pt idx="903">
                  <c:v>1821</c:v>
                </c:pt>
                <c:pt idx="904">
                  <c:v>1831</c:v>
                </c:pt>
                <c:pt idx="905">
                  <c:v>1841</c:v>
                </c:pt>
                <c:pt idx="906">
                  <c:v>1851</c:v>
                </c:pt>
                <c:pt idx="907">
                  <c:v>1833</c:v>
                </c:pt>
                <c:pt idx="908">
                  <c:v>1827</c:v>
                </c:pt>
                <c:pt idx="909">
                  <c:v>1813</c:v>
                </c:pt>
                <c:pt idx="910">
                  <c:v>1792</c:v>
                </c:pt>
                <c:pt idx="911">
                  <c:v>1772</c:v>
                </c:pt>
                <c:pt idx="912">
                  <c:v>1745</c:v>
                </c:pt>
                <c:pt idx="913">
                  <c:v>1723</c:v>
                </c:pt>
                <c:pt idx="914">
                  <c:v>1699</c:v>
                </c:pt>
                <c:pt idx="915">
                  <c:v>1674</c:v>
                </c:pt>
                <c:pt idx="916">
                  <c:v>1653</c:v>
                </c:pt>
                <c:pt idx="917">
                  <c:v>1627</c:v>
                </c:pt>
                <c:pt idx="918">
                  <c:v>1608</c:v>
                </c:pt>
                <c:pt idx="919">
                  <c:v>1588</c:v>
                </c:pt>
                <c:pt idx="920">
                  <c:v>1569</c:v>
                </c:pt>
                <c:pt idx="921">
                  <c:v>1557</c:v>
                </c:pt>
                <c:pt idx="922">
                  <c:v>1539</c:v>
                </c:pt>
                <c:pt idx="923">
                  <c:v>1531</c:v>
                </c:pt>
                <c:pt idx="924">
                  <c:v>1509</c:v>
                </c:pt>
                <c:pt idx="925">
                  <c:v>1529</c:v>
                </c:pt>
                <c:pt idx="926">
                  <c:v>1541</c:v>
                </c:pt>
                <c:pt idx="927">
                  <c:v>1554</c:v>
                </c:pt>
                <c:pt idx="928">
                  <c:v>1573</c:v>
                </c:pt>
                <c:pt idx="929">
                  <c:v>1597</c:v>
                </c:pt>
                <c:pt idx="930">
                  <c:v>1617</c:v>
                </c:pt>
                <c:pt idx="931">
                  <c:v>1643</c:v>
                </c:pt>
                <c:pt idx="932">
                  <c:v>1668</c:v>
                </c:pt>
                <c:pt idx="933">
                  <c:v>1687</c:v>
                </c:pt>
                <c:pt idx="934">
                  <c:v>1715</c:v>
                </c:pt>
                <c:pt idx="935">
                  <c:v>1736</c:v>
                </c:pt>
                <c:pt idx="936">
                  <c:v>1759</c:v>
                </c:pt>
                <c:pt idx="937">
                  <c:v>1777</c:v>
                </c:pt>
                <c:pt idx="938">
                  <c:v>1793</c:v>
                </c:pt>
                <c:pt idx="939">
                  <c:v>1811</c:v>
                </c:pt>
                <c:pt idx="940">
                  <c:v>1822</c:v>
                </c:pt>
                <c:pt idx="941">
                  <c:v>1835</c:v>
                </c:pt>
                <c:pt idx="942">
                  <c:v>1844</c:v>
                </c:pt>
                <c:pt idx="943">
                  <c:v>1848</c:v>
                </c:pt>
                <c:pt idx="944">
                  <c:v>1837</c:v>
                </c:pt>
                <c:pt idx="945">
                  <c:v>1821</c:v>
                </c:pt>
                <c:pt idx="946">
                  <c:v>1809</c:v>
                </c:pt>
                <c:pt idx="947">
                  <c:v>1787</c:v>
                </c:pt>
                <c:pt idx="948">
                  <c:v>1767</c:v>
                </c:pt>
                <c:pt idx="949">
                  <c:v>1744</c:v>
                </c:pt>
                <c:pt idx="950">
                  <c:v>1721</c:v>
                </c:pt>
                <c:pt idx="951">
                  <c:v>1695</c:v>
                </c:pt>
                <c:pt idx="952">
                  <c:v>1671</c:v>
                </c:pt>
                <c:pt idx="953">
                  <c:v>1649</c:v>
                </c:pt>
                <c:pt idx="954">
                  <c:v>1624</c:v>
                </c:pt>
                <c:pt idx="955">
                  <c:v>1603</c:v>
                </c:pt>
                <c:pt idx="956">
                  <c:v>1585</c:v>
                </c:pt>
                <c:pt idx="957">
                  <c:v>1567</c:v>
                </c:pt>
                <c:pt idx="958">
                  <c:v>1553</c:v>
                </c:pt>
                <c:pt idx="959">
                  <c:v>1539</c:v>
                </c:pt>
                <c:pt idx="960">
                  <c:v>1532</c:v>
                </c:pt>
                <c:pt idx="961">
                  <c:v>1514</c:v>
                </c:pt>
                <c:pt idx="962">
                  <c:v>1527</c:v>
                </c:pt>
                <c:pt idx="963">
                  <c:v>1541</c:v>
                </c:pt>
                <c:pt idx="964">
                  <c:v>1559</c:v>
                </c:pt>
                <c:pt idx="965">
                  <c:v>1577</c:v>
                </c:pt>
                <c:pt idx="966">
                  <c:v>1601</c:v>
                </c:pt>
                <c:pt idx="967">
                  <c:v>1622</c:v>
                </c:pt>
                <c:pt idx="968">
                  <c:v>1648</c:v>
                </c:pt>
                <c:pt idx="969">
                  <c:v>1669</c:v>
                </c:pt>
                <c:pt idx="970">
                  <c:v>1694</c:v>
                </c:pt>
                <c:pt idx="971">
                  <c:v>1719</c:v>
                </c:pt>
                <c:pt idx="972">
                  <c:v>1735</c:v>
                </c:pt>
                <c:pt idx="973">
                  <c:v>1761</c:v>
                </c:pt>
                <c:pt idx="974">
                  <c:v>1779</c:v>
                </c:pt>
                <c:pt idx="975">
                  <c:v>1796</c:v>
                </c:pt>
                <c:pt idx="976">
                  <c:v>1811</c:v>
                </c:pt>
                <c:pt idx="977">
                  <c:v>1825</c:v>
                </c:pt>
                <c:pt idx="978">
                  <c:v>1835</c:v>
                </c:pt>
                <c:pt idx="979">
                  <c:v>1823</c:v>
                </c:pt>
                <c:pt idx="980">
                  <c:v>1843</c:v>
                </c:pt>
                <c:pt idx="981">
                  <c:v>1841</c:v>
                </c:pt>
                <c:pt idx="982">
                  <c:v>1819</c:v>
                </c:pt>
                <c:pt idx="983">
                  <c:v>1805</c:v>
                </c:pt>
                <c:pt idx="984">
                  <c:v>1783</c:v>
                </c:pt>
                <c:pt idx="985">
                  <c:v>1765</c:v>
                </c:pt>
                <c:pt idx="986">
                  <c:v>1737</c:v>
                </c:pt>
                <c:pt idx="987">
                  <c:v>1715</c:v>
                </c:pt>
                <c:pt idx="988">
                  <c:v>1692</c:v>
                </c:pt>
                <c:pt idx="989">
                  <c:v>1663</c:v>
                </c:pt>
                <c:pt idx="990">
                  <c:v>1643</c:v>
                </c:pt>
                <c:pt idx="991">
                  <c:v>1620</c:v>
                </c:pt>
                <c:pt idx="992">
                  <c:v>1603</c:v>
                </c:pt>
                <c:pt idx="993">
                  <c:v>1581</c:v>
                </c:pt>
                <c:pt idx="994">
                  <c:v>1563</c:v>
                </c:pt>
                <c:pt idx="995">
                  <c:v>1553</c:v>
                </c:pt>
                <c:pt idx="996">
                  <c:v>1537</c:v>
                </c:pt>
                <c:pt idx="997">
                  <c:v>1529</c:v>
                </c:pt>
                <c:pt idx="998">
                  <c:v>1521</c:v>
                </c:pt>
                <c:pt idx="999">
                  <c:v>1525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A0-4BFE-9B9D-4AA2B8796A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62496543"/>
        <c:axId val="762514303"/>
      </c:lineChart>
      <c:catAx>
        <c:axId val="76249654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62514303"/>
        <c:crosses val="autoZero"/>
        <c:auto val="1"/>
        <c:lblAlgn val="ctr"/>
        <c:lblOffset val="100"/>
        <c:noMultiLvlLbl val="0"/>
      </c:catAx>
      <c:valAx>
        <c:axId val="762514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62496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電流回授</a:t>
            </a:r>
            <a:r>
              <a:rPr lang="en-US" altLang="zh-TW"/>
              <a:t>2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工作表1!$B$1:$B$1000</c:f>
              <c:numCache>
                <c:formatCode>General</c:formatCode>
                <c:ptCount val="1000"/>
                <c:pt idx="0">
                  <c:v>2261</c:v>
                </c:pt>
                <c:pt idx="1">
                  <c:v>2263</c:v>
                </c:pt>
                <c:pt idx="2">
                  <c:v>2263</c:v>
                </c:pt>
                <c:pt idx="3">
                  <c:v>2261</c:v>
                </c:pt>
                <c:pt idx="4">
                  <c:v>2261</c:v>
                </c:pt>
                <c:pt idx="5">
                  <c:v>2264</c:v>
                </c:pt>
                <c:pt idx="6">
                  <c:v>2257</c:v>
                </c:pt>
                <c:pt idx="7">
                  <c:v>2257</c:v>
                </c:pt>
                <c:pt idx="8">
                  <c:v>2253</c:v>
                </c:pt>
                <c:pt idx="9">
                  <c:v>2249</c:v>
                </c:pt>
                <c:pt idx="10">
                  <c:v>2244</c:v>
                </c:pt>
                <c:pt idx="11">
                  <c:v>2243</c:v>
                </c:pt>
                <c:pt idx="12">
                  <c:v>2240</c:v>
                </c:pt>
                <c:pt idx="13">
                  <c:v>2233</c:v>
                </c:pt>
                <c:pt idx="14">
                  <c:v>2231</c:v>
                </c:pt>
                <c:pt idx="15">
                  <c:v>2229</c:v>
                </c:pt>
                <c:pt idx="16">
                  <c:v>2225</c:v>
                </c:pt>
                <c:pt idx="17">
                  <c:v>2224</c:v>
                </c:pt>
                <c:pt idx="18">
                  <c:v>2221</c:v>
                </c:pt>
                <c:pt idx="19">
                  <c:v>2221</c:v>
                </c:pt>
                <c:pt idx="20">
                  <c:v>2221</c:v>
                </c:pt>
                <c:pt idx="21">
                  <c:v>2221</c:v>
                </c:pt>
                <c:pt idx="22">
                  <c:v>2219</c:v>
                </c:pt>
                <c:pt idx="23">
                  <c:v>2225</c:v>
                </c:pt>
                <c:pt idx="24">
                  <c:v>2223</c:v>
                </c:pt>
                <c:pt idx="25">
                  <c:v>2227</c:v>
                </c:pt>
                <c:pt idx="26">
                  <c:v>2230</c:v>
                </c:pt>
                <c:pt idx="27">
                  <c:v>2231</c:v>
                </c:pt>
                <c:pt idx="28">
                  <c:v>2237</c:v>
                </c:pt>
                <c:pt idx="29">
                  <c:v>2241</c:v>
                </c:pt>
                <c:pt idx="30">
                  <c:v>2245</c:v>
                </c:pt>
                <c:pt idx="31">
                  <c:v>2251</c:v>
                </c:pt>
                <c:pt idx="32">
                  <c:v>2253</c:v>
                </c:pt>
                <c:pt idx="33">
                  <c:v>2255</c:v>
                </c:pt>
                <c:pt idx="34">
                  <c:v>2257</c:v>
                </c:pt>
                <c:pt idx="35">
                  <c:v>2261</c:v>
                </c:pt>
                <c:pt idx="36">
                  <c:v>2261</c:v>
                </c:pt>
                <c:pt idx="37">
                  <c:v>2265</c:v>
                </c:pt>
                <c:pt idx="38">
                  <c:v>2263</c:v>
                </c:pt>
                <c:pt idx="39">
                  <c:v>2267</c:v>
                </c:pt>
                <c:pt idx="40">
                  <c:v>2261</c:v>
                </c:pt>
                <c:pt idx="41">
                  <c:v>2258</c:v>
                </c:pt>
                <c:pt idx="42">
                  <c:v>2261</c:v>
                </c:pt>
                <c:pt idx="43">
                  <c:v>2257</c:v>
                </c:pt>
                <c:pt idx="44">
                  <c:v>2251</c:v>
                </c:pt>
                <c:pt idx="45">
                  <c:v>2253</c:v>
                </c:pt>
                <c:pt idx="46">
                  <c:v>2247</c:v>
                </c:pt>
                <c:pt idx="47">
                  <c:v>2243</c:v>
                </c:pt>
                <c:pt idx="48">
                  <c:v>2241</c:v>
                </c:pt>
                <c:pt idx="49">
                  <c:v>2238</c:v>
                </c:pt>
                <c:pt idx="50">
                  <c:v>2231</c:v>
                </c:pt>
                <c:pt idx="51">
                  <c:v>2227</c:v>
                </c:pt>
                <c:pt idx="52">
                  <c:v>2227</c:v>
                </c:pt>
                <c:pt idx="53">
                  <c:v>2225</c:v>
                </c:pt>
                <c:pt idx="54">
                  <c:v>2224</c:v>
                </c:pt>
                <c:pt idx="55">
                  <c:v>2221</c:v>
                </c:pt>
                <c:pt idx="56">
                  <c:v>2219</c:v>
                </c:pt>
                <c:pt idx="57">
                  <c:v>2221</c:v>
                </c:pt>
                <c:pt idx="58">
                  <c:v>2219</c:v>
                </c:pt>
                <c:pt idx="59">
                  <c:v>2221</c:v>
                </c:pt>
                <c:pt idx="60">
                  <c:v>2225</c:v>
                </c:pt>
                <c:pt idx="61">
                  <c:v>2225</c:v>
                </c:pt>
                <c:pt idx="62">
                  <c:v>2227</c:v>
                </c:pt>
                <c:pt idx="63">
                  <c:v>2232</c:v>
                </c:pt>
                <c:pt idx="64">
                  <c:v>2234</c:v>
                </c:pt>
                <c:pt idx="65">
                  <c:v>2237</c:v>
                </c:pt>
                <c:pt idx="66">
                  <c:v>2241</c:v>
                </c:pt>
                <c:pt idx="67">
                  <c:v>2245</c:v>
                </c:pt>
                <c:pt idx="68">
                  <c:v>2249</c:v>
                </c:pt>
                <c:pt idx="69">
                  <c:v>2253</c:v>
                </c:pt>
                <c:pt idx="70">
                  <c:v>2257</c:v>
                </c:pt>
                <c:pt idx="71">
                  <c:v>2257</c:v>
                </c:pt>
                <c:pt idx="72">
                  <c:v>2259</c:v>
                </c:pt>
                <c:pt idx="73">
                  <c:v>2263</c:v>
                </c:pt>
                <c:pt idx="74">
                  <c:v>2263</c:v>
                </c:pt>
                <c:pt idx="75">
                  <c:v>2264</c:v>
                </c:pt>
                <c:pt idx="76">
                  <c:v>2265</c:v>
                </c:pt>
                <c:pt idx="77">
                  <c:v>2265</c:v>
                </c:pt>
                <c:pt idx="78">
                  <c:v>2257</c:v>
                </c:pt>
                <c:pt idx="79">
                  <c:v>2259</c:v>
                </c:pt>
                <c:pt idx="80">
                  <c:v>2257</c:v>
                </c:pt>
                <c:pt idx="81">
                  <c:v>2256</c:v>
                </c:pt>
                <c:pt idx="82">
                  <c:v>2249</c:v>
                </c:pt>
                <c:pt idx="83">
                  <c:v>2243</c:v>
                </c:pt>
                <c:pt idx="84">
                  <c:v>2244</c:v>
                </c:pt>
                <c:pt idx="85">
                  <c:v>2237</c:v>
                </c:pt>
                <c:pt idx="86">
                  <c:v>2237</c:v>
                </c:pt>
                <c:pt idx="87">
                  <c:v>2232</c:v>
                </c:pt>
                <c:pt idx="88">
                  <c:v>2229</c:v>
                </c:pt>
                <c:pt idx="89">
                  <c:v>2227</c:v>
                </c:pt>
                <c:pt idx="90">
                  <c:v>2223</c:v>
                </c:pt>
                <c:pt idx="91">
                  <c:v>2219</c:v>
                </c:pt>
                <c:pt idx="92">
                  <c:v>2221</c:v>
                </c:pt>
                <c:pt idx="93">
                  <c:v>2224</c:v>
                </c:pt>
                <c:pt idx="94">
                  <c:v>2221</c:v>
                </c:pt>
                <c:pt idx="95">
                  <c:v>2218</c:v>
                </c:pt>
                <c:pt idx="96">
                  <c:v>2219</c:v>
                </c:pt>
                <c:pt idx="97">
                  <c:v>2225</c:v>
                </c:pt>
                <c:pt idx="98">
                  <c:v>2225</c:v>
                </c:pt>
                <c:pt idx="99">
                  <c:v>2226</c:v>
                </c:pt>
                <c:pt idx="100">
                  <c:v>2231</c:v>
                </c:pt>
                <c:pt idx="101">
                  <c:v>2231</c:v>
                </c:pt>
                <c:pt idx="102">
                  <c:v>2237</c:v>
                </c:pt>
                <c:pt idx="103">
                  <c:v>2241</c:v>
                </c:pt>
                <c:pt idx="104">
                  <c:v>2247</c:v>
                </c:pt>
                <c:pt idx="105">
                  <c:v>2247</c:v>
                </c:pt>
                <c:pt idx="106">
                  <c:v>2251</c:v>
                </c:pt>
                <c:pt idx="107">
                  <c:v>2256</c:v>
                </c:pt>
                <c:pt idx="108">
                  <c:v>2259</c:v>
                </c:pt>
                <c:pt idx="109">
                  <c:v>2261</c:v>
                </c:pt>
                <c:pt idx="110">
                  <c:v>2264</c:v>
                </c:pt>
                <c:pt idx="111">
                  <c:v>2264</c:v>
                </c:pt>
                <c:pt idx="112">
                  <c:v>2265</c:v>
                </c:pt>
                <c:pt idx="113">
                  <c:v>2261</c:v>
                </c:pt>
                <c:pt idx="114">
                  <c:v>2265</c:v>
                </c:pt>
                <c:pt idx="115">
                  <c:v>2261</c:v>
                </c:pt>
                <c:pt idx="116">
                  <c:v>2259</c:v>
                </c:pt>
                <c:pt idx="117">
                  <c:v>2257</c:v>
                </c:pt>
                <c:pt idx="118">
                  <c:v>2251</c:v>
                </c:pt>
                <c:pt idx="119">
                  <c:v>2249</c:v>
                </c:pt>
                <c:pt idx="120">
                  <c:v>2247</c:v>
                </c:pt>
                <c:pt idx="121">
                  <c:v>2243</c:v>
                </c:pt>
                <c:pt idx="122">
                  <c:v>2240</c:v>
                </c:pt>
                <c:pt idx="123">
                  <c:v>2237</c:v>
                </c:pt>
                <c:pt idx="124">
                  <c:v>2231</c:v>
                </c:pt>
                <c:pt idx="125">
                  <c:v>2225</c:v>
                </c:pt>
                <c:pt idx="126">
                  <c:v>2225</c:v>
                </c:pt>
                <c:pt idx="127">
                  <c:v>2225</c:v>
                </c:pt>
                <c:pt idx="128">
                  <c:v>2224</c:v>
                </c:pt>
                <c:pt idx="129">
                  <c:v>2219</c:v>
                </c:pt>
                <c:pt idx="130">
                  <c:v>2219</c:v>
                </c:pt>
                <c:pt idx="131">
                  <c:v>2221</c:v>
                </c:pt>
                <c:pt idx="132">
                  <c:v>2224</c:v>
                </c:pt>
                <c:pt idx="133">
                  <c:v>2217</c:v>
                </c:pt>
                <c:pt idx="134">
                  <c:v>2224</c:v>
                </c:pt>
                <c:pt idx="135">
                  <c:v>2228</c:v>
                </c:pt>
                <c:pt idx="136">
                  <c:v>2229</c:v>
                </c:pt>
                <c:pt idx="137">
                  <c:v>2233</c:v>
                </c:pt>
                <c:pt idx="138">
                  <c:v>2235</c:v>
                </c:pt>
                <c:pt idx="139">
                  <c:v>2239</c:v>
                </c:pt>
                <c:pt idx="140">
                  <c:v>2241</c:v>
                </c:pt>
                <c:pt idx="141">
                  <c:v>2249</c:v>
                </c:pt>
                <c:pt idx="142">
                  <c:v>2251</c:v>
                </c:pt>
                <c:pt idx="143">
                  <c:v>2254</c:v>
                </c:pt>
                <c:pt idx="144">
                  <c:v>2257</c:v>
                </c:pt>
                <c:pt idx="145">
                  <c:v>2257</c:v>
                </c:pt>
                <c:pt idx="146">
                  <c:v>2259</c:v>
                </c:pt>
                <c:pt idx="147">
                  <c:v>2262</c:v>
                </c:pt>
                <c:pt idx="148">
                  <c:v>2263</c:v>
                </c:pt>
                <c:pt idx="149">
                  <c:v>2265</c:v>
                </c:pt>
                <c:pt idx="150">
                  <c:v>2257</c:v>
                </c:pt>
                <c:pt idx="151">
                  <c:v>2266</c:v>
                </c:pt>
                <c:pt idx="152">
                  <c:v>2261</c:v>
                </c:pt>
                <c:pt idx="153">
                  <c:v>2256</c:v>
                </c:pt>
                <c:pt idx="154">
                  <c:v>2256</c:v>
                </c:pt>
                <c:pt idx="155">
                  <c:v>2253</c:v>
                </c:pt>
                <c:pt idx="156">
                  <c:v>2247</c:v>
                </c:pt>
                <c:pt idx="157">
                  <c:v>2248</c:v>
                </c:pt>
                <c:pt idx="158">
                  <c:v>2242</c:v>
                </c:pt>
                <c:pt idx="159">
                  <c:v>2240</c:v>
                </c:pt>
                <c:pt idx="160">
                  <c:v>2231</c:v>
                </c:pt>
                <c:pt idx="161">
                  <c:v>2233</c:v>
                </c:pt>
                <c:pt idx="162">
                  <c:v>2226</c:v>
                </c:pt>
                <c:pt idx="163">
                  <c:v>2226</c:v>
                </c:pt>
                <c:pt idx="164">
                  <c:v>2225</c:v>
                </c:pt>
                <c:pt idx="165">
                  <c:v>2221</c:v>
                </c:pt>
                <c:pt idx="166">
                  <c:v>2219</c:v>
                </c:pt>
                <c:pt idx="167">
                  <c:v>2221</c:v>
                </c:pt>
                <c:pt idx="168">
                  <c:v>2224</c:v>
                </c:pt>
                <c:pt idx="169">
                  <c:v>2224</c:v>
                </c:pt>
                <c:pt idx="170">
                  <c:v>2219</c:v>
                </c:pt>
                <c:pt idx="171">
                  <c:v>2224</c:v>
                </c:pt>
                <c:pt idx="172">
                  <c:v>2227</c:v>
                </c:pt>
                <c:pt idx="173">
                  <c:v>2229</c:v>
                </c:pt>
                <c:pt idx="174">
                  <c:v>2233</c:v>
                </c:pt>
                <c:pt idx="175">
                  <c:v>2236</c:v>
                </c:pt>
                <c:pt idx="176">
                  <c:v>2240</c:v>
                </c:pt>
                <c:pt idx="177">
                  <c:v>2243</c:v>
                </c:pt>
                <c:pt idx="178">
                  <c:v>2249</c:v>
                </c:pt>
                <c:pt idx="179">
                  <c:v>2251</c:v>
                </c:pt>
                <c:pt idx="180">
                  <c:v>2256</c:v>
                </c:pt>
                <c:pt idx="181">
                  <c:v>2257</c:v>
                </c:pt>
                <c:pt idx="182">
                  <c:v>2259</c:v>
                </c:pt>
                <c:pt idx="183">
                  <c:v>2261</c:v>
                </c:pt>
                <c:pt idx="184">
                  <c:v>2263</c:v>
                </c:pt>
                <c:pt idx="185">
                  <c:v>2265</c:v>
                </c:pt>
                <c:pt idx="186">
                  <c:v>2264</c:v>
                </c:pt>
                <c:pt idx="187">
                  <c:v>2261</c:v>
                </c:pt>
                <c:pt idx="188">
                  <c:v>2259</c:v>
                </c:pt>
                <c:pt idx="189">
                  <c:v>2261</c:v>
                </c:pt>
                <c:pt idx="190">
                  <c:v>2257</c:v>
                </c:pt>
                <c:pt idx="191">
                  <c:v>2255</c:v>
                </c:pt>
                <c:pt idx="192">
                  <c:v>2251</c:v>
                </c:pt>
                <c:pt idx="193">
                  <c:v>2249</c:v>
                </c:pt>
                <c:pt idx="194">
                  <c:v>2245</c:v>
                </c:pt>
                <c:pt idx="195">
                  <c:v>2241</c:v>
                </c:pt>
                <c:pt idx="196">
                  <c:v>2240</c:v>
                </c:pt>
                <c:pt idx="197">
                  <c:v>2236</c:v>
                </c:pt>
                <c:pt idx="198">
                  <c:v>2229</c:v>
                </c:pt>
                <c:pt idx="199">
                  <c:v>2225</c:v>
                </c:pt>
                <c:pt idx="200">
                  <c:v>2226</c:v>
                </c:pt>
                <c:pt idx="201">
                  <c:v>2225</c:v>
                </c:pt>
                <c:pt idx="202">
                  <c:v>2221</c:v>
                </c:pt>
                <c:pt idx="203">
                  <c:v>2221</c:v>
                </c:pt>
                <c:pt idx="204">
                  <c:v>2219</c:v>
                </c:pt>
                <c:pt idx="205">
                  <c:v>2220</c:v>
                </c:pt>
                <c:pt idx="206">
                  <c:v>2225</c:v>
                </c:pt>
                <c:pt idx="207">
                  <c:v>2221</c:v>
                </c:pt>
                <c:pt idx="208">
                  <c:v>2226</c:v>
                </c:pt>
                <c:pt idx="209">
                  <c:v>2227</c:v>
                </c:pt>
                <c:pt idx="210">
                  <c:v>2229</c:v>
                </c:pt>
                <c:pt idx="211">
                  <c:v>2233</c:v>
                </c:pt>
                <c:pt idx="212">
                  <c:v>2235</c:v>
                </c:pt>
                <c:pt idx="213">
                  <c:v>2240</c:v>
                </c:pt>
                <c:pt idx="214">
                  <c:v>2243</c:v>
                </c:pt>
                <c:pt idx="215">
                  <c:v>2249</c:v>
                </c:pt>
                <c:pt idx="216">
                  <c:v>2251</c:v>
                </c:pt>
                <c:pt idx="217">
                  <c:v>2254</c:v>
                </c:pt>
                <c:pt idx="218">
                  <c:v>2257</c:v>
                </c:pt>
                <c:pt idx="219">
                  <c:v>2259</c:v>
                </c:pt>
                <c:pt idx="220">
                  <c:v>2259</c:v>
                </c:pt>
                <c:pt idx="221">
                  <c:v>2263</c:v>
                </c:pt>
                <c:pt idx="222">
                  <c:v>2263</c:v>
                </c:pt>
                <c:pt idx="223">
                  <c:v>2265</c:v>
                </c:pt>
                <c:pt idx="224">
                  <c:v>2261</c:v>
                </c:pt>
                <c:pt idx="225">
                  <c:v>2259</c:v>
                </c:pt>
                <c:pt idx="226">
                  <c:v>2259</c:v>
                </c:pt>
                <c:pt idx="227">
                  <c:v>2257</c:v>
                </c:pt>
                <c:pt idx="228">
                  <c:v>2257</c:v>
                </c:pt>
                <c:pt idx="229">
                  <c:v>2251</c:v>
                </c:pt>
                <c:pt idx="230">
                  <c:v>2248</c:v>
                </c:pt>
                <c:pt idx="231">
                  <c:v>2245</c:v>
                </c:pt>
                <c:pt idx="232">
                  <c:v>2241</c:v>
                </c:pt>
                <c:pt idx="233">
                  <c:v>2237</c:v>
                </c:pt>
                <c:pt idx="234">
                  <c:v>2233</c:v>
                </c:pt>
                <c:pt idx="235">
                  <c:v>2231</c:v>
                </c:pt>
                <c:pt idx="236">
                  <c:v>2227</c:v>
                </c:pt>
                <c:pt idx="237">
                  <c:v>2225</c:v>
                </c:pt>
                <c:pt idx="238">
                  <c:v>2224</c:v>
                </c:pt>
                <c:pt idx="239">
                  <c:v>2222</c:v>
                </c:pt>
                <c:pt idx="240">
                  <c:v>2215</c:v>
                </c:pt>
                <c:pt idx="241">
                  <c:v>2219</c:v>
                </c:pt>
                <c:pt idx="242">
                  <c:v>2219</c:v>
                </c:pt>
                <c:pt idx="243">
                  <c:v>2221</c:v>
                </c:pt>
                <c:pt idx="244">
                  <c:v>2225</c:v>
                </c:pt>
                <c:pt idx="245">
                  <c:v>2224</c:v>
                </c:pt>
                <c:pt idx="246">
                  <c:v>2226</c:v>
                </c:pt>
                <c:pt idx="247">
                  <c:v>2231</c:v>
                </c:pt>
                <c:pt idx="248">
                  <c:v>2231</c:v>
                </c:pt>
                <c:pt idx="249">
                  <c:v>2237</c:v>
                </c:pt>
                <c:pt idx="250">
                  <c:v>2240</c:v>
                </c:pt>
                <c:pt idx="251">
                  <c:v>2245</c:v>
                </c:pt>
                <c:pt idx="252">
                  <c:v>2247</c:v>
                </c:pt>
                <c:pt idx="253">
                  <c:v>2251</c:v>
                </c:pt>
                <c:pt idx="254">
                  <c:v>2251</c:v>
                </c:pt>
                <c:pt idx="255">
                  <c:v>2258</c:v>
                </c:pt>
                <c:pt idx="256">
                  <c:v>2261</c:v>
                </c:pt>
                <c:pt idx="257">
                  <c:v>2264</c:v>
                </c:pt>
                <c:pt idx="258">
                  <c:v>2259</c:v>
                </c:pt>
                <c:pt idx="259">
                  <c:v>2263</c:v>
                </c:pt>
                <c:pt idx="260">
                  <c:v>2263</c:v>
                </c:pt>
                <c:pt idx="261">
                  <c:v>2261</c:v>
                </c:pt>
                <c:pt idx="262">
                  <c:v>2262</c:v>
                </c:pt>
                <c:pt idx="263">
                  <c:v>2261</c:v>
                </c:pt>
                <c:pt idx="264">
                  <c:v>2257</c:v>
                </c:pt>
                <c:pt idx="265">
                  <c:v>2256</c:v>
                </c:pt>
                <c:pt idx="266">
                  <c:v>2252</c:v>
                </c:pt>
                <c:pt idx="267">
                  <c:v>2247</c:v>
                </c:pt>
                <c:pt idx="268">
                  <c:v>2243</c:v>
                </c:pt>
                <c:pt idx="269">
                  <c:v>2241</c:v>
                </c:pt>
                <c:pt idx="270">
                  <c:v>2238</c:v>
                </c:pt>
                <c:pt idx="271">
                  <c:v>2231</c:v>
                </c:pt>
                <c:pt idx="272">
                  <c:v>2229</c:v>
                </c:pt>
                <c:pt idx="273">
                  <c:v>2227</c:v>
                </c:pt>
                <c:pt idx="274">
                  <c:v>2224</c:v>
                </c:pt>
                <c:pt idx="275">
                  <c:v>2224</c:v>
                </c:pt>
                <c:pt idx="276">
                  <c:v>2221</c:v>
                </c:pt>
                <c:pt idx="277">
                  <c:v>2219</c:v>
                </c:pt>
                <c:pt idx="278">
                  <c:v>2221</c:v>
                </c:pt>
                <c:pt idx="279">
                  <c:v>2224</c:v>
                </c:pt>
                <c:pt idx="280">
                  <c:v>2219</c:v>
                </c:pt>
                <c:pt idx="281">
                  <c:v>2225</c:v>
                </c:pt>
                <c:pt idx="282">
                  <c:v>2225</c:v>
                </c:pt>
                <c:pt idx="283">
                  <c:v>2229</c:v>
                </c:pt>
                <c:pt idx="284">
                  <c:v>2229</c:v>
                </c:pt>
                <c:pt idx="285">
                  <c:v>2233</c:v>
                </c:pt>
                <c:pt idx="286">
                  <c:v>2238</c:v>
                </c:pt>
                <c:pt idx="287">
                  <c:v>2241</c:v>
                </c:pt>
                <c:pt idx="288">
                  <c:v>2248</c:v>
                </c:pt>
                <c:pt idx="289">
                  <c:v>2250</c:v>
                </c:pt>
                <c:pt idx="290">
                  <c:v>2254</c:v>
                </c:pt>
                <c:pt idx="291">
                  <c:v>2257</c:v>
                </c:pt>
                <c:pt idx="292">
                  <c:v>2257</c:v>
                </c:pt>
                <c:pt idx="293">
                  <c:v>2259</c:v>
                </c:pt>
                <c:pt idx="294">
                  <c:v>2263</c:v>
                </c:pt>
                <c:pt idx="295">
                  <c:v>2263</c:v>
                </c:pt>
                <c:pt idx="296">
                  <c:v>2265</c:v>
                </c:pt>
                <c:pt idx="297">
                  <c:v>2265</c:v>
                </c:pt>
                <c:pt idx="298">
                  <c:v>2265</c:v>
                </c:pt>
                <c:pt idx="299">
                  <c:v>2259</c:v>
                </c:pt>
                <c:pt idx="300">
                  <c:v>2259</c:v>
                </c:pt>
                <c:pt idx="301">
                  <c:v>2257</c:v>
                </c:pt>
                <c:pt idx="302">
                  <c:v>2253</c:v>
                </c:pt>
                <c:pt idx="303">
                  <c:v>2251</c:v>
                </c:pt>
                <c:pt idx="304">
                  <c:v>2243</c:v>
                </c:pt>
                <c:pt idx="305">
                  <c:v>2243</c:v>
                </c:pt>
                <c:pt idx="306">
                  <c:v>2241</c:v>
                </c:pt>
                <c:pt idx="307">
                  <c:v>2237</c:v>
                </c:pt>
                <c:pt idx="308">
                  <c:v>2227</c:v>
                </c:pt>
                <c:pt idx="309">
                  <c:v>2228</c:v>
                </c:pt>
                <c:pt idx="310">
                  <c:v>2229</c:v>
                </c:pt>
                <c:pt idx="311">
                  <c:v>2225</c:v>
                </c:pt>
                <c:pt idx="312">
                  <c:v>2219</c:v>
                </c:pt>
                <c:pt idx="313">
                  <c:v>2223</c:v>
                </c:pt>
                <c:pt idx="314">
                  <c:v>2224</c:v>
                </c:pt>
                <c:pt idx="315">
                  <c:v>2217</c:v>
                </c:pt>
                <c:pt idx="316">
                  <c:v>2216</c:v>
                </c:pt>
                <c:pt idx="317">
                  <c:v>2219</c:v>
                </c:pt>
                <c:pt idx="318">
                  <c:v>2225</c:v>
                </c:pt>
                <c:pt idx="319">
                  <c:v>2225</c:v>
                </c:pt>
                <c:pt idx="320">
                  <c:v>2227</c:v>
                </c:pt>
                <c:pt idx="321">
                  <c:v>2231</c:v>
                </c:pt>
                <c:pt idx="322">
                  <c:v>2231</c:v>
                </c:pt>
                <c:pt idx="323">
                  <c:v>2237</c:v>
                </c:pt>
                <c:pt idx="324">
                  <c:v>2242</c:v>
                </c:pt>
                <c:pt idx="325">
                  <c:v>2247</c:v>
                </c:pt>
                <c:pt idx="326">
                  <c:v>2247</c:v>
                </c:pt>
                <c:pt idx="327">
                  <c:v>2253</c:v>
                </c:pt>
                <c:pt idx="328">
                  <c:v>2257</c:v>
                </c:pt>
                <c:pt idx="329">
                  <c:v>2259</c:v>
                </c:pt>
                <c:pt idx="330">
                  <c:v>2261</c:v>
                </c:pt>
                <c:pt idx="331">
                  <c:v>2265</c:v>
                </c:pt>
                <c:pt idx="332">
                  <c:v>2264</c:v>
                </c:pt>
                <c:pt idx="333">
                  <c:v>2263</c:v>
                </c:pt>
                <c:pt idx="334">
                  <c:v>2263</c:v>
                </c:pt>
                <c:pt idx="335">
                  <c:v>2265</c:v>
                </c:pt>
                <c:pt idx="336">
                  <c:v>2259</c:v>
                </c:pt>
                <c:pt idx="337">
                  <c:v>2259</c:v>
                </c:pt>
                <c:pt idx="338">
                  <c:v>2257</c:v>
                </c:pt>
                <c:pt idx="339">
                  <c:v>2251</c:v>
                </c:pt>
                <c:pt idx="340">
                  <c:v>2251</c:v>
                </c:pt>
                <c:pt idx="341">
                  <c:v>2247</c:v>
                </c:pt>
                <c:pt idx="342">
                  <c:v>2241</c:v>
                </c:pt>
                <c:pt idx="343">
                  <c:v>2240</c:v>
                </c:pt>
                <c:pt idx="344">
                  <c:v>2238</c:v>
                </c:pt>
                <c:pt idx="345">
                  <c:v>2231</c:v>
                </c:pt>
                <c:pt idx="346">
                  <c:v>2227</c:v>
                </c:pt>
                <c:pt idx="347">
                  <c:v>2226</c:v>
                </c:pt>
                <c:pt idx="348">
                  <c:v>2225</c:v>
                </c:pt>
                <c:pt idx="349">
                  <c:v>2224</c:v>
                </c:pt>
                <c:pt idx="350">
                  <c:v>2221</c:v>
                </c:pt>
                <c:pt idx="351">
                  <c:v>2219</c:v>
                </c:pt>
                <c:pt idx="352">
                  <c:v>2222</c:v>
                </c:pt>
                <c:pt idx="353">
                  <c:v>2224</c:v>
                </c:pt>
                <c:pt idx="354">
                  <c:v>2217</c:v>
                </c:pt>
                <c:pt idx="355">
                  <c:v>2225</c:v>
                </c:pt>
                <c:pt idx="356">
                  <c:v>2225</c:v>
                </c:pt>
                <c:pt idx="357">
                  <c:v>2225</c:v>
                </c:pt>
                <c:pt idx="358">
                  <c:v>2233</c:v>
                </c:pt>
                <c:pt idx="359">
                  <c:v>2235</c:v>
                </c:pt>
                <c:pt idx="360">
                  <c:v>2239</c:v>
                </c:pt>
                <c:pt idx="361">
                  <c:v>2241</c:v>
                </c:pt>
                <c:pt idx="362">
                  <c:v>2248</c:v>
                </c:pt>
                <c:pt idx="363">
                  <c:v>2251</c:v>
                </c:pt>
                <c:pt idx="364">
                  <c:v>2251</c:v>
                </c:pt>
                <c:pt idx="365">
                  <c:v>2257</c:v>
                </c:pt>
                <c:pt idx="366">
                  <c:v>2259</c:v>
                </c:pt>
                <c:pt idx="367">
                  <c:v>2259</c:v>
                </c:pt>
                <c:pt idx="368">
                  <c:v>2262</c:v>
                </c:pt>
                <c:pt idx="369">
                  <c:v>2263</c:v>
                </c:pt>
                <c:pt idx="370">
                  <c:v>2265</c:v>
                </c:pt>
                <c:pt idx="371">
                  <c:v>2261</c:v>
                </c:pt>
                <c:pt idx="372">
                  <c:v>2265</c:v>
                </c:pt>
                <c:pt idx="373">
                  <c:v>2261</c:v>
                </c:pt>
                <c:pt idx="374">
                  <c:v>2257</c:v>
                </c:pt>
                <c:pt idx="375">
                  <c:v>2257</c:v>
                </c:pt>
                <c:pt idx="376">
                  <c:v>2247</c:v>
                </c:pt>
                <c:pt idx="377">
                  <c:v>2248</c:v>
                </c:pt>
                <c:pt idx="378">
                  <c:v>2247</c:v>
                </c:pt>
                <c:pt idx="379">
                  <c:v>2244</c:v>
                </c:pt>
                <c:pt idx="380">
                  <c:v>2240</c:v>
                </c:pt>
                <c:pt idx="381">
                  <c:v>2237</c:v>
                </c:pt>
                <c:pt idx="382">
                  <c:v>2232</c:v>
                </c:pt>
                <c:pt idx="383">
                  <c:v>2226</c:v>
                </c:pt>
                <c:pt idx="384">
                  <c:v>2225</c:v>
                </c:pt>
                <c:pt idx="385">
                  <c:v>2225</c:v>
                </c:pt>
                <c:pt idx="386">
                  <c:v>2219</c:v>
                </c:pt>
                <c:pt idx="387">
                  <c:v>2221</c:v>
                </c:pt>
                <c:pt idx="388">
                  <c:v>2221</c:v>
                </c:pt>
                <c:pt idx="389">
                  <c:v>2221</c:v>
                </c:pt>
                <c:pt idx="390">
                  <c:v>2223</c:v>
                </c:pt>
                <c:pt idx="391">
                  <c:v>2218</c:v>
                </c:pt>
                <c:pt idx="392">
                  <c:v>2225</c:v>
                </c:pt>
                <c:pt idx="393">
                  <c:v>2227</c:v>
                </c:pt>
                <c:pt idx="394">
                  <c:v>2227</c:v>
                </c:pt>
                <c:pt idx="395">
                  <c:v>2231</c:v>
                </c:pt>
                <c:pt idx="396">
                  <c:v>2237</c:v>
                </c:pt>
                <c:pt idx="397">
                  <c:v>2240</c:v>
                </c:pt>
                <c:pt idx="398">
                  <c:v>2242</c:v>
                </c:pt>
                <c:pt idx="399">
                  <c:v>2251</c:v>
                </c:pt>
                <c:pt idx="400">
                  <c:v>2247</c:v>
                </c:pt>
                <c:pt idx="401">
                  <c:v>2253</c:v>
                </c:pt>
                <c:pt idx="402">
                  <c:v>2256</c:v>
                </c:pt>
                <c:pt idx="403">
                  <c:v>2261</c:v>
                </c:pt>
                <c:pt idx="404">
                  <c:v>2261</c:v>
                </c:pt>
                <c:pt idx="405">
                  <c:v>2261</c:v>
                </c:pt>
                <c:pt idx="406">
                  <c:v>2265</c:v>
                </c:pt>
                <c:pt idx="407">
                  <c:v>2265</c:v>
                </c:pt>
                <c:pt idx="408">
                  <c:v>2257</c:v>
                </c:pt>
                <c:pt idx="409">
                  <c:v>2263</c:v>
                </c:pt>
                <c:pt idx="410">
                  <c:v>2261</c:v>
                </c:pt>
                <c:pt idx="411">
                  <c:v>2253</c:v>
                </c:pt>
                <c:pt idx="412">
                  <c:v>2256</c:v>
                </c:pt>
                <c:pt idx="413">
                  <c:v>2253</c:v>
                </c:pt>
                <c:pt idx="414">
                  <c:v>2247</c:v>
                </c:pt>
                <c:pt idx="415">
                  <c:v>2245</c:v>
                </c:pt>
                <c:pt idx="416">
                  <c:v>2242</c:v>
                </c:pt>
                <c:pt idx="417">
                  <c:v>2237</c:v>
                </c:pt>
                <c:pt idx="418">
                  <c:v>2231</c:v>
                </c:pt>
                <c:pt idx="419">
                  <c:v>2233</c:v>
                </c:pt>
                <c:pt idx="420">
                  <c:v>2227</c:v>
                </c:pt>
                <c:pt idx="421">
                  <c:v>2226</c:v>
                </c:pt>
                <c:pt idx="422">
                  <c:v>2224</c:v>
                </c:pt>
                <c:pt idx="423">
                  <c:v>2221</c:v>
                </c:pt>
                <c:pt idx="424">
                  <c:v>2219</c:v>
                </c:pt>
                <c:pt idx="425">
                  <c:v>2220</c:v>
                </c:pt>
                <c:pt idx="426">
                  <c:v>2224</c:v>
                </c:pt>
                <c:pt idx="427">
                  <c:v>2225</c:v>
                </c:pt>
                <c:pt idx="428">
                  <c:v>2219</c:v>
                </c:pt>
                <c:pt idx="429">
                  <c:v>2224</c:v>
                </c:pt>
                <c:pt idx="430">
                  <c:v>2229</c:v>
                </c:pt>
                <c:pt idx="431">
                  <c:v>2229</c:v>
                </c:pt>
                <c:pt idx="432">
                  <c:v>2231</c:v>
                </c:pt>
                <c:pt idx="433">
                  <c:v>2238</c:v>
                </c:pt>
                <c:pt idx="434">
                  <c:v>2241</c:v>
                </c:pt>
                <c:pt idx="435">
                  <c:v>2243</c:v>
                </c:pt>
                <c:pt idx="436">
                  <c:v>2251</c:v>
                </c:pt>
                <c:pt idx="437">
                  <c:v>2253</c:v>
                </c:pt>
                <c:pt idx="438">
                  <c:v>2256</c:v>
                </c:pt>
                <c:pt idx="439">
                  <c:v>2257</c:v>
                </c:pt>
                <c:pt idx="440">
                  <c:v>2259</c:v>
                </c:pt>
                <c:pt idx="441">
                  <c:v>2263</c:v>
                </c:pt>
                <c:pt idx="442">
                  <c:v>2263</c:v>
                </c:pt>
                <c:pt idx="443">
                  <c:v>2265</c:v>
                </c:pt>
                <c:pt idx="444">
                  <c:v>2266</c:v>
                </c:pt>
                <c:pt idx="445">
                  <c:v>2261</c:v>
                </c:pt>
                <c:pt idx="446">
                  <c:v>2263</c:v>
                </c:pt>
                <c:pt idx="447">
                  <c:v>2263</c:v>
                </c:pt>
                <c:pt idx="448">
                  <c:v>2257</c:v>
                </c:pt>
                <c:pt idx="449">
                  <c:v>2253</c:v>
                </c:pt>
                <c:pt idx="450">
                  <c:v>2251</c:v>
                </c:pt>
                <c:pt idx="451">
                  <c:v>2247</c:v>
                </c:pt>
                <c:pt idx="452">
                  <c:v>2243</c:v>
                </c:pt>
                <c:pt idx="453">
                  <c:v>2243</c:v>
                </c:pt>
                <c:pt idx="454">
                  <c:v>2240</c:v>
                </c:pt>
                <c:pt idx="455">
                  <c:v>2235</c:v>
                </c:pt>
                <c:pt idx="456">
                  <c:v>2229</c:v>
                </c:pt>
                <c:pt idx="457">
                  <c:v>2227</c:v>
                </c:pt>
                <c:pt idx="458">
                  <c:v>2224</c:v>
                </c:pt>
                <c:pt idx="459">
                  <c:v>2224</c:v>
                </c:pt>
                <c:pt idx="460">
                  <c:v>2224</c:v>
                </c:pt>
                <c:pt idx="461">
                  <c:v>2219</c:v>
                </c:pt>
                <c:pt idx="462">
                  <c:v>2219</c:v>
                </c:pt>
                <c:pt idx="463">
                  <c:v>2221</c:v>
                </c:pt>
                <c:pt idx="464">
                  <c:v>2224</c:v>
                </c:pt>
                <c:pt idx="465">
                  <c:v>2221</c:v>
                </c:pt>
                <c:pt idx="466">
                  <c:v>2219</c:v>
                </c:pt>
                <c:pt idx="467">
                  <c:v>2229</c:v>
                </c:pt>
                <c:pt idx="468">
                  <c:v>2231</c:v>
                </c:pt>
                <c:pt idx="469">
                  <c:v>2233</c:v>
                </c:pt>
                <c:pt idx="470">
                  <c:v>2235</c:v>
                </c:pt>
                <c:pt idx="471">
                  <c:v>2241</c:v>
                </c:pt>
                <c:pt idx="472">
                  <c:v>2245</c:v>
                </c:pt>
                <c:pt idx="473">
                  <c:v>2249</c:v>
                </c:pt>
                <c:pt idx="474">
                  <c:v>2251</c:v>
                </c:pt>
                <c:pt idx="475">
                  <c:v>2255</c:v>
                </c:pt>
                <c:pt idx="476">
                  <c:v>2257</c:v>
                </c:pt>
                <c:pt idx="477">
                  <c:v>2259</c:v>
                </c:pt>
                <c:pt idx="478">
                  <c:v>2259</c:v>
                </c:pt>
                <c:pt idx="479">
                  <c:v>2263</c:v>
                </c:pt>
                <c:pt idx="480">
                  <c:v>2263</c:v>
                </c:pt>
                <c:pt idx="481">
                  <c:v>2265</c:v>
                </c:pt>
                <c:pt idx="482">
                  <c:v>2261</c:v>
                </c:pt>
                <c:pt idx="483">
                  <c:v>2261</c:v>
                </c:pt>
                <c:pt idx="484">
                  <c:v>2261</c:v>
                </c:pt>
                <c:pt idx="485">
                  <c:v>2256</c:v>
                </c:pt>
                <c:pt idx="486">
                  <c:v>2252</c:v>
                </c:pt>
                <c:pt idx="487">
                  <c:v>2253</c:v>
                </c:pt>
                <c:pt idx="488">
                  <c:v>2249</c:v>
                </c:pt>
                <c:pt idx="489">
                  <c:v>2243</c:v>
                </c:pt>
                <c:pt idx="490">
                  <c:v>2241</c:v>
                </c:pt>
                <c:pt idx="491">
                  <c:v>2237</c:v>
                </c:pt>
                <c:pt idx="492">
                  <c:v>2233</c:v>
                </c:pt>
                <c:pt idx="493">
                  <c:v>2227</c:v>
                </c:pt>
                <c:pt idx="494">
                  <c:v>2229</c:v>
                </c:pt>
                <c:pt idx="495">
                  <c:v>2225</c:v>
                </c:pt>
                <c:pt idx="496">
                  <c:v>2221</c:v>
                </c:pt>
                <c:pt idx="497">
                  <c:v>2219</c:v>
                </c:pt>
                <c:pt idx="498">
                  <c:v>2221</c:v>
                </c:pt>
                <c:pt idx="499">
                  <c:v>2215</c:v>
                </c:pt>
                <c:pt idx="500">
                  <c:v>2217</c:v>
                </c:pt>
                <c:pt idx="501">
                  <c:v>2219</c:v>
                </c:pt>
                <c:pt idx="502">
                  <c:v>2225</c:v>
                </c:pt>
                <c:pt idx="503">
                  <c:v>2224</c:v>
                </c:pt>
                <c:pt idx="504">
                  <c:v>2225</c:v>
                </c:pt>
                <c:pt idx="505">
                  <c:v>2231</c:v>
                </c:pt>
                <c:pt idx="506">
                  <c:v>2233</c:v>
                </c:pt>
                <c:pt idx="507">
                  <c:v>2231</c:v>
                </c:pt>
                <c:pt idx="508">
                  <c:v>2241</c:v>
                </c:pt>
                <c:pt idx="509">
                  <c:v>2243</c:v>
                </c:pt>
                <c:pt idx="510">
                  <c:v>2251</c:v>
                </c:pt>
                <c:pt idx="511">
                  <c:v>2256</c:v>
                </c:pt>
                <c:pt idx="512">
                  <c:v>2255</c:v>
                </c:pt>
                <c:pt idx="513">
                  <c:v>2258</c:v>
                </c:pt>
                <c:pt idx="514">
                  <c:v>2260</c:v>
                </c:pt>
                <c:pt idx="515">
                  <c:v>2263</c:v>
                </c:pt>
                <c:pt idx="516">
                  <c:v>2265</c:v>
                </c:pt>
                <c:pt idx="517">
                  <c:v>2264</c:v>
                </c:pt>
                <c:pt idx="518">
                  <c:v>2265</c:v>
                </c:pt>
                <c:pt idx="519">
                  <c:v>2263</c:v>
                </c:pt>
                <c:pt idx="520">
                  <c:v>2259</c:v>
                </c:pt>
                <c:pt idx="521">
                  <c:v>2260</c:v>
                </c:pt>
                <c:pt idx="522">
                  <c:v>2257</c:v>
                </c:pt>
                <c:pt idx="523">
                  <c:v>2253</c:v>
                </c:pt>
                <c:pt idx="524">
                  <c:v>2250</c:v>
                </c:pt>
                <c:pt idx="525">
                  <c:v>2249</c:v>
                </c:pt>
                <c:pt idx="526">
                  <c:v>2243</c:v>
                </c:pt>
                <c:pt idx="527">
                  <c:v>2240</c:v>
                </c:pt>
                <c:pt idx="528">
                  <c:v>2240</c:v>
                </c:pt>
                <c:pt idx="529">
                  <c:v>2235</c:v>
                </c:pt>
                <c:pt idx="530">
                  <c:v>2229</c:v>
                </c:pt>
                <c:pt idx="531">
                  <c:v>2225</c:v>
                </c:pt>
                <c:pt idx="532">
                  <c:v>2226</c:v>
                </c:pt>
                <c:pt idx="533">
                  <c:v>2221</c:v>
                </c:pt>
                <c:pt idx="534">
                  <c:v>2221</c:v>
                </c:pt>
                <c:pt idx="535">
                  <c:v>2221</c:v>
                </c:pt>
                <c:pt idx="536">
                  <c:v>2219</c:v>
                </c:pt>
                <c:pt idx="537">
                  <c:v>2211</c:v>
                </c:pt>
                <c:pt idx="538">
                  <c:v>2215</c:v>
                </c:pt>
                <c:pt idx="539">
                  <c:v>2225</c:v>
                </c:pt>
                <c:pt idx="540">
                  <c:v>2225</c:v>
                </c:pt>
                <c:pt idx="541">
                  <c:v>2226</c:v>
                </c:pt>
                <c:pt idx="542">
                  <c:v>2231</c:v>
                </c:pt>
                <c:pt idx="543">
                  <c:v>2233</c:v>
                </c:pt>
                <c:pt idx="544">
                  <c:v>2235</c:v>
                </c:pt>
                <c:pt idx="545">
                  <c:v>2242</c:v>
                </c:pt>
                <c:pt idx="546">
                  <c:v>2245</c:v>
                </c:pt>
                <c:pt idx="547">
                  <c:v>2249</c:v>
                </c:pt>
                <c:pt idx="548">
                  <c:v>2251</c:v>
                </c:pt>
                <c:pt idx="549">
                  <c:v>2258</c:v>
                </c:pt>
                <c:pt idx="550">
                  <c:v>2261</c:v>
                </c:pt>
                <c:pt idx="551">
                  <c:v>2259</c:v>
                </c:pt>
                <c:pt idx="552">
                  <c:v>2259</c:v>
                </c:pt>
                <c:pt idx="553">
                  <c:v>2263</c:v>
                </c:pt>
                <c:pt idx="554">
                  <c:v>2263</c:v>
                </c:pt>
                <c:pt idx="555">
                  <c:v>2264</c:v>
                </c:pt>
                <c:pt idx="556">
                  <c:v>2268</c:v>
                </c:pt>
                <c:pt idx="557">
                  <c:v>2259</c:v>
                </c:pt>
                <c:pt idx="558">
                  <c:v>2259</c:v>
                </c:pt>
                <c:pt idx="559">
                  <c:v>2258</c:v>
                </c:pt>
                <c:pt idx="560">
                  <c:v>2253</c:v>
                </c:pt>
                <c:pt idx="561">
                  <c:v>2249</c:v>
                </c:pt>
                <c:pt idx="562">
                  <c:v>2248</c:v>
                </c:pt>
                <c:pt idx="563">
                  <c:v>2244</c:v>
                </c:pt>
                <c:pt idx="564">
                  <c:v>2237</c:v>
                </c:pt>
                <c:pt idx="565">
                  <c:v>2233</c:v>
                </c:pt>
                <c:pt idx="566">
                  <c:v>2232</c:v>
                </c:pt>
                <c:pt idx="567">
                  <c:v>2228</c:v>
                </c:pt>
                <c:pt idx="568">
                  <c:v>2225</c:v>
                </c:pt>
                <c:pt idx="569">
                  <c:v>2225</c:v>
                </c:pt>
                <c:pt idx="570">
                  <c:v>2224</c:v>
                </c:pt>
                <c:pt idx="571">
                  <c:v>2221</c:v>
                </c:pt>
                <c:pt idx="572">
                  <c:v>2221</c:v>
                </c:pt>
                <c:pt idx="573">
                  <c:v>2221</c:v>
                </c:pt>
                <c:pt idx="574">
                  <c:v>2219</c:v>
                </c:pt>
                <c:pt idx="575">
                  <c:v>2218</c:v>
                </c:pt>
                <c:pt idx="576">
                  <c:v>2225</c:v>
                </c:pt>
                <c:pt idx="577">
                  <c:v>2225</c:v>
                </c:pt>
                <c:pt idx="578">
                  <c:v>2227</c:v>
                </c:pt>
                <c:pt idx="579">
                  <c:v>2231</c:v>
                </c:pt>
                <c:pt idx="580">
                  <c:v>2231</c:v>
                </c:pt>
                <c:pt idx="581">
                  <c:v>2237</c:v>
                </c:pt>
                <c:pt idx="582">
                  <c:v>2241</c:v>
                </c:pt>
                <c:pt idx="583">
                  <c:v>2247</c:v>
                </c:pt>
                <c:pt idx="584">
                  <c:v>2253</c:v>
                </c:pt>
                <c:pt idx="585">
                  <c:v>2253</c:v>
                </c:pt>
                <c:pt idx="586">
                  <c:v>2256</c:v>
                </c:pt>
                <c:pt idx="587">
                  <c:v>2260</c:v>
                </c:pt>
                <c:pt idx="588">
                  <c:v>2261</c:v>
                </c:pt>
                <c:pt idx="589">
                  <c:v>2261</c:v>
                </c:pt>
                <c:pt idx="590">
                  <c:v>2265</c:v>
                </c:pt>
                <c:pt idx="591">
                  <c:v>2265</c:v>
                </c:pt>
                <c:pt idx="592">
                  <c:v>2261</c:v>
                </c:pt>
                <c:pt idx="593">
                  <c:v>2267</c:v>
                </c:pt>
                <c:pt idx="594">
                  <c:v>2259</c:v>
                </c:pt>
                <c:pt idx="595">
                  <c:v>2257</c:v>
                </c:pt>
                <c:pt idx="596">
                  <c:v>2257</c:v>
                </c:pt>
                <c:pt idx="597">
                  <c:v>2251</c:v>
                </c:pt>
                <c:pt idx="598">
                  <c:v>2247</c:v>
                </c:pt>
                <c:pt idx="599">
                  <c:v>2245</c:v>
                </c:pt>
                <c:pt idx="600">
                  <c:v>2245</c:v>
                </c:pt>
                <c:pt idx="601">
                  <c:v>2240</c:v>
                </c:pt>
                <c:pt idx="602">
                  <c:v>2235</c:v>
                </c:pt>
                <c:pt idx="603">
                  <c:v>2231</c:v>
                </c:pt>
                <c:pt idx="604">
                  <c:v>2227</c:v>
                </c:pt>
                <c:pt idx="605">
                  <c:v>2225</c:v>
                </c:pt>
                <c:pt idx="606">
                  <c:v>2224</c:v>
                </c:pt>
                <c:pt idx="607">
                  <c:v>2224</c:v>
                </c:pt>
                <c:pt idx="608">
                  <c:v>2219</c:v>
                </c:pt>
                <c:pt idx="609">
                  <c:v>2219</c:v>
                </c:pt>
                <c:pt idx="610">
                  <c:v>2219</c:v>
                </c:pt>
                <c:pt idx="611">
                  <c:v>2225</c:v>
                </c:pt>
                <c:pt idx="612">
                  <c:v>2217</c:v>
                </c:pt>
                <c:pt idx="613">
                  <c:v>2219</c:v>
                </c:pt>
                <c:pt idx="614">
                  <c:v>2228</c:v>
                </c:pt>
                <c:pt idx="615">
                  <c:v>2229</c:v>
                </c:pt>
                <c:pt idx="616">
                  <c:v>2229</c:v>
                </c:pt>
                <c:pt idx="617">
                  <c:v>2235</c:v>
                </c:pt>
                <c:pt idx="618">
                  <c:v>2239</c:v>
                </c:pt>
                <c:pt idx="619">
                  <c:v>2241</c:v>
                </c:pt>
                <c:pt idx="620">
                  <c:v>2248</c:v>
                </c:pt>
                <c:pt idx="621">
                  <c:v>2251</c:v>
                </c:pt>
                <c:pt idx="622">
                  <c:v>2253</c:v>
                </c:pt>
                <c:pt idx="623">
                  <c:v>2256</c:v>
                </c:pt>
                <c:pt idx="624">
                  <c:v>2261</c:v>
                </c:pt>
                <c:pt idx="625">
                  <c:v>2259</c:v>
                </c:pt>
                <c:pt idx="626">
                  <c:v>2262</c:v>
                </c:pt>
                <c:pt idx="627">
                  <c:v>2263</c:v>
                </c:pt>
                <c:pt idx="628">
                  <c:v>2265</c:v>
                </c:pt>
                <c:pt idx="629">
                  <c:v>2259</c:v>
                </c:pt>
                <c:pt idx="630">
                  <c:v>2264</c:v>
                </c:pt>
                <c:pt idx="631">
                  <c:v>2263</c:v>
                </c:pt>
                <c:pt idx="632">
                  <c:v>2257</c:v>
                </c:pt>
                <c:pt idx="633">
                  <c:v>2256</c:v>
                </c:pt>
                <c:pt idx="634">
                  <c:v>2251</c:v>
                </c:pt>
                <c:pt idx="635">
                  <c:v>2248</c:v>
                </c:pt>
                <c:pt idx="636">
                  <c:v>2245</c:v>
                </c:pt>
                <c:pt idx="637">
                  <c:v>2243</c:v>
                </c:pt>
                <c:pt idx="638">
                  <c:v>2241</c:v>
                </c:pt>
                <c:pt idx="639">
                  <c:v>2235</c:v>
                </c:pt>
                <c:pt idx="640">
                  <c:v>2231</c:v>
                </c:pt>
                <c:pt idx="641">
                  <c:v>2229</c:v>
                </c:pt>
                <c:pt idx="642">
                  <c:v>2225</c:v>
                </c:pt>
                <c:pt idx="643">
                  <c:v>2219</c:v>
                </c:pt>
                <c:pt idx="644">
                  <c:v>2223</c:v>
                </c:pt>
                <c:pt idx="645">
                  <c:v>2221</c:v>
                </c:pt>
                <c:pt idx="646">
                  <c:v>2221</c:v>
                </c:pt>
                <c:pt idx="647">
                  <c:v>2219</c:v>
                </c:pt>
                <c:pt idx="648">
                  <c:v>2225</c:v>
                </c:pt>
                <c:pt idx="649">
                  <c:v>2215</c:v>
                </c:pt>
                <c:pt idx="650">
                  <c:v>2221</c:v>
                </c:pt>
                <c:pt idx="651">
                  <c:v>2227</c:v>
                </c:pt>
                <c:pt idx="652">
                  <c:v>2231</c:v>
                </c:pt>
                <c:pt idx="653">
                  <c:v>2231</c:v>
                </c:pt>
                <c:pt idx="654">
                  <c:v>2235</c:v>
                </c:pt>
                <c:pt idx="655">
                  <c:v>2240</c:v>
                </c:pt>
                <c:pt idx="656">
                  <c:v>2244</c:v>
                </c:pt>
                <c:pt idx="657">
                  <c:v>2247</c:v>
                </c:pt>
                <c:pt idx="658">
                  <c:v>2253</c:v>
                </c:pt>
                <c:pt idx="659">
                  <c:v>2256</c:v>
                </c:pt>
                <c:pt idx="660">
                  <c:v>2257</c:v>
                </c:pt>
                <c:pt idx="661">
                  <c:v>2261</c:v>
                </c:pt>
                <c:pt idx="662">
                  <c:v>2261</c:v>
                </c:pt>
                <c:pt idx="663">
                  <c:v>2259</c:v>
                </c:pt>
                <c:pt idx="664">
                  <c:v>2263</c:v>
                </c:pt>
                <c:pt idx="665">
                  <c:v>2263</c:v>
                </c:pt>
                <c:pt idx="666">
                  <c:v>2260</c:v>
                </c:pt>
                <c:pt idx="667">
                  <c:v>2261</c:v>
                </c:pt>
                <c:pt idx="668">
                  <c:v>2261</c:v>
                </c:pt>
                <c:pt idx="669">
                  <c:v>2256</c:v>
                </c:pt>
                <c:pt idx="670">
                  <c:v>2254</c:v>
                </c:pt>
                <c:pt idx="671">
                  <c:v>2253</c:v>
                </c:pt>
                <c:pt idx="672">
                  <c:v>2249</c:v>
                </c:pt>
                <c:pt idx="673">
                  <c:v>2243</c:v>
                </c:pt>
                <c:pt idx="674">
                  <c:v>2242</c:v>
                </c:pt>
                <c:pt idx="675">
                  <c:v>2241</c:v>
                </c:pt>
                <c:pt idx="676">
                  <c:v>2233</c:v>
                </c:pt>
                <c:pt idx="677">
                  <c:v>2227</c:v>
                </c:pt>
                <c:pt idx="678">
                  <c:v>2227</c:v>
                </c:pt>
                <c:pt idx="679">
                  <c:v>2225</c:v>
                </c:pt>
                <c:pt idx="680">
                  <c:v>2221</c:v>
                </c:pt>
                <c:pt idx="681">
                  <c:v>2219</c:v>
                </c:pt>
                <c:pt idx="682">
                  <c:v>2223</c:v>
                </c:pt>
                <c:pt idx="683">
                  <c:v>2221</c:v>
                </c:pt>
                <c:pt idx="684">
                  <c:v>2219</c:v>
                </c:pt>
                <c:pt idx="685">
                  <c:v>2219</c:v>
                </c:pt>
                <c:pt idx="686">
                  <c:v>2226</c:v>
                </c:pt>
                <c:pt idx="687">
                  <c:v>2225</c:v>
                </c:pt>
                <c:pt idx="688">
                  <c:v>2225</c:v>
                </c:pt>
                <c:pt idx="689">
                  <c:v>2231</c:v>
                </c:pt>
                <c:pt idx="690">
                  <c:v>2231</c:v>
                </c:pt>
                <c:pt idx="691">
                  <c:v>2231</c:v>
                </c:pt>
                <c:pt idx="692">
                  <c:v>2241</c:v>
                </c:pt>
                <c:pt idx="693">
                  <c:v>2243</c:v>
                </c:pt>
                <c:pt idx="694">
                  <c:v>2249</c:v>
                </c:pt>
                <c:pt idx="695">
                  <c:v>2247</c:v>
                </c:pt>
                <c:pt idx="696">
                  <c:v>2257</c:v>
                </c:pt>
                <c:pt idx="697">
                  <c:v>2258</c:v>
                </c:pt>
                <c:pt idx="698">
                  <c:v>2260</c:v>
                </c:pt>
                <c:pt idx="699">
                  <c:v>2263</c:v>
                </c:pt>
                <c:pt idx="700">
                  <c:v>2265</c:v>
                </c:pt>
                <c:pt idx="701">
                  <c:v>2264</c:v>
                </c:pt>
                <c:pt idx="702">
                  <c:v>2263</c:v>
                </c:pt>
                <c:pt idx="703">
                  <c:v>2261</c:v>
                </c:pt>
                <c:pt idx="704">
                  <c:v>2261</c:v>
                </c:pt>
                <c:pt idx="705">
                  <c:v>2259</c:v>
                </c:pt>
                <c:pt idx="706">
                  <c:v>2259</c:v>
                </c:pt>
                <c:pt idx="707">
                  <c:v>2256</c:v>
                </c:pt>
                <c:pt idx="708">
                  <c:v>2249</c:v>
                </c:pt>
                <c:pt idx="709">
                  <c:v>2248</c:v>
                </c:pt>
                <c:pt idx="710">
                  <c:v>2245</c:v>
                </c:pt>
                <c:pt idx="711">
                  <c:v>2241</c:v>
                </c:pt>
                <c:pt idx="712">
                  <c:v>2240</c:v>
                </c:pt>
                <c:pt idx="713">
                  <c:v>2235</c:v>
                </c:pt>
                <c:pt idx="714">
                  <c:v>2230</c:v>
                </c:pt>
                <c:pt idx="715">
                  <c:v>2225</c:v>
                </c:pt>
                <c:pt idx="716">
                  <c:v>2225</c:v>
                </c:pt>
                <c:pt idx="717">
                  <c:v>2219</c:v>
                </c:pt>
                <c:pt idx="718">
                  <c:v>2220</c:v>
                </c:pt>
                <c:pt idx="719">
                  <c:v>2224</c:v>
                </c:pt>
                <c:pt idx="720">
                  <c:v>2220</c:v>
                </c:pt>
                <c:pt idx="721">
                  <c:v>2223</c:v>
                </c:pt>
                <c:pt idx="722">
                  <c:v>2221</c:v>
                </c:pt>
                <c:pt idx="723">
                  <c:v>2225</c:v>
                </c:pt>
                <c:pt idx="724">
                  <c:v>2225</c:v>
                </c:pt>
                <c:pt idx="725">
                  <c:v>2226</c:v>
                </c:pt>
                <c:pt idx="726">
                  <c:v>2231</c:v>
                </c:pt>
                <c:pt idx="727">
                  <c:v>2231</c:v>
                </c:pt>
                <c:pt idx="728">
                  <c:v>2237</c:v>
                </c:pt>
                <c:pt idx="729">
                  <c:v>2241</c:v>
                </c:pt>
                <c:pt idx="730">
                  <c:v>2247</c:v>
                </c:pt>
                <c:pt idx="731">
                  <c:v>2247</c:v>
                </c:pt>
                <c:pt idx="732">
                  <c:v>2249</c:v>
                </c:pt>
                <c:pt idx="733">
                  <c:v>2256</c:v>
                </c:pt>
                <c:pt idx="734">
                  <c:v>2260</c:v>
                </c:pt>
                <c:pt idx="735">
                  <c:v>2259</c:v>
                </c:pt>
                <c:pt idx="736">
                  <c:v>2261</c:v>
                </c:pt>
                <c:pt idx="737">
                  <c:v>2265</c:v>
                </c:pt>
                <c:pt idx="738">
                  <c:v>2263</c:v>
                </c:pt>
                <c:pt idx="739">
                  <c:v>2263</c:v>
                </c:pt>
                <c:pt idx="740">
                  <c:v>2265</c:v>
                </c:pt>
                <c:pt idx="741">
                  <c:v>2257</c:v>
                </c:pt>
                <c:pt idx="742">
                  <c:v>2259</c:v>
                </c:pt>
                <c:pt idx="743">
                  <c:v>2257</c:v>
                </c:pt>
                <c:pt idx="744">
                  <c:v>2251</c:v>
                </c:pt>
                <c:pt idx="745">
                  <c:v>2251</c:v>
                </c:pt>
                <c:pt idx="746">
                  <c:v>2247</c:v>
                </c:pt>
                <c:pt idx="747">
                  <c:v>2243</c:v>
                </c:pt>
                <c:pt idx="748">
                  <c:v>2240</c:v>
                </c:pt>
                <c:pt idx="749">
                  <c:v>2237</c:v>
                </c:pt>
                <c:pt idx="750">
                  <c:v>2231</c:v>
                </c:pt>
                <c:pt idx="751">
                  <c:v>2225</c:v>
                </c:pt>
                <c:pt idx="752">
                  <c:v>2226</c:v>
                </c:pt>
                <c:pt idx="753">
                  <c:v>2225</c:v>
                </c:pt>
                <c:pt idx="754">
                  <c:v>2224</c:v>
                </c:pt>
                <c:pt idx="755">
                  <c:v>2219</c:v>
                </c:pt>
                <c:pt idx="756">
                  <c:v>2219</c:v>
                </c:pt>
                <c:pt idx="757">
                  <c:v>2221</c:v>
                </c:pt>
                <c:pt idx="758">
                  <c:v>2215</c:v>
                </c:pt>
                <c:pt idx="759">
                  <c:v>2217</c:v>
                </c:pt>
                <c:pt idx="760">
                  <c:v>2225</c:v>
                </c:pt>
                <c:pt idx="761">
                  <c:v>2225</c:v>
                </c:pt>
                <c:pt idx="762">
                  <c:v>2227</c:v>
                </c:pt>
                <c:pt idx="763">
                  <c:v>2232</c:v>
                </c:pt>
                <c:pt idx="764">
                  <c:v>2234</c:v>
                </c:pt>
                <c:pt idx="765">
                  <c:v>2237</c:v>
                </c:pt>
                <c:pt idx="766">
                  <c:v>2241</c:v>
                </c:pt>
                <c:pt idx="767">
                  <c:v>2245</c:v>
                </c:pt>
                <c:pt idx="768">
                  <c:v>2251</c:v>
                </c:pt>
                <c:pt idx="769">
                  <c:v>2254</c:v>
                </c:pt>
                <c:pt idx="770">
                  <c:v>2256</c:v>
                </c:pt>
                <c:pt idx="771">
                  <c:v>2259</c:v>
                </c:pt>
                <c:pt idx="772">
                  <c:v>2259</c:v>
                </c:pt>
                <c:pt idx="773">
                  <c:v>2261</c:v>
                </c:pt>
                <c:pt idx="774">
                  <c:v>2263</c:v>
                </c:pt>
                <c:pt idx="775">
                  <c:v>2265</c:v>
                </c:pt>
                <c:pt idx="776">
                  <c:v>2264</c:v>
                </c:pt>
                <c:pt idx="777">
                  <c:v>2265</c:v>
                </c:pt>
                <c:pt idx="778">
                  <c:v>2257</c:v>
                </c:pt>
                <c:pt idx="779">
                  <c:v>2257</c:v>
                </c:pt>
                <c:pt idx="780">
                  <c:v>2258</c:v>
                </c:pt>
                <c:pt idx="781">
                  <c:v>2256</c:v>
                </c:pt>
                <c:pt idx="782">
                  <c:v>2249</c:v>
                </c:pt>
                <c:pt idx="783">
                  <c:v>2243</c:v>
                </c:pt>
                <c:pt idx="784">
                  <c:v>2245</c:v>
                </c:pt>
                <c:pt idx="785">
                  <c:v>2241</c:v>
                </c:pt>
                <c:pt idx="786">
                  <c:v>2235</c:v>
                </c:pt>
                <c:pt idx="787">
                  <c:v>2232</c:v>
                </c:pt>
                <c:pt idx="788">
                  <c:v>2229</c:v>
                </c:pt>
                <c:pt idx="789">
                  <c:v>2225</c:v>
                </c:pt>
                <c:pt idx="790">
                  <c:v>2223</c:v>
                </c:pt>
                <c:pt idx="791">
                  <c:v>2222</c:v>
                </c:pt>
                <c:pt idx="792">
                  <c:v>2221</c:v>
                </c:pt>
                <c:pt idx="793">
                  <c:v>2215</c:v>
                </c:pt>
                <c:pt idx="794">
                  <c:v>2221</c:v>
                </c:pt>
                <c:pt idx="795">
                  <c:v>2219</c:v>
                </c:pt>
                <c:pt idx="796">
                  <c:v>2218</c:v>
                </c:pt>
                <c:pt idx="797">
                  <c:v>2225</c:v>
                </c:pt>
                <c:pt idx="798">
                  <c:v>2225</c:v>
                </c:pt>
                <c:pt idx="799">
                  <c:v>2227</c:v>
                </c:pt>
                <c:pt idx="800">
                  <c:v>2231</c:v>
                </c:pt>
                <c:pt idx="801">
                  <c:v>2237</c:v>
                </c:pt>
                <c:pt idx="802">
                  <c:v>2237</c:v>
                </c:pt>
                <c:pt idx="803">
                  <c:v>2241</c:v>
                </c:pt>
                <c:pt idx="804">
                  <c:v>2247</c:v>
                </c:pt>
                <c:pt idx="805">
                  <c:v>2247</c:v>
                </c:pt>
                <c:pt idx="806">
                  <c:v>2253</c:v>
                </c:pt>
                <c:pt idx="807">
                  <c:v>2251</c:v>
                </c:pt>
                <c:pt idx="808">
                  <c:v>2260</c:v>
                </c:pt>
                <c:pt idx="809">
                  <c:v>2261</c:v>
                </c:pt>
                <c:pt idx="810">
                  <c:v>2261</c:v>
                </c:pt>
                <c:pt idx="811">
                  <c:v>2264</c:v>
                </c:pt>
                <c:pt idx="812">
                  <c:v>2266</c:v>
                </c:pt>
                <c:pt idx="813">
                  <c:v>2260</c:v>
                </c:pt>
                <c:pt idx="814">
                  <c:v>2267</c:v>
                </c:pt>
                <c:pt idx="815">
                  <c:v>2262</c:v>
                </c:pt>
                <c:pt idx="816">
                  <c:v>2257</c:v>
                </c:pt>
                <c:pt idx="817">
                  <c:v>2257</c:v>
                </c:pt>
                <c:pt idx="818">
                  <c:v>2251</c:v>
                </c:pt>
                <c:pt idx="819">
                  <c:v>2249</c:v>
                </c:pt>
                <c:pt idx="820">
                  <c:v>2247</c:v>
                </c:pt>
                <c:pt idx="821">
                  <c:v>2244</c:v>
                </c:pt>
                <c:pt idx="822">
                  <c:v>2240</c:v>
                </c:pt>
                <c:pt idx="823">
                  <c:v>2237</c:v>
                </c:pt>
                <c:pt idx="824">
                  <c:v>2231</c:v>
                </c:pt>
                <c:pt idx="825">
                  <c:v>2227</c:v>
                </c:pt>
                <c:pt idx="826">
                  <c:v>2225</c:v>
                </c:pt>
                <c:pt idx="827">
                  <c:v>2224</c:v>
                </c:pt>
                <c:pt idx="828">
                  <c:v>2224</c:v>
                </c:pt>
                <c:pt idx="829">
                  <c:v>2221</c:v>
                </c:pt>
                <c:pt idx="830">
                  <c:v>2219</c:v>
                </c:pt>
                <c:pt idx="831">
                  <c:v>2221</c:v>
                </c:pt>
                <c:pt idx="832">
                  <c:v>2225</c:v>
                </c:pt>
                <c:pt idx="833">
                  <c:v>2217</c:v>
                </c:pt>
                <c:pt idx="834">
                  <c:v>2219</c:v>
                </c:pt>
                <c:pt idx="835">
                  <c:v>2229</c:v>
                </c:pt>
                <c:pt idx="836">
                  <c:v>2229</c:v>
                </c:pt>
                <c:pt idx="837">
                  <c:v>2232</c:v>
                </c:pt>
                <c:pt idx="838">
                  <c:v>2235</c:v>
                </c:pt>
                <c:pt idx="839">
                  <c:v>2240</c:v>
                </c:pt>
                <c:pt idx="840">
                  <c:v>2245</c:v>
                </c:pt>
                <c:pt idx="841">
                  <c:v>2248</c:v>
                </c:pt>
                <c:pt idx="842">
                  <c:v>2251</c:v>
                </c:pt>
                <c:pt idx="843">
                  <c:v>2255</c:v>
                </c:pt>
                <c:pt idx="844">
                  <c:v>2257</c:v>
                </c:pt>
                <c:pt idx="845">
                  <c:v>2257</c:v>
                </c:pt>
                <c:pt idx="846">
                  <c:v>2259</c:v>
                </c:pt>
                <c:pt idx="847">
                  <c:v>2263</c:v>
                </c:pt>
                <c:pt idx="848">
                  <c:v>2263</c:v>
                </c:pt>
                <c:pt idx="849">
                  <c:v>2265</c:v>
                </c:pt>
                <c:pt idx="850">
                  <c:v>2257</c:v>
                </c:pt>
                <c:pt idx="851">
                  <c:v>2265</c:v>
                </c:pt>
                <c:pt idx="852">
                  <c:v>2259</c:v>
                </c:pt>
                <c:pt idx="853">
                  <c:v>2258</c:v>
                </c:pt>
                <c:pt idx="854">
                  <c:v>2257</c:v>
                </c:pt>
                <c:pt idx="855">
                  <c:v>2253</c:v>
                </c:pt>
                <c:pt idx="856">
                  <c:v>2250</c:v>
                </c:pt>
                <c:pt idx="857">
                  <c:v>2245</c:v>
                </c:pt>
                <c:pt idx="858">
                  <c:v>2241</c:v>
                </c:pt>
                <c:pt idx="859">
                  <c:v>2240</c:v>
                </c:pt>
                <c:pt idx="860">
                  <c:v>2235</c:v>
                </c:pt>
                <c:pt idx="861">
                  <c:v>2231</c:v>
                </c:pt>
                <c:pt idx="862">
                  <c:v>2225</c:v>
                </c:pt>
                <c:pt idx="863">
                  <c:v>2225</c:v>
                </c:pt>
                <c:pt idx="864">
                  <c:v>2224</c:v>
                </c:pt>
                <c:pt idx="865">
                  <c:v>2222</c:v>
                </c:pt>
                <c:pt idx="866">
                  <c:v>2224</c:v>
                </c:pt>
                <c:pt idx="867">
                  <c:v>2221</c:v>
                </c:pt>
                <c:pt idx="868">
                  <c:v>2218</c:v>
                </c:pt>
                <c:pt idx="869">
                  <c:v>2225</c:v>
                </c:pt>
                <c:pt idx="870">
                  <c:v>2221</c:v>
                </c:pt>
                <c:pt idx="871">
                  <c:v>2221</c:v>
                </c:pt>
                <c:pt idx="872">
                  <c:v>2227</c:v>
                </c:pt>
                <c:pt idx="873">
                  <c:v>2231</c:v>
                </c:pt>
                <c:pt idx="874">
                  <c:v>2231</c:v>
                </c:pt>
                <c:pt idx="875">
                  <c:v>2235</c:v>
                </c:pt>
                <c:pt idx="876">
                  <c:v>2240</c:v>
                </c:pt>
                <c:pt idx="877">
                  <c:v>2245</c:v>
                </c:pt>
                <c:pt idx="878">
                  <c:v>2247</c:v>
                </c:pt>
                <c:pt idx="879">
                  <c:v>2249</c:v>
                </c:pt>
                <c:pt idx="880">
                  <c:v>2251</c:v>
                </c:pt>
                <c:pt idx="881">
                  <c:v>2258</c:v>
                </c:pt>
                <c:pt idx="882">
                  <c:v>2257</c:v>
                </c:pt>
                <c:pt idx="883">
                  <c:v>2261</c:v>
                </c:pt>
                <c:pt idx="884">
                  <c:v>2264</c:v>
                </c:pt>
                <c:pt idx="885">
                  <c:v>2263</c:v>
                </c:pt>
                <c:pt idx="886">
                  <c:v>2263</c:v>
                </c:pt>
                <c:pt idx="887">
                  <c:v>2259</c:v>
                </c:pt>
                <c:pt idx="888">
                  <c:v>2261</c:v>
                </c:pt>
                <c:pt idx="889">
                  <c:v>2264</c:v>
                </c:pt>
                <c:pt idx="890">
                  <c:v>2257</c:v>
                </c:pt>
                <c:pt idx="891">
                  <c:v>2256</c:v>
                </c:pt>
                <c:pt idx="892">
                  <c:v>2247</c:v>
                </c:pt>
                <c:pt idx="893">
                  <c:v>2249</c:v>
                </c:pt>
                <c:pt idx="894">
                  <c:v>2243</c:v>
                </c:pt>
                <c:pt idx="895">
                  <c:v>2241</c:v>
                </c:pt>
                <c:pt idx="896">
                  <c:v>2237</c:v>
                </c:pt>
                <c:pt idx="897">
                  <c:v>2233</c:v>
                </c:pt>
                <c:pt idx="898">
                  <c:v>2227</c:v>
                </c:pt>
                <c:pt idx="899">
                  <c:v>2227</c:v>
                </c:pt>
                <c:pt idx="900">
                  <c:v>2225</c:v>
                </c:pt>
                <c:pt idx="901">
                  <c:v>2223</c:v>
                </c:pt>
                <c:pt idx="902">
                  <c:v>2219</c:v>
                </c:pt>
                <c:pt idx="903">
                  <c:v>2220</c:v>
                </c:pt>
                <c:pt idx="904">
                  <c:v>2224</c:v>
                </c:pt>
                <c:pt idx="905">
                  <c:v>2219</c:v>
                </c:pt>
                <c:pt idx="906">
                  <c:v>2219</c:v>
                </c:pt>
                <c:pt idx="907">
                  <c:v>2225</c:v>
                </c:pt>
                <c:pt idx="908">
                  <c:v>2224</c:v>
                </c:pt>
                <c:pt idx="909">
                  <c:v>2225</c:v>
                </c:pt>
                <c:pt idx="910">
                  <c:v>2231</c:v>
                </c:pt>
                <c:pt idx="911">
                  <c:v>2231</c:v>
                </c:pt>
                <c:pt idx="912">
                  <c:v>2231</c:v>
                </c:pt>
                <c:pt idx="913">
                  <c:v>2241</c:v>
                </c:pt>
                <c:pt idx="914">
                  <c:v>2243</c:v>
                </c:pt>
                <c:pt idx="915">
                  <c:v>2250</c:v>
                </c:pt>
                <c:pt idx="916">
                  <c:v>2247</c:v>
                </c:pt>
                <c:pt idx="917">
                  <c:v>2256</c:v>
                </c:pt>
                <c:pt idx="918">
                  <c:v>2258</c:v>
                </c:pt>
                <c:pt idx="919">
                  <c:v>2260</c:v>
                </c:pt>
                <c:pt idx="920">
                  <c:v>2261</c:v>
                </c:pt>
                <c:pt idx="921">
                  <c:v>2265</c:v>
                </c:pt>
                <c:pt idx="922">
                  <c:v>2264</c:v>
                </c:pt>
                <c:pt idx="923">
                  <c:v>2263</c:v>
                </c:pt>
                <c:pt idx="924">
                  <c:v>2261</c:v>
                </c:pt>
                <c:pt idx="925">
                  <c:v>2261</c:v>
                </c:pt>
                <c:pt idx="926">
                  <c:v>2261</c:v>
                </c:pt>
                <c:pt idx="927">
                  <c:v>2258</c:v>
                </c:pt>
                <c:pt idx="928">
                  <c:v>2253</c:v>
                </c:pt>
                <c:pt idx="929">
                  <c:v>2247</c:v>
                </c:pt>
                <c:pt idx="930">
                  <c:v>2249</c:v>
                </c:pt>
                <c:pt idx="931">
                  <c:v>2243</c:v>
                </c:pt>
                <c:pt idx="932">
                  <c:v>2241</c:v>
                </c:pt>
                <c:pt idx="933">
                  <c:v>2237</c:v>
                </c:pt>
                <c:pt idx="934">
                  <c:v>2233</c:v>
                </c:pt>
                <c:pt idx="935">
                  <c:v>2227</c:v>
                </c:pt>
                <c:pt idx="936">
                  <c:v>2227</c:v>
                </c:pt>
                <c:pt idx="937">
                  <c:v>2225</c:v>
                </c:pt>
                <c:pt idx="938">
                  <c:v>2221</c:v>
                </c:pt>
                <c:pt idx="939">
                  <c:v>2219</c:v>
                </c:pt>
                <c:pt idx="940">
                  <c:v>2222</c:v>
                </c:pt>
                <c:pt idx="941">
                  <c:v>2224</c:v>
                </c:pt>
                <c:pt idx="942">
                  <c:v>2219</c:v>
                </c:pt>
                <c:pt idx="943">
                  <c:v>2219</c:v>
                </c:pt>
                <c:pt idx="944">
                  <c:v>2226</c:v>
                </c:pt>
                <c:pt idx="945">
                  <c:v>2225</c:v>
                </c:pt>
                <c:pt idx="946">
                  <c:v>2225</c:v>
                </c:pt>
                <c:pt idx="947">
                  <c:v>2232</c:v>
                </c:pt>
                <c:pt idx="948">
                  <c:v>2235</c:v>
                </c:pt>
                <c:pt idx="949">
                  <c:v>2231</c:v>
                </c:pt>
                <c:pt idx="950">
                  <c:v>2241</c:v>
                </c:pt>
                <c:pt idx="951">
                  <c:v>2243</c:v>
                </c:pt>
                <c:pt idx="952">
                  <c:v>2249</c:v>
                </c:pt>
                <c:pt idx="953">
                  <c:v>2253</c:v>
                </c:pt>
                <c:pt idx="954">
                  <c:v>2253</c:v>
                </c:pt>
                <c:pt idx="955">
                  <c:v>2258</c:v>
                </c:pt>
                <c:pt idx="956">
                  <c:v>2261</c:v>
                </c:pt>
                <c:pt idx="957">
                  <c:v>2261</c:v>
                </c:pt>
                <c:pt idx="958">
                  <c:v>2265</c:v>
                </c:pt>
                <c:pt idx="959">
                  <c:v>2264</c:v>
                </c:pt>
                <c:pt idx="960">
                  <c:v>2265</c:v>
                </c:pt>
                <c:pt idx="961">
                  <c:v>2263</c:v>
                </c:pt>
                <c:pt idx="962">
                  <c:v>2259</c:v>
                </c:pt>
                <c:pt idx="963">
                  <c:v>2260</c:v>
                </c:pt>
                <c:pt idx="964">
                  <c:v>2257</c:v>
                </c:pt>
                <c:pt idx="965">
                  <c:v>2253</c:v>
                </c:pt>
                <c:pt idx="966">
                  <c:v>2250</c:v>
                </c:pt>
                <c:pt idx="967">
                  <c:v>2247</c:v>
                </c:pt>
                <c:pt idx="968">
                  <c:v>2245</c:v>
                </c:pt>
                <c:pt idx="969">
                  <c:v>2241</c:v>
                </c:pt>
                <c:pt idx="970">
                  <c:v>2235</c:v>
                </c:pt>
                <c:pt idx="971">
                  <c:v>2234</c:v>
                </c:pt>
                <c:pt idx="972">
                  <c:v>2229</c:v>
                </c:pt>
                <c:pt idx="973">
                  <c:v>2225</c:v>
                </c:pt>
                <c:pt idx="974">
                  <c:v>2224</c:v>
                </c:pt>
                <c:pt idx="975">
                  <c:v>2224</c:v>
                </c:pt>
                <c:pt idx="976">
                  <c:v>2224</c:v>
                </c:pt>
                <c:pt idx="977">
                  <c:v>2221</c:v>
                </c:pt>
                <c:pt idx="978">
                  <c:v>2219</c:v>
                </c:pt>
                <c:pt idx="979">
                  <c:v>2221</c:v>
                </c:pt>
                <c:pt idx="980">
                  <c:v>2215</c:v>
                </c:pt>
                <c:pt idx="981">
                  <c:v>2225</c:v>
                </c:pt>
                <c:pt idx="982">
                  <c:v>2225</c:v>
                </c:pt>
                <c:pt idx="983">
                  <c:v>2227</c:v>
                </c:pt>
                <c:pt idx="984">
                  <c:v>2231</c:v>
                </c:pt>
                <c:pt idx="985">
                  <c:v>2233</c:v>
                </c:pt>
                <c:pt idx="986">
                  <c:v>2235</c:v>
                </c:pt>
                <c:pt idx="987">
                  <c:v>2241</c:v>
                </c:pt>
                <c:pt idx="988">
                  <c:v>2245</c:v>
                </c:pt>
                <c:pt idx="989">
                  <c:v>2251</c:v>
                </c:pt>
                <c:pt idx="990">
                  <c:v>2251</c:v>
                </c:pt>
                <c:pt idx="991">
                  <c:v>2256</c:v>
                </c:pt>
                <c:pt idx="992">
                  <c:v>2259</c:v>
                </c:pt>
                <c:pt idx="993">
                  <c:v>2259</c:v>
                </c:pt>
                <c:pt idx="994">
                  <c:v>2259</c:v>
                </c:pt>
                <c:pt idx="995">
                  <c:v>2263</c:v>
                </c:pt>
                <c:pt idx="996">
                  <c:v>2263</c:v>
                </c:pt>
                <c:pt idx="997">
                  <c:v>2265</c:v>
                </c:pt>
                <c:pt idx="998">
                  <c:v>2268</c:v>
                </c:pt>
                <c:pt idx="999">
                  <c:v>2259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01D-4678-87EB-FB7781BD98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62501823"/>
        <c:axId val="762507583"/>
      </c:lineChart>
      <c:catAx>
        <c:axId val="76250182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62507583"/>
        <c:crosses val="autoZero"/>
        <c:auto val="1"/>
        <c:lblAlgn val="ctr"/>
        <c:lblOffset val="100"/>
        <c:noMultiLvlLbl val="0"/>
      </c:catAx>
      <c:valAx>
        <c:axId val="762507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625018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: </a:t>
            </a:r>
            <a:r>
              <a:rPr lang="en-US" sz="3200" spc="-1">
                <a:solidFill>
                  <a:srgbClr val="282F86"/>
                </a:solidFill>
                <a:latin typeface="Times New Roman"/>
                <a:ea typeface="標楷體"/>
              </a:rPr>
              <a:t>04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/28/2025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重焊回授電路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回授測試及傳出資料驗證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CB50E-738D-AAB1-EF9E-CDD17984E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0039AD83-3A78-F2C5-7091-C7D4FD265AAB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OPA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 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offset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異常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9BBA31CE-F1C7-F6BD-4E92-2889B3827D65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DA08E2BE-59F9-8468-A5AF-75E583A950C4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2" name="圖片 11" descr="一張含有 文字, 行, 螢幕擷取畫面, 繪圖 的圖片&#10;&#10;AI 產生的內容可能不正確。">
            <a:extLst>
              <a:ext uri="{FF2B5EF4-FFF2-40B4-BE49-F238E27FC236}">
                <a16:creationId xmlns:a16="http://schemas.microsoft.com/office/drawing/2014/main" id="{B0E97423-0EC0-3C15-D79A-066A94D19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3640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6917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43E7F-AC0C-233F-49CD-46CF50C7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541F9209-A5FA-AC5C-CE41-9250AF93B733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OPA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 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offset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異常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以解決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kumimoji="1" lang="zh-TW" altLang="en-US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4AC66BAF-619B-CD48-BA6F-7A0AB6C3AC0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D31C9CA9-596E-4F0B-078B-9E45C9CFBCDF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行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6E73DFD0-C787-DA0E-D103-FCED8B2055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1848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7767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遭遇問題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有一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CHANNEL 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電流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Offset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不一樣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 descr="一張含有 文字, 行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79EDCDB7-B129-5447-E9BE-7D5C7AF307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2027"/>
            <a:ext cx="9144000" cy="381476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D9A5809-4556-435C-E067-E26A2668E4EA}"/>
              </a:ext>
            </a:extLst>
          </p:cNvPr>
          <p:cNvSpPr txBox="1"/>
          <p:nvPr/>
        </p:nvSpPr>
        <p:spPr>
          <a:xfrm>
            <a:off x="7496932" y="5487921"/>
            <a:ext cx="1467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C1:</a:t>
            </a:r>
            <a:r>
              <a:rPr lang="zh-TW" altLang="en-US" dirty="0"/>
              <a:t>回授電流</a:t>
            </a:r>
            <a:endParaRPr lang="en-US" altLang="zh-TW" dirty="0"/>
          </a:p>
          <a:p>
            <a:r>
              <a:rPr lang="en-US" altLang="zh-TW" dirty="0"/>
              <a:t>C2:</a:t>
            </a:r>
            <a:r>
              <a:rPr lang="zh-TW" altLang="en-US" dirty="0"/>
              <a:t>回授電流</a:t>
            </a:r>
            <a:endParaRPr lang="en-US" altLang="zh-TW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1575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129DE-32F5-02DA-D318-D87FDC12D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614E0EF8-1D5E-AB17-6CAB-F4047808AC2C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回傳資料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震盪子接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I FB 2)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2C134F6-A87B-866E-28D2-80CD1594141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459C5CAA-1408-3AC5-AA3B-2638356CA51B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有一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CHANNEL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回傳資資料有誤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AAFD0BB9-1625-3986-BCC3-2D58F73D90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7579967"/>
              </p:ext>
            </p:extLst>
          </p:nvPr>
        </p:nvGraphicFramePr>
        <p:xfrm>
          <a:off x="55905" y="1330866"/>
          <a:ext cx="4536141" cy="2794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3BA3AE92-3FA2-2241-CF5C-BEAAFDE61A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9764408"/>
              </p:ext>
            </p:extLst>
          </p:nvPr>
        </p:nvGraphicFramePr>
        <p:xfrm>
          <a:off x="55904" y="4094002"/>
          <a:ext cx="4536141" cy="2787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D13824EC-E0F1-281E-2E5C-C1B919083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398018"/>
              </p:ext>
            </p:extLst>
          </p:nvPr>
        </p:nvGraphicFramePr>
        <p:xfrm>
          <a:off x="4555129" y="2521391"/>
          <a:ext cx="4532966" cy="2802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92967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30C99-EB99-2D1F-A0BD-A46FCD6A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668632FF-8D7A-0032-257C-692E3EBDADD0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回傳資料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震盪子接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I FB 1)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3756242-5CA6-8339-BFD5-C2ED1B9496E2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0988BDC-52FE-6A96-7520-4ACA7A409AFB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有一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CHANNEL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回傳資資料有誤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AAFD0BB9-1625-3986-BCC3-2D58F73D90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6036411"/>
              </p:ext>
            </p:extLst>
          </p:nvPr>
        </p:nvGraphicFramePr>
        <p:xfrm>
          <a:off x="0" y="1393769"/>
          <a:ext cx="4536141" cy="2794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3BA3AE92-3FA2-2241-CF5C-BEAAFDE61A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2203980"/>
              </p:ext>
            </p:extLst>
          </p:nvPr>
        </p:nvGraphicFramePr>
        <p:xfrm>
          <a:off x="0" y="4038698"/>
          <a:ext cx="4536141" cy="2787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D13824EC-E0F1-281E-2E5C-C1B919083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331181"/>
              </p:ext>
            </p:extLst>
          </p:nvPr>
        </p:nvGraphicFramePr>
        <p:xfrm>
          <a:off x="4427280" y="2368374"/>
          <a:ext cx="4532966" cy="2802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31968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D4872-0E9C-E279-C993-C5AACC943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5C370957-60F5-3C6C-BA63-0707FCDE5933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回傳資料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並聯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,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兩個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channel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都有接震盪子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BC9059A3-2432-A643-6C42-AF8763206ABF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E5B95153-4BA5-12DF-5091-BC817CF0F6FE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電流回傳資料錯誤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5695E30-659E-090B-8AD5-07234444DE0D}"/>
              </a:ext>
            </a:extLst>
          </p:cNvPr>
          <p:cNvSpPr txBox="1"/>
          <p:nvPr/>
        </p:nvSpPr>
        <p:spPr>
          <a:xfrm>
            <a:off x="7446099" y="5273307"/>
            <a:ext cx="16979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C1:</a:t>
            </a:r>
            <a:r>
              <a:rPr lang="zh-TW" altLang="en-US" dirty="0"/>
              <a:t>回授電壓</a:t>
            </a:r>
            <a:endParaRPr lang="en-US" altLang="zh-TW" dirty="0"/>
          </a:p>
          <a:p>
            <a:r>
              <a:rPr lang="en-US" altLang="zh-TW" dirty="0"/>
              <a:t>C2:</a:t>
            </a:r>
            <a:r>
              <a:rPr lang="zh-TW" altLang="en-US" dirty="0"/>
              <a:t>震盪子電壓</a:t>
            </a:r>
            <a:endParaRPr lang="en-US" altLang="zh-TW" dirty="0"/>
          </a:p>
          <a:p>
            <a:r>
              <a:rPr lang="en-US" altLang="zh-TW" dirty="0"/>
              <a:t>C3:</a:t>
            </a:r>
            <a:r>
              <a:rPr lang="zh-TW" altLang="en-US" dirty="0"/>
              <a:t>回授電流</a:t>
            </a:r>
            <a:endParaRPr lang="en-US" altLang="zh-TW" dirty="0"/>
          </a:p>
          <a:p>
            <a:r>
              <a:rPr lang="en-US" altLang="zh-TW" dirty="0"/>
              <a:t>C4:</a:t>
            </a:r>
            <a:r>
              <a:rPr lang="zh-TW" altLang="en-US" dirty="0"/>
              <a:t>震盪子電流</a:t>
            </a: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223D204C-3B27-36AB-1DF7-278F083302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2148927"/>
              </p:ext>
            </p:extLst>
          </p:nvPr>
        </p:nvGraphicFramePr>
        <p:xfrm>
          <a:off x="4616746" y="2300804"/>
          <a:ext cx="4567972" cy="2736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32357D4E-48C9-8369-89B7-5322602EC7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7297733"/>
              </p:ext>
            </p:extLst>
          </p:nvPr>
        </p:nvGraphicFramePr>
        <p:xfrm>
          <a:off x="-41569" y="1315630"/>
          <a:ext cx="4565649" cy="2724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9449D433-50BF-2A43-6BBA-ADE99BF032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7048205"/>
              </p:ext>
            </p:extLst>
          </p:nvPr>
        </p:nvGraphicFramePr>
        <p:xfrm>
          <a:off x="0" y="3901706"/>
          <a:ext cx="4575177" cy="2743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2039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598FD-74F5-7655-DB16-CEB6833A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26B1CF91-F5E9-66C3-6D7E-B5D0FD413AC8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實際回授電流及震盪子電流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7D17FF6B-8A9E-C68C-D826-BB7ACB3DE9DC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BA6081EC-CB72-E78A-0F2D-D612357E5F6B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行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C45E11F1-F388-CC67-2095-363B589321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1618"/>
            <a:ext cx="9144000" cy="381476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3A56A98-4DAC-5530-A802-2292AECA9E80}"/>
              </a:ext>
            </a:extLst>
          </p:cNvPr>
          <p:cNvSpPr txBox="1"/>
          <p:nvPr/>
        </p:nvSpPr>
        <p:spPr>
          <a:xfrm>
            <a:off x="7446099" y="5273307"/>
            <a:ext cx="15953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C1:</a:t>
            </a:r>
            <a:r>
              <a:rPr lang="zh-TW" altLang="en-US" dirty="0"/>
              <a:t>回授電流</a:t>
            </a:r>
            <a:r>
              <a:rPr lang="en-US" altLang="zh-TW" dirty="0"/>
              <a:t>2</a:t>
            </a:r>
          </a:p>
          <a:p>
            <a:r>
              <a:rPr lang="en-US" altLang="zh-TW" dirty="0"/>
              <a:t>C2:</a:t>
            </a:r>
            <a:r>
              <a:rPr lang="zh-TW" altLang="en-US" dirty="0"/>
              <a:t>回授電流</a:t>
            </a:r>
            <a:r>
              <a:rPr lang="en-US" altLang="zh-TW" dirty="0"/>
              <a:t>1</a:t>
            </a:r>
          </a:p>
          <a:p>
            <a:r>
              <a:rPr lang="en-US" altLang="zh-TW" dirty="0"/>
              <a:t>C3:</a:t>
            </a:r>
            <a:r>
              <a:rPr lang="zh-TW" altLang="en-US" dirty="0"/>
              <a:t>實際電流</a:t>
            </a:r>
            <a:r>
              <a:rPr lang="en-US" altLang="zh-TW" dirty="0"/>
              <a:t>2</a:t>
            </a:r>
          </a:p>
          <a:p>
            <a:r>
              <a:rPr lang="en-US" altLang="zh-TW" dirty="0"/>
              <a:t>C4:</a:t>
            </a:r>
            <a:r>
              <a:rPr lang="zh-TW" altLang="en-US" dirty="0"/>
              <a:t>實際電流</a:t>
            </a:r>
            <a:r>
              <a:rPr lang="en-US" altLang="zh-TW" dirty="0"/>
              <a:t>1</a:t>
            </a:r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1030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修正回授</a:t>
            </a:r>
            <a:r>
              <a:rPr lang="en-US" altLang="zh-TW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Offset</a:t>
            </a:r>
            <a:r>
              <a:rPr lang="zh-TW" altLang="en-US" sz="2400" spc="-1">
                <a:latin typeface="標楷體" panose="03000509000000000000" pitchFamily="65" charset="-120"/>
                <a:ea typeface="標楷體" panose="03000509000000000000" pitchFamily="65" charset="-120"/>
              </a:rPr>
              <a:t> 及 回傳資料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193032</TotalTime>
  <Words>227</Words>
  <Application>Microsoft Office PowerPoint</Application>
  <PresentationFormat>如螢幕大小 (4:3)</PresentationFormat>
  <Paragraphs>61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10</vt:i4>
      </vt:variant>
    </vt:vector>
  </HeadingPairs>
  <TitlesOfParts>
    <vt:vector size="19" baseType="lpstr"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2266</cp:revision>
  <dcterms:created xsi:type="dcterms:W3CDTF">2001-07-18T23:57:34Z</dcterms:created>
  <dcterms:modified xsi:type="dcterms:W3CDTF">2025-04-28T06:05:53Z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