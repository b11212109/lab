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492" r:id="rId4"/>
    <p:sldId id="1563" r:id="rId5"/>
    <p:sldId id="1568" r:id="rId6"/>
    <p:sldId id="1571" r:id="rId7"/>
    <p:sldId id="1572" r:id="rId8"/>
    <p:sldId id="1574" r:id="rId9"/>
    <p:sldId id="1578" r:id="rId10"/>
    <p:sldId id="1575" r:id="rId11"/>
    <p:sldId id="1579" r:id="rId12"/>
    <p:sldId id="1580" r:id="rId13"/>
    <p:sldId id="1581" r:id="rId14"/>
    <p:sldId id="1582" r:id="rId15"/>
    <p:sldId id="1583" r:id="rId16"/>
    <p:sldId id="493" r:id="rId17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563"/>
            <p14:sldId id="1568"/>
            <p14:sldId id="1571"/>
            <p14:sldId id="1572"/>
            <p14:sldId id="1574"/>
            <p14:sldId id="1578"/>
            <p14:sldId id="1575"/>
            <p14:sldId id="1579"/>
            <p14:sldId id="1580"/>
            <p14:sldId id="1581"/>
            <p14:sldId id="1582"/>
            <p14:sldId id="1583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jp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</a:t>
            </a:r>
            <a:r>
              <a:rPr lang="en-US" altLang="zh-TW" sz="3200" spc="-1" dirty="0">
                <a:solidFill>
                  <a:srgbClr val="282F86"/>
                </a:solidFill>
                <a:latin typeface="Times New Roman"/>
                <a:ea typeface="標楷體"/>
              </a:rPr>
              <a:t>8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28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MCU+RS485 Layout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電磁閥電路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Layout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464653A-E2E1-406B-A042-6F8B65F50C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8015" y="1779988"/>
            <a:ext cx="5998308" cy="282000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8060DE0-5996-41B4-B16A-F562D12622F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90" t="41823" r="23871" b="36182"/>
          <a:stretch/>
        </p:blipFill>
        <p:spPr>
          <a:xfrm>
            <a:off x="4593493" y="4594970"/>
            <a:ext cx="3012830" cy="150836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DCC93D0-D440-498D-9EA8-1C94A94E310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94" t="44673" r="19542" b="31282"/>
          <a:stretch/>
        </p:blipFill>
        <p:spPr>
          <a:xfrm>
            <a:off x="1594339" y="4599989"/>
            <a:ext cx="3012830" cy="15397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3732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焊接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7DA8F55-4F74-48E5-8444-1286D0A69BA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6" t="38122" r="21268" b="38594"/>
          <a:stretch/>
        </p:blipFill>
        <p:spPr>
          <a:xfrm>
            <a:off x="256543" y="2351862"/>
            <a:ext cx="2844800" cy="153979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103A0F1-036B-4253-9641-E253569B2C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3" t="38933" r="19197" b="36338"/>
          <a:stretch/>
        </p:blipFill>
        <p:spPr>
          <a:xfrm>
            <a:off x="227234" y="3891661"/>
            <a:ext cx="2874109" cy="156421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60973E1-E5A6-4555-8A95-268AD07301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309" y="1863543"/>
            <a:ext cx="2911231" cy="388076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32B61EC-EA94-4C20-BFF8-88421973C2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876" y="1863542"/>
            <a:ext cx="2911231" cy="388076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08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B61778-885D-452A-832A-9A16AE01167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12"/>
          <a:stretch/>
        </p:blipFill>
        <p:spPr>
          <a:xfrm>
            <a:off x="418031" y="3993662"/>
            <a:ext cx="8155596" cy="21583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B949C0C-1C91-43F0-B7E7-1371F768C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031" y="1425368"/>
            <a:ext cx="8136000" cy="192856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C6019F62-E3CD-4A00-965D-B7AFDD69DF4A}"/>
              </a:ext>
            </a:extLst>
          </p:cNvPr>
          <p:cNvSpPr txBox="1"/>
          <p:nvPr/>
        </p:nvSpPr>
        <p:spPr>
          <a:xfrm>
            <a:off x="191969" y="3504068"/>
            <a:ext cx="45798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UART</a:t>
            </a:r>
            <a:r>
              <a:rPr lang="en-US" altLang="zh-TW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8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18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57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EB6C907-8111-429E-80B2-7A4C14CB17F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40"/>
          <a:stretch/>
        </p:blipFill>
        <p:spPr>
          <a:xfrm>
            <a:off x="695161" y="1410173"/>
            <a:ext cx="7753677" cy="452609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192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RS485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EB5C11F-C770-4549-9C47-697C7437D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84" y="1170035"/>
            <a:ext cx="7686431" cy="49983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8763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MCU+RS485 Layout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跳線容易斷掉 沒辦法實際測試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555AC12-81A9-46FA-94E6-113FF7CBA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78" y="1448869"/>
            <a:ext cx="7497044" cy="497627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98A3257-F76C-4C92-A988-B0507F0E701A}"/>
              </a:ext>
            </a:extLst>
          </p:cNvPr>
          <p:cNvSpPr/>
          <p:nvPr/>
        </p:nvSpPr>
        <p:spPr>
          <a:xfrm>
            <a:off x="762000" y="4258517"/>
            <a:ext cx="3684954" cy="18934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479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MCU+RS485 Layout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跳線容易斷掉 沒辦法實際測試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6407354-AAC7-49AE-B431-8EF92164F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015" y="1362519"/>
            <a:ext cx="5286530" cy="49933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2C04A2C-639E-4A30-874D-CA12DCDC479C}"/>
              </a:ext>
            </a:extLst>
          </p:cNvPr>
          <p:cNvSpPr/>
          <p:nvPr/>
        </p:nvSpPr>
        <p:spPr>
          <a:xfrm>
            <a:off x="4989606" y="1504990"/>
            <a:ext cx="1837132" cy="16602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6096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MCU+RS485 Layout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跳線容易斷掉 沒辦法實際測試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6407354-AAC7-49AE-B431-8EF92164FF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015" y="1362519"/>
            <a:ext cx="5286530" cy="49933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2C04A2C-639E-4A30-874D-CA12DCDC479C}"/>
              </a:ext>
            </a:extLst>
          </p:cNvPr>
          <p:cNvSpPr/>
          <p:nvPr/>
        </p:nvSpPr>
        <p:spPr>
          <a:xfrm>
            <a:off x="4989606" y="1504990"/>
            <a:ext cx="1837132" cy="16602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9597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MCU+RS485 Layout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跳線容易斷掉 沒辦法實際測試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C04A2C-639E-4A30-874D-CA12DCDC479C}"/>
              </a:ext>
            </a:extLst>
          </p:cNvPr>
          <p:cNvSpPr/>
          <p:nvPr/>
        </p:nvSpPr>
        <p:spPr>
          <a:xfrm>
            <a:off x="4989606" y="1504990"/>
            <a:ext cx="1837132" cy="16602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noFill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BF83733-1D47-45DD-BDCA-32ACDE571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280" y="1410677"/>
            <a:ext cx="3599797" cy="479864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45CF34E-C80A-4135-8120-E3CBDD8E9E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483" y="1410677"/>
            <a:ext cx="3599797" cy="47986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6920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EB5C11F-C770-4549-9C47-697C7437D7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00" y="1040870"/>
            <a:ext cx="8550031" cy="555997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2688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RS485 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1E8BF12-0B2E-4273-9851-35AF5FF9A3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3960"/>
          <a:stretch/>
        </p:blipFill>
        <p:spPr>
          <a:xfrm>
            <a:off x="305221" y="1504991"/>
            <a:ext cx="8533558" cy="42119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3064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電磁閥電路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電磁閥電路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B9EA5AD-7F21-41DD-9353-FF32C62A2D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647" y="1436825"/>
            <a:ext cx="4392000" cy="4276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C4F3A08-3A5A-40D5-B123-6720D860CB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302" y="1762367"/>
            <a:ext cx="4761051" cy="3624915"/>
          </a:xfrm>
          <a:prstGeom prst="rect">
            <a:avLst/>
          </a:prstGeom>
        </p:spPr>
      </p:pic>
      <p:sp>
        <p:nvSpPr>
          <p:cNvPr id="10" name="CustomShape 2">
            <a:extLst>
              <a:ext uri="{FF2B5EF4-FFF2-40B4-BE49-F238E27FC236}">
                <a16:creationId xmlns:a16="http://schemas.microsoft.com/office/drawing/2014/main" id="{2487C1C7-6BD8-43DF-A444-B21D2F34BDE4}"/>
              </a:ext>
            </a:extLst>
          </p:cNvPr>
          <p:cNvSpPr/>
          <p:nvPr/>
        </p:nvSpPr>
        <p:spPr>
          <a:xfrm>
            <a:off x="3054823" y="4239846"/>
            <a:ext cx="1054832" cy="909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電磁閥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CustomShape 2">
            <a:extLst>
              <a:ext uri="{FF2B5EF4-FFF2-40B4-BE49-F238E27FC236}">
                <a16:creationId xmlns:a16="http://schemas.microsoft.com/office/drawing/2014/main" id="{574CD741-0CC7-4645-AEFC-4C636FC176FA}"/>
              </a:ext>
            </a:extLst>
          </p:cNvPr>
          <p:cNvSpPr/>
          <p:nvPr/>
        </p:nvSpPr>
        <p:spPr>
          <a:xfrm>
            <a:off x="475746" y="3856892"/>
            <a:ext cx="1054832" cy="909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5V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CustomShape 2">
            <a:extLst>
              <a:ext uri="{FF2B5EF4-FFF2-40B4-BE49-F238E27FC236}">
                <a16:creationId xmlns:a16="http://schemas.microsoft.com/office/drawing/2014/main" id="{C6758016-5175-40B4-AA5D-C5A544F70C1D}"/>
              </a:ext>
            </a:extLst>
          </p:cNvPr>
          <p:cNvSpPr/>
          <p:nvPr/>
        </p:nvSpPr>
        <p:spPr>
          <a:xfrm>
            <a:off x="361804" y="1506522"/>
            <a:ext cx="1282716" cy="9093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樹梅派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IO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5969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485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轉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</a:t>
            </a: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實際上電測試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208024</TotalTime>
  <Words>157</Words>
  <Application>Microsoft Office PowerPoint</Application>
  <PresentationFormat>如螢幕大小 (4:3)</PresentationFormat>
  <Paragraphs>114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25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2397</cp:revision>
  <dcterms:created xsi:type="dcterms:W3CDTF">2001-07-18T23:57:34Z</dcterms:created>
  <dcterms:modified xsi:type="dcterms:W3CDTF">2025-08-28T01:04:25Z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