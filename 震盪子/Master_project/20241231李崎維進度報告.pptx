
<file path=[Content_Types].xml><?xml version="1.0" encoding="utf-8"?>
<Types xmlns="http://schemas.openxmlformats.org/package/2006/content-types"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3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17"/>
  </p:notesMasterIdLst>
  <p:sldIdLst>
    <p:sldId id="256" r:id="rId3"/>
    <p:sldId id="492" r:id="rId4"/>
    <p:sldId id="479" r:id="rId5"/>
    <p:sldId id="509" r:id="rId6"/>
    <p:sldId id="522" r:id="rId7"/>
    <p:sldId id="523" r:id="rId8"/>
    <p:sldId id="514" r:id="rId9"/>
    <p:sldId id="515" r:id="rId10"/>
    <p:sldId id="516" r:id="rId11"/>
    <p:sldId id="518" r:id="rId12"/>
    <p:sldId id="519" r:id="rId13"/>
    <p:sldId id="521" r:id="rId14"/>
    <p:sldId id="520" r:id="rId15"/>
    <p:sldId id="493" r:id="rId16"/>
  </p:sldIdLst>
  <p:sldSz cx="9144000" cy="6858000" type="screen4x3"/>
  <p:notesSz cx="6808788" cy="982345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0357D09D-5012-4F20-9C28-EAC68F3AAB66}">
          <p14:sldIdLst>
            <p14:sldId id="256"/>
            <p14:sldId id="492"/>
            <p14:sldId id="479"/>
            <p14:sldId id="509"/>
            <p14:sldId id="522"/>
            <p14:sldId id="523"/>
            <p14:sldId id="514"/>
            <p14:sldId id="515"/>
            <p14:sldId id="516"/>
            <p14:sldId id="518"/>
            <p14:sldId id="519"/>
            <p14:sldId id="521"/>
            <p14:sldId id="520"/>
            <p14:sldId id="49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495"/>
    <a:srgbClr val="656813"/>
    <a:srgbClr val="8B078C"/>
    <a:srgbClr val="E75E07"/>
    <a:srgbClr val="04B605"/>
    <a:srgbClr val="D8E4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DCF080-BEEA-467D-AD08-C76EDECEC4BE}" v="52" dt="2024-12-31T04:29:48.79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10" autoAdjust="0"/>
    <p:restoredTop sz="96242" autoAdjust="0"/>
  </p:normalViewPr>
  <p:slideViewPr>
    <p:cSldViewPr snapToGrid="0">
      <p:cViewPr>
        <p:scale>
          <a:sx n="60" d="100"/>
          <a:sy n="60" d="100"/>
        </p:scale>
        <p:origin x="1424" y="1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microsoft.com/office/2015/10/relationships/revisionInfo" Target="revisionInfo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崎維 李" userId="d4390ee11c1fc6cf" providerId="LiveId" clId="{1DDCF080-BEEA-467D-AD08-C76EDECEC4BE}"/>
    <pc:docChg chg="undo custSel addSld delSld modSld sldOrd modSection">
      <pc:chgData name="崎維 李" userId="d4390ee11c1fc6cf" providerId="LiveId" clId="{1DDCF080-BEEA-467D-AD08-C76EDECEC4BE}" dt="2024-12-31T04:29:33.614" v="428" actId="20577"/>
      <pc:docMkLst>
        <pc:docMk/>
      </pc:docMkLst>
      <pc:sldChg chg="modSp mod">
        <pc:chgData name="崎維 李" userId="d4390ee11c1fc6cf" providerId="LiveId" clId="{1DDCF080-BEEA-467D-AD08-C76EDECEC4BE}" dt="2024-12-31T01:26:42.841" v="3" actId="20577"/>
        <pc:sldMkLst>
          <pc:docMk/>
          <pc:sldMk cId="0" sldId="256"/>
        </pc:sldMkLst>
        <pc:spChg chg="mod">
          <ac:chgData name="崎維 李" userId="d4390ee11c1fc6cf" providerId="LiveId" clId="{1DDCF080-BEEA-467D-AD08-C76EDECEC4BE}" dt="2024-12-31T01:26:42.841" v="3" actId="20577"/>
          <ac:spMkLst>
            <pc:docMk/>
            <pc:sldMk cId="0" sldId="256"/>
            <ac:spMk id="176" creationId="{00000000-0000-0000-0000-000000000000}"/>
          </ac:spMkLst>
        </pc:spChg>
      </pc:sldChg>
      <pc:sldChg chg="modSp">
        <pc:chgData name="崎維 李" userId="d4390ee11c1fc6cf" providerId="LiveId" clId="{1DDCF080-BEEA-467D-AD08-C76EDECEC4BE}" dt="2024-12-31T02:34:48.828" v="256" actId="255"/>
        <pc:sldMkLst>
          <pc:docMk/>
          <pc:sldMk cId="2264019104" sldId="479"/>
        </pc:sldMkLst>
        <pc:spChg chg="mod">
          <ac:chgData name="崎維 李" userId="d4390ee11c1fc6cf" providerId="LiveId" clId="{1DDCF080-BEEA-467D-AD08-C76EDECEC4BE}" dt="2024-12-31T02:34:48.828" v="256" actId="255"/>
          <ac:spMkLst>
            <pc:docMk/>
            <pc:sldMk cId="2264019104" sldId="479"/>
            <ac:spMk id="3" creationId="{AEC42443-06C2-4F5C-9BCD-6FFF4FFA66B6}"/>
          </ac:spMkLst>
        </pc:spChg>
      </pc:sldChg>
      <pc:sldChg chg="modSp mod">
        <pc:chgData name="崎維 李" userId="d4390ee11c1fc6cf" providerId="LiveId" clId="{1DDCF080-BEEA-467D-AD08-C76EDECEC4BE}" dt="2024-12-31T02:34:20.191" v="255" actId="20577"/>
        <pc:sldMkLst>
          <pc:docMk/>
          <pc:sldMk cId="1759611898" sldId="492"/>
        </pc:sldMkLst>
        <pc:spChg chg="mod">
          <ac:chgData name="崎維 李" userId="d4390ee11c1fc6cf" providerId="LiveId" clId="{1DDCF080-BEEA-467D-AD08-C76EDECEC4BE}" dt="2024-12-31T02:34:20.191" v="255" actId="20577"/>
          <ac:spMkLst>
            <pc:docMk/>
            <pc:sldMk cId="1759611898" sldId="492"/>
            <ac:spMk id="2" creationId="{FFDA5E2A-651A-2221-C4E1-4B3C8ABE1EF6}"/>
          </ac:spMkLst>
        </pc:spChg>
      </pc:sldChg>
      <pc:sldChg chg="addSp modSp mod">
        <pc:chgData name="崎維 李" userId="d4390ee11c1fc6cf" providerId="LiveId" clId="{1DDCF080-BEEA-467D-AD08-C76EDECEC4BE}" dt="2024-12-31T04:29:33.614" v="428" actId="20577"/>
        <pc:sldMkLst>
          <pc:docMk/>
          <pc:sldMk cId="1870929783" sldId="493"/>
        </pc:sldMkLst>
        <pc:spChg chg="add mod">
          <ac:chgData name="崎維 李" userId="d4390ee11c1fc6cf" providerId="LiveId" clId="{1DDCF080-BEEA-467D-AD08-C76EDECEC4BE}" dt="2024-12-31T04:29:33.614" v="428" actId="20577"/>
          <ac:spMkLst>
            <pc:docMk/>
            <pc:sldMk cId="1870929783" sldId="493"/>
            <ac:spMk id="2" creationId="{0253A934-0E4F-953E-9A3D-1E2869F0F8AA}"/>
          </ac:spMkLst>
        </pc:spChg>
        <pc:spChg chg="mod">
          <ac:chgData name="崎維 李" userId="d4390ee11c1fc6cf" providerId="LiveId" clId="{1DDCF080-BEEA-467D-AD08-C76EDECEC4BE}" dt="2024-12-31T02:32:03.005" v="250" actId="20577"/>
          <ac:spMkLst>
            <pc:docMk/>
            <pc:sldMk cId="1870929783" sldId="493"/>
            <ac:spMk id="3" creationId="{E1AA806A-5F35-3E68-504B-CBB909CDBD48}"/>
          </ac:spMkLst>
        </pc:spChg>
      </pc:sldChg>
      <pc:sldChg chg="modSp mod ord">
        <pc:chgData name="崎維 李" userId="d4390ee11c1fc6cf" providerId="LiveId" clId="{1DDCF080-BEEA-467D-AD08-C76EDECEC4BE}" dt="2024-12-31T02:53:13.262" v="387" actId="20577"/>
        <pc:sldMkLst>
          <pc:docMk/>
          <pc:sldMk cId="3123675259" sldId="509"/>
        </pc:sldMkLst>
        <pc:spChg chg="mod">
          <ac:chgData name="崎維 李" userId="d4390ee11c1fc6cf" providerId="LiveId" clId="{1DDCF080-BEEA-467D-AD08-C76EDECEC4BE}" dt="2024-12-31T02:53:13.262" v="387" actId="20577"/>
          <ac:spMkLst>
            <pc:docMk/>
            <pc:sldMk cId="3123675259" sldId="509"/>
            <ac:spMk id="6" creationId="{8C2A720D-1D1E-DE92-9163-FA6C3908E0C2}"/>
          </ac:spMkLst>
        </pc:spChg>
      </pc:sldChg>
      <pc:sldChg chg="addSp delSp modSp mod">
        <pc:chgData name="崎維 李" userId="d4390ee11c1fc6cf" providerId="LiveId" clId="{1DDCF080-BEEA-467D-AD08-C76EDECEC4BE}" dt="2024-12-31T02:26:11.043" v="240" actId="1076"/>
        <pc:sldMkLst>
          <pc:docMk/>
          <pc:sldMk cId="4057348279" sldId="514"/>
        </pc:sldMkLst>
        <pc:spChg chg="mod">
          <ac:chgData name="崎維 李" userId="d4390ee11c1fc6cf" providerId="LiveId" clId="{1DDCF080-BEEA-467D-AD08-C76EDECEC4BE}" dt="2024-12-31T01:44:52.208" v="220"/>
          <ac:spMkLst>
            <pc:docMk/>
            <pc:sldMk cId="4057348279" sldId="514"/>
            <ac:spMk id="5" creationId="{B66E0E0F-595D-1BD6-A129-B80D90C41D95}"/>
          </ac:spMkLst>
        </pc:spChg>
        <pc:picChg chg="add mod">
          <ac:chgData name="崎維 李" userId="d4390ee11c1fc6cf" providerId="LiveId" clId="{1DDCF080-BEEA-467D-AD08-C76EDECEC4BE}" dt="2024-12-31T02:26:11.043" v="240" actId="1076"/>
          <ac:picMkLst>
            <pc:docMk/>
            <pc:sldMk cId="4057348279" sldId="514"/>
            <ac:picMk id="3" creationId="{7D6171EC-690C-D2E4-F874-C350FB2E6709}"/>
          </ac:picMkLst>
        </pc:picChg>
        <pc:picChg chg="del">
          <ac:chgData name="崎維 李" userId="d4390ee11c1fc6cf" providerId="LiveId" clId="{1DDCF080-BEEA-467D-AD08-C76EDECEC4BE}" dt="2024-12-31T01:45:04.040" v="225" actId="478"/>
          <ac:picMkLst>
            <pc:docMk/>
            <pc:sldMk cId="4057348279" sldId="514"/>
            <ac:picMk id="4" creationId="{C9AA80DD-E062-20DC-DA5B-882ECB3935CB}"/>
          </ac:picMkLst>
        </pc:picChg>
      </pc:sldChg>
      <pc:sldChg chg="addSp delSp modSp mod">
        <pc:chgData name="崎維 李" userId="d4390ee11c1fc6cf" providerId="LiveId" clId="{1DDCF080-BEEA-467D-AD08-C76EDECEC4BE}" dt="2024-12-31T02:26:42.338" v="244" actId="1076"/>
        <pc:sldMkLst>
          <pc:docMk/>
          <pc:sldMk cId="442287316" sldId="515"/>
        </pc:sldMkLst>
        <pc:spChg chg="mod">
          <ac:chgData name="崎維 李" userId="d4390ee11c1fc6cf" providerId="LiveId" clId="{1DDCF080-BEEA-467D-AD08-C76EDECEC4BE}" dt="2024-12-31T01:45:57.858" v="238" actId="6549"/>
          <ac:spMkLst>
            <pc:docMk/>
            <pc:sldMk cId="442287316" sldId="515"/>
            <ac:spMk id="5" creationId="{35C71692-281E-3DD6-B090-8F2F430DF199}"/>
          </ac:spMkLst>
        </pc:spChg>
        <pc:picChg chg="del">
          <ac:chgData name="崎維 李" userId="d4390ee11c1fc6cf" providerId="LiveId" clId="{1DDCF080-BEEA-467D-AD08-C76EDECEC4BE}" dt="2024-12-31T01:45:32.540" v="231" actId="478"/>
          <ac:picMkLst>
            <pc:docMk/>
            <pc:sldMk cId="442287316" sldId="515"/>
            <ac:picMk id="3" creationId="{072F5B60-DC11-14C3-1714-733D6BFC455E}"/>
          </ac:picMkLst>
        </pc:picChg>
        <pc:picChg chg="del">
          <ac:chgData name="崎維 李" userId="d4390ee11c1fc6cf" providerId="LiveId" clId="{1DDCF080-BEEA-467D-AD08-C76EDECEC4BE}" dt="2024-12-31T01:45:34.866" v="232" actId="478"/>
          <ac:picMkLst>
            <pc:docMk/>
            <pc:sldMk cId="442287316" sldId="515"/>
            <ac:picMk id="4" creationId="{4ED86A61-6B24-2663-31D2-EF7E29F8E1F6}"/>
          </ac:picMkLst>
        </pc:picChg>
        <pc:picChg chg="add mod">
          <ac:chgData name="崎維 李" userId="d4390ee11c1fc6cf" providerId="LiveId" clId="{1DDCF080-BEEA-467D-AD08-C76EDECEC4BE}" dt="2024-12-31T02:26:42.338" v="244" actId="1076"/>
          <ac:picMkLst>
            <pc:docMk/>
            <pc:sldMk cId="442287316" sldId="515"/>
            <ac:picMk id="6" creationId="{156168DE-BC46-639F-2C56-EAF4EAEB16A9}"/>
          </ac:picMkLst>
        </pc:picChg>
      </pc:sldChg>
      <pc:sldChg chg="addSp delSp modSp mod modAnim">
        <pc:chgData name="崎維 李" userId="d4390ee11c1fc6cf" providerId="LiveId" clId="{1DDCF080-BEEA-467D-AD08-C76EDECEC4BE}" dt="2024-12-31T01:37:40.934" v="141" actId="1076"/>
        <pc:sldMkLst>
          <pc:docMk/>
          <pc:sldMk cId="365668444" sldId="516"/>
        </pc:sldMkLst>
        <pc:spChg chg="mod">
          <ac:chgData name="崎維 李" userId="d4390ee11c1fc6cf" providerId="LiveId" clId="{1DDCF080-BEEA-467D-AD08-C76EDECEC4BE}" dt="2024-12-31T01:36:40.406" v="125"/>
          <ac:spMkLst>
            <pc:docMk/>
            <pc:sldMk cId="365668444" sldId="516"/>
            <ac:spMk id="5" creationId="{006B9738-E4BD-7A09-5E9C-D743FF262F91}"/>
          </ac:spMkLst>
        </pc:spChg>
        <pc:picChg chg="add mod">
          <ac:chgData name="崎維 李" userId="d4390ee11c1fc6cf" providerId="LiveId" clId="{1DDCF080-BEEA-467D-AD08-C76EDECEC4BE}" dt="2024-12-31T01:37:40.934" v="141" actId="1076"/>
          <ac:picMkLst>
            <pc:docMk/>
            <pc:sldMk cId="365668444" sldId="516"/>
            <ac:picMk id="2" creationId="{E8A0C4B3-FCCE-197C-170F-63C8698E016D}"/>
          </ac:picMkLst>
        </pc:picChg>
        <pc:picChg chg="del">
          <ac:chgData name="崎維 李" userId="d4390ee11c1fc6cf" providerId="LiveId" clId="{1DDCF080-BEEA-467D-AD08-C76EDECEC4BE}" dt="2024-12-31T01:37:36.173" v="139" actId="478"/>
          <ac:picMkLst>
            <pc:docMk/>
            <pc:sldMk cId="365668444" sldId="516"/>
            <ac:picMk id="3" creationId="{66E1A845-541B-C149-92AB-AF0BC1A7B34E}"/>
          </ac:picMkLst>
        </pc:picChg>
        <pc:picChg chg="del">
          <ac:chgData name="崎維 李" userId="d4390ee11c1fc6cf" providerId="LiveId" clId="{1DDCF080-BEEA-467D-AD08-C76EDECEC4BE}" dt="2024-12-31T01:37:36.622" v="140" actId="478"/>
          <ac:picMkLst>
            <pc:docMk/>
            <pc:sldMk cId="365668444" sldId="516"/>
            <ac:picMk id="4" creationId="{76E2E777-17CA-3E9C-FE71-FEC6163EB6C3}"/>
          </ac:picMkLst>
        </pc:picChg>
        <pc:picChg chg="del">
          <ac:chgData name="崎維 李" userId="d4390ee11c1fc6cf" providerId="LiveId" clId="{1DDCF080-BEEA-467D-AD08-C76EDECEC4BE}" dt="2024-12-31T01:37:34.621" v="138" actId="478"/>
          <ac:picMkLst>
            <pc:docMk/>
            <pc:sldMk cId="365668444" sldId="516"/>
            <ac:picMk id="6" creationId="{271FDDBD-A918-DA67-FFF2-51C30D408EA2}"/>
          </ac:picMkLst>
        </pc:picChg>
      </pc:sldChg>
      <pc:sldChg chg="del">
        <pc:chgData name="崎維 李" userId="d4390ee11c1fc6cf" providerId="LiveId" clId="{1DDCF080-BEEA-467D-AD08-C76EDECEC4BE}" dt="2024-12-31T01:36:16.851" v="92" actId="47"/>
        <pc:sldMkLst>
          <pc:docMk/>
          <pc:sldMk cId="1490197539" sldId="517"/>
        </pc:sldMkLst>
      </pc:sldChg>
      <pc:sldChg chg="addSp delSp modSp mod delAnim modAnim">
        <pc:chgData name="崎維 李" userId="d4390ee11c1fc6cf" providerId="LiveId" clId="{1DDCF080-BEEA-467D-AD08-C76EDECEC4BE}" dt="2024-12-31T01:38:21.895" v="149" actId="1076"/>
        <pc:sldMkLst>
          <pc:docMk/>
          <pc:sldMk cId="1502777945" sldId="518"/>
        </pc:sldMkLst>
        <pc:spChg chg="mod">
          <ac:chgData name="崎維 李" userId="d4390ee11c1fc6cf" providerId="LiveId" clId="{1DDCF080-BEEA-467D-AD08-C76EDECEC4BE}" dt="2024-12-31T01:35:50.744" v="91" actId="20577"/>
          <ac:spMkLst>
            <pc:docMk/>
            <pc:sldMk cId="1502777945" sldId="518"/>
            <ac:spMk id="5" creationId="{D2E2B531-33E1-6A41-71B3-86C68BBFB724}"/>
          </ac:spMkLst>
        </pc:spChg>
        <pc:picChg chg="add del mod">
          <ac:chgData name="崎維 李" userId="d4390ee11c1fc6cf" providerId="LiveId" clId="{1DDCF080-BEEA-467D-AD08-C76EDECEC4BE}" dt="2024-12-31T01:37:54.862" v="142" actId="478"/>
          <ac:picMkLst>
            <pc:docMk/>
            <pc:sldMk cId="1502777945" sldId="518"/>
            <ac:picMk id="2" creationId="{6110233B-A17A-56E6-1C25-48CC270C8E04}"/>
          </ac:picMkLst>
        </pc:picChg>
        <pc:picChg chg="del">
          <ac:chgData name="崎維 李" userId="d4390ee11c1fc6cf" providerId="LiveId" clId="{1DDCF080-BEEA-467D-AD08-C76EDECEC4BE}" dt="2024-12-31T01:36:51.516" v="129" actId="478"/>
          <ac:picMkLst>
            <pc:docMk/>
            <pc:sldMk cId="1502777945" sldId="518"/>
            <ac:picMk id="3" creationId="{19F9D41E-0966-91D2-33C9-31417ADBFB10}"/>
          </ac:picMkLst>
        </pc:picChg>
        <pc:picChg chg="del">
          <ac:chgData name="崎維 李" userId="d4390ee11c1fc6cf" providerId="LiveId" clId="{1DDCF080-BEEA-467D-AD08-C76EDECEC4BE}" dt="2024-12-31T01:36:53.361" v="130" actId="478"/>
          <ac:picMkLst>
            <pc:docMk/>
            <pc:sldMk cId="1502777945" sldId="518"/>
            <ac:picMk id="4" creationId="{92572996-05FB-4490-F475-6F03AD33CA0A}"/>
          </ac:picMkLst>
        </pc:picChg>
        <pc:picChg chg="del">
          <ac:chgData name="崎維 李" userId="d4390ee11c1fc6cf" providerId="LiveId" clId="{1DDCF080-BEEA-467D-AD08-C76EDECEC4BE}" dt="2024-12-31T01:36:49.947" v="128" actId="478"/>
          <ac:picMkLst>
            <pc:docMk/>
            <pc:sldMk cId="1502777945" sldId="518"/>
            <ac:picMk id="6" creationId="{5A6DF71C-C07C-F31A-2F20-B840F73C2D7B}"/>
          </ac:picMkLst>
        </pc:picChg>
        <pc:picChg chg="del">
          <ac:chgData name="崎維 李" userId="d4390ee11c1fc6cf" providerId="LiveId" clId="{1DDCF080-BEEA-467D-AD08-C76EDECEC4BE}" dt="2024-12-31T01:36:48.060" v="127" actId="478"/>
          <ac:picMkLst>
            <pc:docMk/>
            <pc:sldMk cId="1502777945" sldId="518"/>
            <ac:picMk id="8" creationId="{042FF0A3-DCAC-4D60-AF80-0E5BBE237A84}"/>
          </ac:picMkLst>
        </pc:picChg>
        <pc:picChg chg="add mod">
          <ac:chgData name="崎維 李" userId="d4390ee11c1fc6cf" providerId="LiveId" clId="{1DDCF080-BEEA-467D-AD08-C76EDECEC4BE}" dt="2024-12-31T01:38:21.895" v="149" actId="1076"/>
          <ac:picMkLst>
            <pc:docMk/>
            <pc:sldMk cId="1502777945" sldId="518"/>
            <ac:picMk id="9" creationId="{530D3EE6-624D-15B2-1355-AFF7F91D9802}"/>
          </ac:picMkLst>
        </pc:picChg>
      </pc:sldChg>
      <pc:sldChg chg="modSp mod">
        <pc:chgData name="崎維 李" userId="d4390ee11c1fc6cf" providerId="LiveId" clId="{1DDCF080-BEEA-467D-AD08-C76EDECEC4BE}" dt="2024-12-31T02:59:28.954" v="424"/>
        <pc:sldMkLst>
          <pc:docMk/>
          <pc:sldMk cId="1891911923" sldId="519"/>
        </pc:sldMkLst>
        <pc:spChg chg="mod">
          <ac:chgData name="崎維 李" userId="d4390ee11c1fc6cf" providerId="LiveId" clId="{1DDCF080-BEEA-467D-AD08-C76EDECEC4BE}" dt="2024-12-31T02:59:28.954" v="424"/>
          <ac:spMkLst>
            <pc:docMk/>
            <pc:sldMk cId="1891911923" sldId="519"/>
            <ac:spMk id="6" creationId="{1F4FDA1A-8B73-F9E7-5F3A-FD8F695F19A3}"/>
          </ac:spMkLst>
        </pc:spChg>
      </pc:sldChg>
      <pc:sldChg chg="addSp delSp modSp mod ord modAnim">
        <pc:chgData name="崎維 李" userId="d4390ee11c1fc6cf" providerId="LiveId" clId="{1DDCF080-BEEA-467D-AD08-C76EDECEC4BE}" dt="2024-12-31T03:19:27.896" v="426" actId="1076"/>
        <pc:sldMkLst>
          <pc:docMk/>
          <pc:sldMk cId="3091917077" sldId="520"/>
        </pc:sldMkLst>
        <pc:picChg chg="add mod">
          <ac:chgData name="崎維 李" userId="d4390ee11c1fc6cf" providerId="LiveId" clId="{1DDCF080-BEEA-467D-AD08-C76EDECEC4BE}" dt="2024-12-31T03:19:27.896" v="426" actId="1076"/>
          <ac:picMkLst>
            <pc:docMk/>
            <pc:sldMk cId="3091917077" sldId="520"/>
            <ac:picMk id="2" creationId="{50227892-05A7-9A08-D088-A7CE07337F1A}"/>
          </ac:picMkLst>
        </pc:picChg>
        <pc:picChg chg="del">
          <ac:chgData name="崎維 李" userId="d4390ee11c1fc6cf" providerId="LiveId" clId="{1DDCF080-BEEA-467D-AD08-C76EDECEC4BE}" dt="2024-12-31T01:33:54.028" v="63" actId="478"/>
          <ac:picMkLst>
            <pc:docMk/>
            <pc:sldMk cId="3091917077" sldId="520"/>
            <ac:picMk id="3" creationId="{94E31535-C3B7-8FD0-7362-46486EF33B28}"/>
          </ac:picMkLst>
        </pc:picChg>
        <pc:picChg chg="del">
          <ac:chgData name="崎維 李" userId="d4390ee11c1fc6cf" providerId="LiveId" clId="{1DDCF080-BEEA-467D-AD08-C76EDECEC4BE}" dt="2024-12-31T01:33:56.596" v="64" actId="478"/>
          <ac:picMkLst>
            <pc:docMk/>
            <pc:sldMk cId="3091917077" sldId="520"/>
            <ac:picMk id="4" creationId="{AF055A1F-6C6C-B94B-7133-73D20A047831}"/>
          </ac:picMkLst>
        </pc:picChg>
        <pc:picChg chg="del">
          <ac:chgData name="崎維 李" userId="d4390ee11c1fc6cf" providerId="LiveId" clId="{1DDCF080-BEEA-467D-AD08-C76EDECEC4BE}" dt="2024-12-31T01:33:28.099" v="60" actId="478"/>
          <ac:picMkLst>
            <pc:docMk/>
            <pc:sldMk cId="3091917077" sldId="520"/>
            <ac:picMk id="9" creationId="{70E9DDAF-2B86-8FB7-12C6-7E8AE8E7E81B}"/>
          </ac:picMkLst>
        </pc:picChg>
      </pc:sldChg>
      <pc:sldChg chg="new del">
        <pc:chgData name="崎維 李" userId="d4390ee11c1fc6cf" providerId="LiveId" clId="{1DDCF080-BEEA-467D-AD08-C76EDECEC4BE}" dt="2024-12-31T02:43:04.657" v="258" actId="680"/>
        <pc:sldMkLst>
          <pc:docMk/>
          <pc:sldMk cId="3053988546" sldId="521"/>
        </pc:sldMkLst>
      </pc:sldChg>
      <pc:sldChg chg="addSp delSp modSp new mod ord">
        <pc:chgData name="崎維 李" userId="d4390ee11c1fc6cf" providerId="LiveId" clId="{1DDCF080-BEEA-467D-AD08-C76EDECEC4BE}" dt="2024-12-31T02:55:12.414" v="394" actId="1076"/>
        <pc:sldMkLst>
          <pc:docMk/>
          <pc:sldMk cId="3696312073" sldId="521"/>
        </pc:sldMkLst>
        <pc:spChg chg="del">
          <ac:chgData name="崎維 李" userId="d4390ee11c1fc6cf" providerId="LiveId" clId="{1DDCF080-BEEA-467D-AD08-C76EDECEC4BE}" dt="2024-12-31T02:43:35.754" v="261" actId="478"/>
          <ac:spMkLst>
            <pc:docMk/>
            <pc:sldMk cId="3696312073" sldId="521"/>
            <ac:spMk id="2" creationId="{17ECB3DF-4BDE-C896-7039-B0BD48653354}"/>
          </ac:spMkLst>
        </pc:spChg>
        <pc:spChg chg="del">
          <ac:chgData name="崎維 李" userId="d4390ee11c1fc6cf" providerId="LiveId" clId="{1DDCF080-BEEA-467D-AD08-C76EDECEC4BE}" dt="2024-12-31T02:43:39.460" v="262" actId="478"/>
          <ac:spMkLst>
            <pc:docMk/>
            <pc:sldMk cId="3696312073" sldId="521"/>
            <ac:spMk id="3" creationId="{4906C436-F9CC-C354-F7D5-61D2AA7B77D6}"/>
          </ac:spMkLst>
        </pc:spChg>
        <pc:spChg chg="add mod">
          <ac:chgData name="崎維 李" userId="d4390ee11c1fc6cf" providerId="LiveId" clId="{1DDCF080-BEEA-467D-AD08-C76EDECEC4BE}" dt="2024-12-31T02:55:12.414" v="394" actId="1076"/>
          <ac:spMkLst>
            <pc:docMk/>
            <pc:sldMk cId="3696312073" sldId="521"/>
            <ac:spMk id="5" creationId="{1E159391-06B2-0417-D51B-EB341EA0B594}"/>
          </ac:spMkLst>
        </pc:spChg>
        <pc:picChg chg="add mod">
          <ac:chgData name="崎維 李" userId="d4390ee11c1fc6cf" providerId="LiveId" clId="{1DDCF080-BEEA-467D-AD08-C76EDECEC4BE}" dt="2024-12-31T02:44:05.908" v="269" actId="1076"/>
          <ac:picMkLst>
            <pc:docMk/>
            <pc:sldMk cId="3696312073" sldId="521"/>
            <ac:picMk id="4" creationId="{C1BFA18E-B8DA-C9FF-C7C5-AA047D912E45}"/>
          </ac:picMkLst>
        </pc:picChg>
      </pc:sldChg>
      <pc:sldChg chg="addSp delSp modSp new mod">
        <pc:chgData name="崎維 李" userId="d4390ee11c1fc6cf" providerId="LiveId" clId="{1DDCF080-BEEA-467D-AD08-C76EDECEC4BE}" dt="2024-12-31T02:51:00.345" v="382" actId="20577"/>
        <pc:sldMkLst>
          <pc:docMk/>
          <pc:sldMk cId="1816214663" sldId="522"/>
        </pc:sldMkLst>
        <pc:spChg chg="del mod">
          <ac:chgData name="崎維 李" userId="d4390ee11c1fc6cf" providerId="LiveId" clId="{1DDCF080-BEEA-467D-AD08-C76EDECEC4BE}" dt="2024-12-31T02:50:37.894" v="348" actId="478"/>
          <ac:spMkLst>
            <pc:docMk/>
            <pc:sldMk cId="1816214663" sldId="522"/>
            <ac:spMk id="2" creationId="{687F2F1D-EF42-0AF7-8681-63A145DEE5EA}"/>
          </ac:spMkLst>
        </pc:spChg>
        <pc:spChg chg="del">
          <ac:chgData name="崎維 李" userId="d4390ee11c1fc6cf" providerId="LiveId" clId="{1DDCF080-BEEA-467D-AD08-C76EDECEC4BE}" dt="2024-12-31T02:49:45.184" v="319" actId="478"/>
          <ac:spMkLst>
            <pc:docMk/>
            <pc:sldMk cId="1816214663" sldId="522"/>
            <ac:spMk id="3" creationId="{918C7856-B594-614F-75DC-5A669A72C9DC}"/>
          </ac:spMkLst>
        </pc:spChg>
        <pc:spChg chg="add del mod">
          <ac:chgData name="崎維 李" userId="d4390ee11c1fc6cf" providerId="LiveId" clId="{1DDCF080-BEEA-467D-AD08-C76EDECEC4BE}" dt="2024-12-31T02:50:45.574" v="350" actId="478"/>
          <ac:spMkLst>
            <pc:docMk/>
            <pc:sldMk cId="1816214663" sldId="522"/>
            <ac:spMk id="7" creationId="{8DA22FFA-A1A4-0E38-1174-71BC5A5C2EF2}"/>
          </ac:spMkLst>
        </pc:spChg>
        <pc:spChg chg="add mod">
          <ac:chgData name="崎維 李" userId="d4390ee11c1fc6cf" providerId="LiveId" clId="{1DDCF080-BEEA-467D-AD08-C76EDECEC4BE}" dt="2024-12-31T02:51:00.345" v="382" actId="20577"/>
          <ac:spMkLst>
            <pc:docMk/>
            <pc:sldMk cId="1816214663" sldId="522"/>
            <ac:spMk id="8" creationId="{C0DE84A3-4FCE-CD53-2283-F2B86BCDBC20}"/>
          </ac:spMkLst>
        </pc:spChg>
        <pc:picChg chg="add mod">
          <ac:chgData name="崎維 李" userId="d4390ee11c1fc6cf" providerId="LiveId" clId="{1DDCF080-BEEA-467D-AD08-C76EDECEC4BE}" dt="2024-12-31T02:50:00.033" v="324" actId="1076"/>
          <ac:picMkLst>
            <pc:docMk/>
            <pc:sldMk cId="1816214663" sldId="522"/>
            <ac:picMk id="5" creationId="{0693F8E4-D1DA-E279-DB71-0E20EE931FED}"/>
          </ac:picMkLst>
        </pc:picChg>
      </pc:sldChg>
      <pc:sldChg chg="addSp delSp modSp new mod">
        <pc:chgData name="崎維 李" userId="d4390ee11c1fc6cf" providerId="LiveId" clId="{1DDCF080-BEEA-467D-AD08-C76EDECEC4BE}" dt="2024-12-31T02:49:40.701" v="318" actId="1076"/>
        <pc:sldMkLst>
          <pc:docMk/>
          <pc:sldMk cId="3477506856" sldId="523"/>
        </pc:sldMkLst>
        <pc:spChg chg="del">
          <ac:chgData name="崎維 李" userId="d4390ee11c1fc6cf" providerId="LiveId" clId="{1DDCF080-BEEA-467D-AD08-C76EDECEC4BE}" dt="2024-12-31T02:49:24.780" v="313" actId="478"/>
          <ac:spMkLst>
            <pc:docMk/>
            <pc:sldMk cId="3477506856" sldId="523"/>
            <ac:spMk id="2" creationId="{08EB920E-8ECE-4C7A-D691-86DB988E1022}"/>
          </ac:spMkLst>
        </pc:spChg>
        <pc:spChg chg="del">
          <ac:chgData name="崎維 李" userId="d4390ee11c1fc6cf" providerId="LiveId" clId="{1DDCF080-BEEA-467D-AD08-C76EDECEC4BE}" dt="2024-12-31T02:49:28.638" v="314" actId="478"/>
          <ac:spMkLst>
            <pc:docMk/>
            <pc:sldMk cId="3477506856" sldId="523"/>
            <ac:spMk id="3" creationId="{46CAD798-6E1C-A7D1-77B5-5BEEA1E0C0DA}"/>
          </ac:spMkLst>
        </pc:spChg>
        <pc:picChg chg="add mod">
          <ac:chgData name="崎維 李" userId="d4390ee11c1fc6cf" providerId="LiveId" clId="{1DDCF080-BEEA-467D-AD08-C76EDECEC4BE}" dt="2024-12-31T02:49:40.701" v="318" actId="1076"/>
          <ac:picMkLst>
            <pc:docMk/>
            <pc:sldMk cId="3477506856" sldId="523"/>
            <ac:picMk id="5" creationId="{3A93CB11-D093-BDDD-CBC8-7533CD26384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latin typeface="Arial"/>
              </a:rPr>
              <a:t>請按這裡移動投影片</a:t>
            </a:r>
          </a:p>
        </p:txBody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2000" b="0" strike="noStrike" spc="-1">
                <a:latin typeface="Arial"/>
              </a:rPr>
              <a:t>請按這裡編輯備註格式</a:t>
            </a:r>
          </a:p>
        </p:txBody>
      </p:sp>
      <p:sp>
        <p:nvSpPr>
          <p:cNvPr id="17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171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/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172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173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r"/>
            <a:fld id="{0CD3B9F3-201B-4B69-901F-02896E856940}" type="slidenum">
              <a:rPr lang="en-US" sz="1400" b="0" strike="noStrike" spc="-1"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947738" y="736600"/>
            <a:ext cx="4911725" cy="3683000"/>
          </a:xfrm>
          <a:prstGeom prst="rect">
            <a:avLst/>
          </a:prstGeom>
        </p:spPr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681120" y="4665600"/>
            <a:ext cx="5445720" cy="44200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226" name="CustomShape 3"/>
          <p:cNvSpPr/>
          <p:nvPr/>
        </p:nvSpPr>
        <p:spPr>
          <a:xfrm>
            <a:off x="3855960" y="9331200"/>
            <a:ext cx="2950200" cy="489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0BE9C13E-3E9E-4AA5-A455-D9A33D96897F}" type="slidenum">
              <a:rPr lang="en-US" sz="1200" b="0" strike="noStrike" spc="-1">
                <a:solidFill>
                  <a:srgbClr val="000000"/>
                </a:solidFill>
                <a:latin typeface="굴림"/>
                <a:ea typeface="굴림"/>
              </a:rPr>
              <a:t>1</a:t>
            </a:fld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EDB9D-9A59-9601-3A22-9647208C3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539F52F-AC31-3390-0DCA-6853238CE4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08075" y="812800"/>
            <a:ext cx="5343525" cy="4008438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DD9E3A1-49AA-4579-B43D-5A8B56771D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/>
            <a:r>
              <a:rPr lang="en-US" altLang="zh-TW" sz="1800" b="1" dirty="0">
                <a:solidFill>
                  <a:srgbClr val="DD2867"/>
                </a:solidFill>
                <a:effectLst/>
                <a:latin typeface="Courier New" panose="02070309020205020404" pitchFamily="49" charset="0"/>
              </a:rPr>
              <a:t>while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zh-TW" sz="1800" dirty="0">
                <a:solidFill>
                  <a:srgbClr val="6897BB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)</a:t>
            </a:r>
            <a:endParaRPr lang="en-US" altLang="zh-TW" sz="1800" dirty="0">
              <a:solidFill>
                <a:srgbClr val="D9E8F7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{</a:t>
            </a:r>
            <a:endParaRPr lang="en-US" altLang="zh-TW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real 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zh-TW" sz="1800" b="1" dirty="0">
                <a:solidFill>
                  <a:srgbClr val="DD2867"/>
                </a:solidFill>
                <a:effectLst/>
                <a:latin typeface="Courier New" panose="02070309020205020404" pitchFamily="49" charset="0"/>
              </a:rPr>
              <a:t>float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)(</a:t>
            </a:r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adc_value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*</a:t>
            </a:r>
            <a:r>
              <a:rPr lang="en-US" altLang="zh-TW" sz="1800" dirty="0">
                <a:solidFill>
                  <a:srgbClr val="6897BB"/>
                </a:solidFill>
                <a:effectLst/>
                <a:latin typeface="Courier New" panose="02070309020205020404" pitchFamily="49" charset="0"/>
              </a:rPr>
              <a:t>3300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/</a:t>
            </a:r>
            <a:r>
              <a:rPr lang="en-US" altLang="zh-TW" sz="1800" dirty="0">
                <a:solidFill>
                  <a:srgbClr val="6897BB"/>
                </a:solidFill>
                <a:effectLst/>
                <a:latin typeface="Courier New" panose="02070309020205020404" pitchFamily="49" charset="0"/>
              </a:rPr>
              <a:t>4096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/</a:t>
            </a:r>
            <a:r>
              <a:rPr lang="en-US" altLang="zh-TW" sz="1800" dirty="0">
                <a:solidFill>
                  <a:srgbClr val="6897BB"/>
                </a:solidFill>
                <a:effectLst/>
                <a:latin typeface="Courier New" panose="02070309020205020404" pitchFamily="49" charset="0"/>
              </a:rPr>
              <a:t>1000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;</a:t>
            </a:r>
            <a:endParaRPr lang="en-US" altLang="zh-TW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 b="1" dirty="0">
                <a:solidFill>
                  <a:srgbClr val="DD2867"/>
                </a:solidFill>
                <a:effectLst/>
                <a:latin typeface="Courier New" panose="02070309020205020404" pitchFamily="49" charset="0"/>
              </a:rPr>
              <a:t>if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real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&gt;</a:t>
            </a:r>
            <a:r>
              <a:rPr lang="en-US" altLang="zh-TW" sz="1800" dirty="0">
                <a:solidFill>
                  <a:srgbClr val="6897BB"/>
                </a:solidFill>
                <a:effectLst/>
                <a:latin typeface="Courier New" panose="02070309020205020404" pitchFamily="49" charset="0"/>
              </a:rPr>
              <a:t>0.45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)</a:t>
            </a:r>
            <a:endParaRPr lang="en-US" altLang="zh-TW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{</a:t>
            </a:r>
            <a:endParaRPr lang="en-US" altLang="zh-TW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 b="1" dirty="0">
                <a:solidFill>
                  <a:srgbClr val="DD2867"/>
                </a:solidFill>
                <a:effectLst/>
                <a:latin typeface="Courier New" panose="02070309020205020404" pitchFamily="49" charset="0"/>
              </a:rPr>
              <a:t>if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flag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==</a:t>
            </a:r>
            <a:r>
              <a:rPr lang="en-US" altLang="zh-TW" sz="1800" dirty="0">
                <a:solidFill>
                  <a:srgbClr val="6897BB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)</a:t>
            </a:r>
            <a:endParaRPr lang="en-US" altLang="zh-TW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{</a:t>
            </a:r>
            <a:endParaRPr lang="en-US" altLang="zh-TW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real 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zh-TW" sz="1800" b="1" dirty="0">
                <a:solidFill>
                  <a:srgbClr val="DD2867"/>
                </a:solidFill>
                <a:effectLst/>
                <a:latin typeface="Courier New" panose="02070309020205020404" pitchFamily="49" charset="0"/>
              </a:rPr>
              <a:t>float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)(</a:t>
            </a:r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adc_value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*</a:t>
            </a:r>
            <a:r>
              <a:rPr lang="en-US" altLang="zh-TW" sz="1800" dirty="0">
                <a:solidFill>
                  <a:srgbClr val="6897BB"/>
                </a:solidFill>
                <a:effectLst/>
                <a:latin typeface="Courier New" panose="02070309020205020404" pitchFamily="49" charset="0"/>
              </a:rPr>
              <a:t>3300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/</a:t>
            </a:r>
            <a:r>
              <a:rPr lang="en-US" altLang="zh-TW" sz="1800" dirty="0">
                <a:solidFill>
                  <a:srgbClr val="6897BB"/>
                </a:solidFill>
                <a:effectLst/>
                <a:latin typeface="Courier New" panose="02070309020205020404" pitchFamily="49" charset="0"/>
              </a:rPr>
              <a:t>4096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/</a:t>
            </a:r>
            <a:r>
              <a:rPr lang="en-US" altLang="zh-TW" sz="1800" dirty="0">
                <a:solidFill>
                  <a:srgbClr val="6897BB"/>
                </a:solidFill>
                <a:effectLst/>
                <a:latin typeface="Courier New" panose="02070309020205020404" pitchFamily="49" charset="0"/>
              </a:rPr>
              <a:t>1000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;</a:t>
            </a:r>
            <a:endParaRPr lang="en-US" altLang="zh-TW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error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setting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-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real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;</a:t>
            </a:r>
            <a:r>
              <a:rPr lang="en-US" altLang="zh-TW" sz="1800" dirty="0">
                <a:solidFill>
                  <a:srgbClr val="626262"/>
                </a:solidFill>
                <a:effectLst/>
                <a:latin typeface="Courier New" panose="02070309020205020404" pitchFamily="49" charset="0"/>
              </a:rPr>
              <a:t>//</a:t>
            </a:r>
            <a:r>
              <a:rPr lang="zh-TW" altLang="en-US" sz="1800" dirty="0">
                <a:solidFill>
                  <a:srgbClr val="626262"/>
                </a:solidFill>
                <a:effectLst/>
                <a:latin typeface="Courier New" panose="02070309020205020404" pitchFamily="49" charset="0"/>
              </a:rPr>
              <a:t>誤差</a:t>
            </a:r>
            <a:endParaRPr lang="zh-TW" altLang="en-US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total_error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total_error</a:t>
            </a:r>
            <a:r>
              <a:rPr lang="en-US" altLang="zh-TW" sz="1800" dirty="0" err="1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+</a:t>
            </a:r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error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;</a:t>
            </a:r>
            <a:r>
              <a:rPr lang="en-US" altLang="zh-TW" sz="1800" dirty="0">
                <a:solidFill>
                  <a:srgbClr val="626262"/>
                </a:solidFill>
                <a:effectLst/>
                <a:latin typeface="Courier New" panose="02070309020205020404" pitchFamily="49" charset="0"/>
              </a:rPr>
              <a:t>//</a:t>
            </a:r>
            <a:r>
              <a:rPr lang="zh-TW" altLang="en-US" sz="1800" dirty="0">
                <a:solidFill>
                  <a:srgbClr val="626262"/>
                </a:solidFill>
                <a:effectLst/>
                <a:latin typeface="Courier New" panose="02070309020205020404" pitchFamily="49" charset="0"/>
              </a:rPr>
              <a:t>積分項</a:t>
            </a:r>
            <a:endParaRPr lang="zh-TW" altLang="en-US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derivative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error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-</a:t>
            </a:r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pre_error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;</a:t>
            </a:r>
            <a:r>
              <a:rPr lang="en-US" altLang="zh-TW" sz="1800" dirty="0">
                <a:solidFill>
                  <a:srgbClr val="626262"/>
                </a:solidFill>
                <a:effectLst/>
                <a:latin typeface="Courier New" panose="02070309020205020404" pitchFamily="49" charset="0"/>
              </a:rPr>
              <a:t>//</a:t>
            </a:r>
            <a:r>
              <a:rPr lang="zh-TW" altLang="en-US" sz="1800" dirty="0">
                <a:solidFill>
                  <a:srgbClr val="626262"/>
                </a:solidFill>
                <a:effectLst/>
                <a:latin typeface="Courier New" panose="02070309020205020404" pitchFamily="49" charset="0"/>
              </a:rPr>
              <a:t>微分項</a:t>
            </a:r>
            <a:endParaRPr lang="zh-TW" altLang="en-US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pre_error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error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;</a:t>
            </a:r>
            <a:endParaRPr lang="en-US" altLang="zh-TW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output 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Kp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*</a:t>
            </a:r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error</a:t>
            </a:r>
            <a:r>
              <a:rPr lang="en-US" altLang="zh-TW" sz="1800" dirty="0" err="1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+</a:t>
            </a:r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Ki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*</a:t>
            </a:r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total_error</a:t>
            </a:r>
            <a:r>
              <a:rPr lang="en-US" altLang="zh-TW" sz="1800" dirty="0" err="1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+</a:t>
            </a:r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Kd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*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derivative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;</a:t>
            </a:r>
            <a:endParaRPr lang="en-US" altLang="zh-TW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duty_cycle_counts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zh-TW" sz="1800" b="1" dirty="0">
                <a:solidFill>
                  <a:srgbClr val="1290C3"/>
                </a:solidFill>
                <a:effectLst/>
                <a:latin typeface="Courier New" panose="02070309020205020404" pitchFamily="49" charset="0"/>
              </a:rPr>
              <a:t>uint32_t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output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;</a:t>
            </a:r>
            <a:endParaRPr lang="en-US" altLang="zh-TW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 b="1" dirty="0">
                <a:solidFill>
                  <a:srgbClr val="DD2867"/>
                </a:solidFill>
                <a:effectLst/>
                <a:latin typeface="Courier New" panose="02070309020205020404" pitchFamily="49" charset="0"/>
              </a:rPr>
              <a:t>if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duty_cycle_counts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&gt;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>
                <a:solidFill>
                  <a:srgbClr val="6897BB"/>
                </a:solidFill>
                <a:effectLst/>
                <a:latin typeface="Courier New" panose="02070309020205020404" pitchFamily="49" charset="0"/>
              </a:rPr>
              <a:t>1000.0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duty_cycle_counts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>
                <a:solidFill>
                  <a:srgbClr val="6897BB"/>
                </a:solidFill>
                <a:effectLst/>
                <a:latin typeface="Courier New" panose="02070309020205020404" pitchFamily="49" charset="0"/>
              </a:rPr>
              <a:t>1000.0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;</a:t>
            </a:r>
            <a:endParaRPr lang="en-US" altLang="zh-TW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 b="1" dirty="0">
                <a:solidFill>
                  <a:srgbClr val="DD2867"/>
                </a:solidFill>
                <a:effectLst/>
                <a:latin typeface="Courier New" panose="02070309020205020404" pitchFamily="49" charset="0"/>
              </a:rPr>
              <a:t>if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duty_cycle_counts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&lt;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>
                <a:solidFill>
                  <a:srgbClr val="6897BB"/>
                </a:solidFill>
                <a:effectLst/>
                <a:latin typeface="Courier New" panose="02070309020205020404" pitchFamily="49" charset="0"/>
              </a:rPr>
              <a:t>100.0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duty_cycle_counts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>
                <a:solidFill>
                  <a:srgbClr val="6897BB"/>
                </a:solidFill>
                <a:effectLst/>
                <a:latin typeface="Courier New" panose="02070309020205020404" pitchFamily="49" charset="0"/>
              </a:rPr>
              <a:t>100.0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;</a:t>
            </a:r>
            <a:endParaRPr lang="en-US" altLang="zh-TW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 dirty="0">
                <a:solidFill>
                  <a:srgbClr val="FFBF26"/>
                </a:solidFill>
                <a:effectLst/>
                <a:latin typeface="Courier New" panose="02070309020205020404" pitchFamily="49" charset="0"/>
              </a:rPr>
              <a:t>err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b="1" dirty="0" err="1">
                <a:solidFill>
                  <a:srgbClr val="A7EC21"/>
                </a:solidFill>
                <a:effectLst/>
                <a:latin typeface="Courier New" panose="02070309020205020404" pitchFamily="49" charset="0"/>
              </a:rPr>
              <a:t>R_GPT_DutyCycleSet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&amp;</a:t>
            </a:r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PWM_duty_ctrl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duty_cycle_counts</a:t>
            </a:r>
            <a:r>
              <a:rPr lang="en-US" altLang="zh-TW" sz="1800" dirty="0" err="1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zh-TW" sz="1800" i="1" dirty="0" err="1">
                <a:solidFill>
                  <a:srgbClr val="8DDAF8"/>
                </a:solidFill>
                <a:effectLst/>
                <a:latin typeface="Courier New" panose="02070309020205020404" pitchFamily="49" charset="0"/>
              </a:rPr>
              <a:t>GPT_IO_PIN_GTIOCA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;</a:t>
            </a:r>
            <a:endParaRPr lang="en-US" altLang="zh-TW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}</a:t>
            </a:r>
            <a:endParaRPr lang="en-US" altLang="zh-TW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}</a:t>
            </a:r>
            <a:endParaRPr lang="en-US" altLang="zh-TW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5394D3E-D6B5-AEEA-B73E-E031CB779C16}"/>
              </a:ext>
            </a:extLst>
          </p:cNvPr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0CD3B9F3-201B-4B69-901F-02896E856940}" type="slidenum">
              <a:rPr lang="en-US" sz="1400" b="0" strike="noStrike" spc="-1" smtClean="0">
                <a:latin typeface="Times New Roman"/>
              </a:rPr>
              <a:t>4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447444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454BE-7F60-9269-0563-51C23FE83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8EB87030-4A37-2492-357E-44F87FD8FE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08075" y="812800"/>
            <a:ext cx="5343525" cy="4008438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AC323AB-8A54-6E52-2495-3E3E8A6E67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/>
            <a:r>
              <a:rPr lang="en-US" altLang="zh-TW" sz="1800" b="1" dirty="0">
                <a:solidFill>
                  <a:srgbClr val="DD2867"/>
                </a:solidFill>
                <a:effectLst/>
                <a:latin typeface="Courier New" panose="02070309020205020404" pitchFamily="49" charset="0"/>
              </a:rPr>
              <a:t>while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zh-TW" sz="1800" dirty="0">
                <a:solidFill>
                  <a:srgbClr val="6897BB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)</a:t>
            </a:r>
            <a:endParaRPr lang="en-US" altLang="zh-TW" sz="1800" dirty="0">
              <a:solidFill>
                <a:srgbClr val="D9E8F7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{</a:t>
            </a:r>
            <a:endParaRPr lang="en-US" altLang="zh-TW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real 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zh-TW" sz="1800" b="1" dirty="0">
                <a:solidFill>
                  <a:srgbClr val="DD2867"/>
                </a:solidFill>
                <a:effectLst/>
                <a:latin typeface="Courier New" panose="02070309020205020404" pitchFamily="49" charset="0"/>
              </a:rPr>
              <a:t>float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)(</a:t>
            </a:r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adc_value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*</a:t>
            </a:r>
            <a:r>
              <a:rPr lang="en-US" altLang="zh-TW" sz="1800" dirty="0">
                <a:solidFill>
                  <a:srgbClr val="6897BB"/>
                </a:solidFill>
                <a:effectLst/>
                <a:latin typeface="Courier New" panose="02070309020205020404" pitchFamily="49" charset="0"/>
              </a:rPr>
              <a:t>3300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/</a:t>
            </a:r>
            <a:r>
              <a:rPr lang="en-US" altLang="zh-TW" sz="1800" dirty="0">
                <a:solidFill>
                  <a:srgbClr val="6897BB"/>
                </a:solidFill>
                <a:effectLst/>
                <a:latin typeface="Courier New" panose="02070309020205020404" pitchFamily="49" charset="0"/>
              </a:rPr>
              <a:t>4096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/</a:t>
            </a:r>
            <a:r>
              <a:rPr lang="en-US" altLang="zh-TW" sz="1800" dirty="0">
                <a:solidFill>
                  <a:srgbClr val="6897BB"/>
                </a:solidFill>
                <a:effectLst/>
                <a:latin typeface="Courier New" panose="02070309020205020404" pitchFamily="49" charset="0"/>
              </a:rPr>
              <a:t>1000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;</a:t>
            </a:r>
            <a:endParaRPr lang="en-US" altLang="zh-TW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 b="1" dirty="0">
                <a:solidFill>
                  <a:srgbClr val="DD2867"/>
                </a:solidFill>
                <a:effectLst/>
                <a:latin typeface="Courier New" panose="02070309020205020404" pitchFamily="49" charset="0"/>
              </a:rPr>
              <a:t>if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real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&gt;</a:t>
            </a:r>
            <a:r>
              <a:rPr lang="en-US" altLang="zh-TW" sz="1800" dirty="0">
                <a:solidFill>
                  <a:srgbClr val="6897BB"/>
                </a:solidFill>
                <a:effectLst/>
                <a:latin typeface="Courier New" panose="02070309020205020404" pitchFamily="49" charset="0"/>
              </a:rPr>
              <a:t>0.45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)</a:t>
            </a:r>
            <a:endParaRPr lang="en-US" altLang="zh-TW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{</a:t>
            </a:r>
            <a:endParaRPr lang="en-US" altLang="zh-TW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 b="1" dirty="0">
                <a:solidFill>
                  <a:srgbClr val="DD2867"/>
                </a:solidFill>
                <a:effectLst/>
                <a:latin typeface="Courier New" panose="02070309020205020404" pitchFamily="49" charset="0"/>
              </a:rPr>
              <a:t>if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flag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==</a:t>
            </a:r>
            <a:r>
              <a:rPr lang="en-US" altLang="zh-TW" sz="1800" dirty="0">
                <a:solidFill>
                  <a:srgbClr val="6897BB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)</a:t>
            </a:r>
            <a:endParaRPr lang="en-US" altLang="zh-TW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{</a:t>
            </a:r>
            <a:endParaRPr lang="en-US" altLang="zh-TW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real 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zh-TW" sz="1800" b="1" dirty="0">
                <a:solidFill>
                  <a:srgbClr val="DD2867"/>
                </a:solidFill>
                <a:effectLst/>
                <a:latin typeface="Courier New" panose="02070309020205020404" pitchFamily="49" charset="0"/>
              </a:rPr>
              <a:t>float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)(</a:t>
            </a:r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adc_value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*</a:t>
            </a:r>
            <a:r>
              <a:rPr lang="en-US" altLang="zh-TW" sz="1800" dirty="0">
                <a:solidFill>
                  <a:srgbClr val="6897BB"/>
                </a:solidFill>
                <a:effectLst/>
                <a:latin typeface="Courier New" panose="02070309020205020404" pitchFamily="49" charset="0"/>
              </a:rPr>
              <a:t>3300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/</a:t>
            </a:r>
            <a:r>
              <a:rPr lang="en-US" altLang="zh-TW" sz="1800" dirty="0">
                <a:solidFill>
                  <a:srgbClr val="6897BB"/>
                </a:solidFill>
                <a:effectLst/>
                <a:latin typeface="Courier New" panose="02070309020205020404" pitchFamily="49" charset="0"/>
              </a:rPr>
              <a:t>4096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/</a:t>
            </a:r>
            <a:r>
              <a:rPr lang="en-US" altLang="zh-TW" sz="1800" dirty="0">
                <a:solidFill>
                  <a:srgbClr val="6897BB"/>
                </a:solidFill>
                <a:effectLst/>
                <a:latin typeface="Courier New" panose="02070309020205020404" pitchFamily="49" charset="0"/>
              </a:rPr>
              <a:t>1000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;</a:t>
            </a:r>
            <a:endParaRPr lang="en-US" altLang="zh-TW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error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setting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-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real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;</a:t>
            </a:r>
            <a:r>
              <a:rPr lang="en-US" altLang="zh-TW" sz="1800" dirty="0">
                <a:solidFill>
                  <a:srgbClr val="626262"/>
                </a:solidFill>
                <a:effectLst/>
                <a:latin typeface="Courier New" panose="02070309020205020404" pitchFamily="49" charset="0"/>
              </a:rPr>
              <a:t>//</a:t>
            </a:r>
            <a:r>
              <a:rPr lang="zh-TW" altLang="en-US" sz="1800" dirty="0">
                <a:solidFill>
                  <a:srgbClr val="626262"/>
                </a:solidFill>
                <a:effectLst/>
                <a:latin typeface="Courier New" panose="02070309020205020404" pitchFamily="49" charset="0"/>
              </a:rPr>
              <a:t>誤差</a:t>
            </a:r>
            <a:endParaRPr lang="zh-TW" altLang="en-US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total_error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total_error</a:t>
            </a:r>
            <a:r>
              <a:rPr lang="en-US" altLang="zh-TW" sz="1800" dirty="0" err="1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+</a:t>
            </a:r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error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;</a:t>
            </a:r>
            <a:r>
              <a:rPr lang="en-US" altLang="zh-TW" sz="1800" dirty="0">
                <a:solidFill>
                  <a:srgbClr val="626262"/>
                </a:solidFill>
                <a:effectLst/>
                <a:latin typeface="Courier New" panose="02070309020205020404" pitchFamily="49" charset="0"/>
              </a:rPr>
              <a:t>//</a:t>
            </a:r>
            <a:r>
              <a:rPr lang="zh-TW" altLang="en-US" sz="1800" dirty="0">
                <a:solidFill>
                  <a:srgbClr val="626262"/>
                </a:solidFill>
                <a:effectLst/>
                <a:latin typeface="Courier New" panose="02070309020205020404" pitchFamily="49" charset="0"/>
              </a:rPr>
              <a:t>積分項</a:t>
            </a:r>
            <a:endParaRPr lang="zh-TW" altLang="en-US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derivative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error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-</a:t>
            </a:r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pre_error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;</a:t>
            </a:r>
            <a:r>
              <a:rPr lang="en-US" altLang="zh-TW" sz="1800" dirty="0">
                <a:solidFill>
                  <a:srgbClr val="626262"/>
                </a:solidFill>
                <a:effectLst/>
                <a:latin typeface="Courier New" panose="02070309020205020404" pitchFamily="49" charset="0"/>
              </a:rPr>
              <a:t>//</a:t>
            </a:r>
            <a:r>
              <a:rPr lang="zh-TW" altLang="en-US" sz="1800" dirty="0">
                <a:solidFill>
                  <a:srgbClr val="626262"/>
                </a:solidFill>
                <a:effectLst/>
                <a:latin typeface="Courier New" panose="02070309020205020404" pitchFamily="49" charset="0"/>
              </a:rPr>
              <a:t>微分項</a:t>
            </a:r>
            <a:endParaRPr lang="zh-TW" altLang="en-US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pre_error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error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;</a:t>
            </a:r>
            <a:endParaRPr lang="en-US" altLang="zh-TW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output 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Kp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*</a:t>
            </a:r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error</a:t>
            </a:r>
            <a:r>
              <a:rPr lang="en-US" altLang="zh-TW" sz="1800" dirty="0" err="1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+</a:t>
            </a:r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Ki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*</a:t>
            </a:r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total_error</a:t>
            </a:r>
            <a:r>
              <a:rPr lang="en-US" altLang="zh-TW" sz="1800" dirty="0" err="1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+</a:t>
            </a:r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Kd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*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derivative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;</a:t>
            </a:r>
            <a:endParaRPr lang="en-US" altLang="zh-TW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duty_cycle_counts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zh-TW" sz="1800" b="1" dirty="0">
                <a:solidFill>
                  <a:srgbClr val="1290C3"/>
                </a:solidFill>
                <a:effectLst/>
                <a:latin typeface="Courier New" panose="02070309020205020404" pitchFamily="49" charset="0"/>
              </a:rPr>
              <a:t>uint32_t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output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;</a:t>
            </a:r>
            <a:endParaRPr lang="en-US" altLang="zh-TW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 b="1" dirty="0">
                <a:solidFill>
                  <a:srgbClr val="DD2867"/>
                </a:solidFill>
                <a:effectLst/>
                <a:latin typeface="Courier New" panose="02070309020205020404" pitchFamily="49" charset="0"/>
              </a:rPr>
              <a:t>if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duty_cycle_counts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&gt;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>
                <a:solidFill>
                  <a:srgbClr val="6897BB"/>
                </a:solidFill>
                <a:effectLst/>
                <a:latin typeface="Courier New" panose="02070309020205020404" pitchFamily="49" charset="0"/>
              </a:rPr>
              <a:t>1000.0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duty_cycle_counts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>
                <a:solidFill>
                  <a:srgbClr val="6897BB"/>
                </a:solidFill>
                <a:effectLst/>
                <a:latin typeface="Courier New" panose="02070309020205020404" pitchFamily="49" charset="0"/>
              </a:rPr>
              <a:t>1000.0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;</a:t>
            </a:r>
            <a:endParaRPr lang="en-US" altLang="zh-TW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 b="1" dirty="0">
                <a:solidFill>
                  <a:srgbClr val="DD2867"/>
                </a:solidFill>
                <a:effectLst/>
                <a:latin typeface="Courier New" panose="02070309020205020404" pitchFamily="49" charset="0"/>
              </a:rPr>
              <a:t>if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duty_cycle_counts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&lt;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>
                <a:solidFill>
                  <a:srgbClr val="6897BB"/>
                </a:solidFill>
                <a:effectLst/>
                <a:latin typeface="Courier New" panose="02070309020205020404" pitchFamily="49" charset="0"/>
              </a:rPr>
              <a:t>100.0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duty_cycle_counts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>
                <a:solidFill>
                  <a:srgbClr val="6897BB"/>
                </a:solidFill>
                <a:effectLst/>
                <a:latin typeface="Courier New" panose="02070309020205020404" pitchFamily="49" charset="0"/>
              </a:rPr>
              <a:t>100.0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;</a:t>
            </a:r>
            <a:endParaRPr lang="en-US" altLang="zh-TW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 dirty="0">
                <a:solidFill>
                  <a:srgbClr val="FFBF26"/>
                </a:solidFill>
                <a:effectLst/>
                <a:latin typeface="Courier New" panose="02070309020205020404" pitchFamily="49" charset="0"/>
              </a:rPr>
              <a:t>err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b="1" dirty="0" err="1">
                <a:solidFill>
                  <a:srgbClr val="A7EC21"/>
                </a:solidFill>
                <a:effectLst/>
                <a:latin typeface="Courier New" panose="02070309020205020404" pitchFamily="49" charset="0"/>
              </a:rPr>
              <a:t>R_GPT_DutyCycleSet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&amp;</a:t>
            </a:r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PWM_duty_ctrl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duty_cycle_counts</a:t>
            </a:r>
            <a:r>
              <a:rPr lang="en-US" altLang="zh-TW" sz="1800" dirty="0" err="1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zh-TW" sz="1800" i="1" dirty="0" err="1">
                <a:solidFill>
                  <a:srgbClr val="8DDAF8"/>
                </a:solidFill>
                <a:effectLst/>
                <a:latin typeface="Courier New" panose="02070309020205020404" pitchFamily="49" charset="0"/>
              </a:rPr>
              <a:t>GPT_IO_PIN_GTIOCA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;</a:t>
            </a:r>
            <a:endParaRPr lang="en-US" altLang="zh-TW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}</a:t>
            </a:r>
            <a:endParaRPr lang="en-US" altLang="zh-TW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}</a:t>
            </a:r>
            <a:endParaRPr lang="en-US" altLang="zh-TW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CE8A20C-F8AD-7FA1-D7BB-B2C48BC861B2}"/>
              </a:ext>
            </a:extLst>
          </p:cNvPr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0CD3B9F3-201B-4B69-901F-02896E856940}" type="slidenum">
              <a:rPr lang="en-US" sz="1400" b="0" strike="noStrike" spc="-1" smtClean="0">
                <a:latin typeface="Times New Roman"/>
              </a:rPr>
              <a:t>11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279855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6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7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1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2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wm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CustomShape 1" hidden="1"/>
          <p:cNvSpPr/>
          <p:nvPr/>
        </p:nvSpPr>
        <p:spPr>
          <a:xfrm>
            <a:off x="0" y="19080"/>
            <a:ext cx="9155520" cy="6844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3" name="CustomShape 2" hidden="1"/>
          <p:cNvSpPr/>
          <p:nvPr/>
        </p:nvSpPr>
        <p:spPr>
          <a:xfrm>
            <a:off x="0" y="0"/>
            <a:ext cx="9155520" cy="75240"/>
          </a:xfrm>
          <a:prstGeom prst="rect">
            <a:avLst/>
          </a:prstGeom>
          <a:solidFill>
            <a:srgbClr val="DC59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4"/>
          <p:cNvPicPr/>
          <p:nvPr/>
        </p:nvPicPr>
        <p:blipFill>
          <a:blip r:embed="rId14"/>
          <a:stretch/>
        </p:blipFill>
        <p:spPr>
          <a:xfrm>
            <a:off x="184320" y="192240"/>
            <a:ext cx="538560" cy="608400"/>
          </a:xfrm>
          <a:prstGeom prst="rect">
            <a:avLst/>
          </a:prstGeom>
          <a:ln>
            <a:noFill/>
          </a:ln>
        </p:spPr>
      </p:pic>
      <p:sp>
        <p:nvSpPr>
          <p:cNvPr id="3" name="CustomShape 3" hidden="1"/>
          <p:cNvSpPr/>
          <p:nvPr/>
        </p:nvSpPr>
        <p:spPr>
          <a:xfrm>
            <a:off x="0" y="914400"/>
            <a:ext cx="9154080" cy="548532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" name="CustomShape 4" hidden="1"/>
          <p:cNvSpPr/>
          <p:nvPr/>
        </p:nvSpPr>
        <p:spPr>
          <a:xfrm flipV="1">
            <a:off x="0" y="6462360"/>
            <a:ext cx="9158760" cy="430560"/>
          </a:xfrm>
          <a:prstGeom prst="roundRect">
            <a:avLst>
              <a:gd name="adj" fmla="val 0"/>
            </a:avLst>
          </a:prstGeom>
          <a:solidFill>
            <a:srgbClr val="E85E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" name="CustomShape 5" hidden="1"/>
          <p:cNvSpPr/>
          <p:nvPr/>
        </p:nvSpPr>
        <p:spPr>
          <a:xfrm>
            <a:off x="820800" y="6496200"/>
            <a:ext cx="7415640" cy="303120"/>
          </a:xfrm>
          <a:prstGeom prst="rect">
            <a:avLst/>
          </a:prstGeom>
          <a:noFill/>
          <a:ln>
            <a:noFill/>
          </a:ln>
          <a:effectLst>
            <a:outerShdw dist="16800" dir="2700000" algn="ctr" rotWithShape="0">
              <a:schemeClr val="bg1">
                <a:alpha val="5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Department of Electrical Engineering, National Yunlin University of Science and Technology</a:t>
            </a:r>
            <a:endParaRPr lang="en-US" sz="1400" b="0" strike="noStrike" spc="-1">
              <a:latin typeface="Arial"/>
            </a:endParaRPr>
          </a:p>
        </p:txBody>
      </p:sp>
      <p:pic>
        <p:nvPicPr>
          <p:cNvPr id="6" name="Picture 10"/>
          <p:cNvPicPr/>
          <p:nvPr/>
        </p:nvPicPr>
        <p:blipFill>
          <a:blip r:embed="rId15"/>
          <a:stretch/>
        </p:blipFill>
        <p:spPr>
          <a:xfrm>
            <a:off x="539640" y="6450120"/>
            <a:ext cx="402120" cy="394200"/>
          </a:xfrm>
          <a:prstGeom prst="rect">
            <a:avLst/>
          </a:prstGeom>
          <a:ln>
            <a:noFill/>
          </a:ln>
        </p:spPr>
      </p:pic>
      <p:sp>
        <p:nvSpPr>
          <p:cNvPr id="7" name="CustomShape 6"/>
          <p:cNvSpPr/>
          <p:nvPr/>
        </p:nvSpPr>
        <p:spPr>
          <a:xfrm>
            <a:off x="0" y="0"/>
            <a:ext cx="9139680" cy="379800"/>
          </a:xfrm>
          <a:prstGeom prst="rect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" name="CustomShape 7"/>
          <p:cNvSpPr/>
          <p:nvPr/>
        </p:nvSpPr>
        <p:spPr>
          <a:xfrm>
            <a:off x="0" y="3162240"/>
            <a:ext cx="9139680" cy="3732840"/>
          </a:xfrm>
          <a:prstGeom prst="rect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" name="CustomShape 8"/>
          <p:cNvSpPr/>
          <p:nvPr/>
        </p:nvSpPr>
        <p:spPr>
          <a:xfrm>
            <a:off x="-33480" y="2847960"/>
            <a:ext cx="9139680" cy="400896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" name="CustomShape 9"/>
          <p:cNvSpPr/>
          <p:nvPr/>
        </p:nvSpPr>
        <p:spPr>
          <a:xfrm>
            <a:off x="1755720" y="369576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" name="CustomShape 10"/>
          <p:cNvSpPr/>
          <p:nvPr/>
        </p:nvSpPr>
        <p:spPr>
          <a:xfrm>
            <a:off x="175572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" name="CustomShape 11"/>
          <p:cNvSpPr/>
          <p:nvPr/>
        </p:nvSpPr>
        <p:spPr>
          <a:xfrm>
            <a:off x="17557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" name="CustomShape 12"/>
          <p:cNvSpPr/>
          <p:nvPr/>
        </p:nvSpPr>
        <p:spPr>
          <a:xfrm>
            <a:off x="2562120" y="369576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" name="CustomShape 13"/>
          <p:cNvSpPr/>
          <p:nvPr/>
        </p:nvSpPr>
        <p:spPr>
          <a:xfrm>
            <a:off x="2562120" y="4545000"/>
            <a:ext cx="614880" cy="6037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" name="CustomShape 14"/>
          <p:cNvSpPr/>
          <p:nvPr/>
        </p:nvSpPr>
        <p:spPr>
          <a:xfrm>
            <a:off x="2562120" y="540216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" name="CustomShape 15"/>
          <p:cNvSpPr/>
          <p:nvPr/>
        </p:nvSpPr>
        <p:spPr>
          <a:xfrm>
            <a:off x="949320" y="36957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" name="CustomShape 16"/>
          <p:cNvSpPr/>
          <p:nvPr/>
        </p:nvSpPr>
        <p:spPr>
          <a:xfrm>
            <a:off x="94932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8" name="CustomShape 17"/>
          <p:cNvSpPr/>
          <p:nvPr/>
        </p:nvSpPr>
        <p:spPr>
          <a:xfrm>
            <a:off x="414972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" name="CustomShape 18"/>
          <p:cNvSpPr/>
          <p:nvPr/>
        </p:nvSpPr>
        <p:spPr>
          <a:xfrm>
            <a:off x="9493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" name="CustomShape 19"/>
          <p:cNvSpPr/>
          <p:nvPr/>
        </p:nvSpPr>
        <p:spPr>
          <a:xfrm>
            <a:off x="949320" y="61419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0"/>
          <p:cNvSpPr/>
          <p:nvPr/>
        </p:nvSpPr>
        <p:spPr>
          <a:xfrm>
            <a:off x="33415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" name="CustomShape 21"/>
          <p:cNvSpPr/>
          <p:nvPr/>
        </p:nvSpPr>
        <p:spPr>
          <a:xfrm>
            <a:off x="41497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3" name="CustomShape 22"/>
          <p:cNvSpPr/>
          <p:nvPr/>
        </p:nvSpPr>
        <p:spPr>
          <a:xfrm>
            <a:off x="1917720" y="3857760"/>
            <a:ext cx="28296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19"/>
                  <a:pt x="24" y="20"/>
                  <a:pt x="23" y="20"/>
                </a:cubicBezTo>
                <a:cubicBezTo>
                  <a:pt x="21" y="20"/>
                  <a:pt x="21" y="19"/>
                  <a:pt x="20" y="18"/>
                </a:cubicBezTo>
                <a:cubicBezTo>
                  <a:pt x="20" y="18"/>
                  <a:pt x="19" y="17"/>
                  <a:pt x="20" y="16"/>
                </a:cubicBezTo>
                <a:lnTo>
                  <a:pt x="20" y="12"/>
                </a:lnTo>
                <a:lnTo>
                  <a:pt x="6" y="27"/>
                </a:lnTo>
                <a:cubicBezTo>
                  <a:pt x="5" y="27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2"/>
                  <a:pt x="1" y="22"/>
                </a:cubicBezTo>
                <a:lnTo>
                  <a:pt x="15" y="7"/>
                </a:lnTo>
                <a:lnTo>
                  <a:pt x="12" y="8"/>
                </a:lnTo>
                <a:cubicBezTo>
                  <a:pt x="11" y="8"/>
                  <a:pt x="10" y="8"/>
                  <a:pt x="9" y="7"/>
                </a:cubicBezTo>
                <a:cubicBezTo>
                  <a:pt x="8" y="7"/>
                  <a:pt x="8" y="6"/>
                  <a:pt x="8" y="5"/>
                </a:cubicBezTo>
                <a:cubicBezTo>
                  <a:pt x="8" y="4"/>
                  <a:pt x="8" y="3"/>
                  <a:pt x="9" y="3"/>
                </a:cubicBezTo>
                <a:cubicBezTo>
                  <a:pt x="9" y="2"/>
                  <a:pt x="10" y="2"/>
                  <a:pt x="11" y="2"/>
                </a:cubicBezTo>
                <a:lnTo>
                  <a:pt x="23" y="0"/>
                </a:lnTo>
                <a:cubicBezTo>
                  <a:pt x="23" y="0"/>
                  <a:pt x="24" y="0"/>
                  <a:pt x="25" y="0"/>
                </a:cubicBezTo>
                <a:cubicBezTo>
                  <a:pt x="26" y="0"/>
                  <a:pt x="26" y="0"/>
                  <a:pt x="27" y="1"/>
                </a:cubicBezTo>
                <a:cubicBezTo>
                  <a:pt x="28" y="2"/>
                  <a:pt x="28" y="3"/>
                  <a:pt x="28" y="3"/>
                </a:cubicBezTo>
                <a:cubicBezTo>
                  <a:pt x="28" y="4"/>
                  <a:pt x="28" y="5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4" name="CustomShape 23"/>
          <p:cNvSpPr/>
          <p:nvPr/>
        </p:nvSpPr>
        <p:spPr>
          <a:xfrm>
            <a:off x="2716200" y="3857760"/>
            <a:ext cx="28152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19"/>
                  <a:pt x="24" y="20"/>
                  <a:pt x="23" y="20"/>
                </a:cubicBezTo>
                <a:cubicBezTo>
                  <a:pt x="22" y="20"/>
                  <a:pt x="21" y="19"/>
                  <a:pt x="20" y="18"/>
                </a:cubicBezTo>
                <a:cubicBezTo>
                  <a:pt x="20" y="18"/>
                  <a:pt x="20" y="17"/>
                  <a:pt x="20" y="16"/>
                </a:cubicBezTo>
                <a:lnTo>
                  <a:pt x="20" y="12"/>
                </a:lnTo>
                <a:lnTo>
                  <a:pt x="6" y="27"/>
                </a:lnTo>
                <a:cubicBezTo>
                  <a:pt x="6" y="27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2"/>
                  <a:pt x="1" y="22"/>
                </a:cubicBezTo>
                <a:lnTo>
                  <a:pt x="15" y="7"/>
                </a:lnTo>
                <a:lnTo>
                  <a:pt x="12" y="8"/>
                </a:lnTo>
                <a:cubicBezTo>
                  <a:pt x="11" y="8"/>
                  <a:pt x="10" y="8"/>
                  <a:pt x="9" y="7"/>
                </a:cubicBezTo>
                <a:cubicBezTo>
                  <a:pt x="9" y="7"/>
                  <a:pt x="8" y="6"/>
                  <a:pt x="8" y="5"/>
                </a:cubicBezTo>
                <a:cubicBezTo>
                  <a:pt x="8" y="4"/>
                  <a:pt x="8" y="3"/>
                  <a:pt x="9" y="3"/>
                </a:cubicBezTo>
                <a:cubicBezTo>
                  <a:pt x="10" y="2"/>
                  <a:pt x="10" y="2"/>
                  <a:pt x="11" y="2"/>
                </a:cubicBezTo>
                <a:lnTo>
                  <a:pt x="23" y="0"/>
                </a:lnTo>
                <a:cubicBezTo>
                  <a:pt x="24" y="0"/>
                  <a:pt x="24" y="0"/>
                  <a:pt x="25" y="0"/>
                </a:cubicBezTo>
                <a:cubicBezTo>
                  <a:pt x="26" y="0"/>
                  <a:pt x="26" y="0"/>
                  <a:pt x="27" y="1"/>
                </a:cubicBezTo>
                <a:cubicBezTo>
                  <a:pt x="28" y="2"/>
                  <a:pt x="28" y="3"/>
                  <a:pt x="28" y="3"/>
                </a:cubicBezTo>
                <a:cubicBezTo>
                  <a:pt x="28" y="4"/>
                  <a:pt x="28" y="5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" name="CustomShape 24"/>
          <p:cNvSpPr/>
          <p:nvPr/>
        </p:nvSpPr>
        <p:spPr>
          <a:xfrm>
            <a:off x="2716200" y="4705200"/>
            <a:ext cx="281520" cy="292680"/>
          </a:xfrm>
          <a:custGeom>
            <a:avLst/>
            <a:gdLst/>
            <a:ahLst/>
            <a:cxnLst/>
            <a:rect l="l" t="t" r="r" b="b"/>
            <a:pathLst>
              <a:path w="28" h="29">
                <a:moveTo>
                  <a:pt x="26" y="17"/>
                </a:moveTo>
                <a:cubicBezTo>
                  <a:pt x="26" y="18"/>
                  <a:pt x="26" y="18"/>
                  <a:pt x="25" y="19"/>
                </a:cubicBezTo>
                <a:cubicBezTo>
                  <a:pt x="25" y="20"/>
                  <a:pt x="24" y="20"/>
                  <a:pt x="23" y="20"/>
                </a:cubicBezTo>
                <a:cubicBezTo>
                  <a:pt x="22" y="20"/>
                  <a:pt x="21" y="20"/>
                  <a:pt x="20" y="19"/>
                </a:cubicBezTo>
                <a:cubicBezTo>
                  <a:pt x="20" y="18"/>
                  <a:pt x="20" y="17"/>
                  <a:pt x="20" y="16"/>
                </a:cubicBezTo>
                <a:lnTo>
                  <a:pt x="20" y="13"/>
                </a:lnTo>
                <a:lnTo>
                  <a:pt x="6" y="27"/>
                </a:lnTo>
                <a:cubicBezTo>
                  <a:pt x="6" y="28"/>
                  <a:pt x="5" y="28"/>
                  <a:pt x="4" y="29"/>
                </a:cubicBezTo>
                <a:cubicBezTo>
                  <a:pt x="3" y="29"/>
                  <a:pt x="2" y="28"/>
                  <a:pt x="1" y="27"/>
                </a:cubicBezTo>
                <a:cubicBezTo>
                  <a:pt x="0" y="27"/>
                  <a:pt x="0" y="26"/>
                  <a:pt x="0" y="25"/>
                </a:cubicBezTo>
                <a:cubicBezTo>
                  <a:pt x="0" y="24"/>
                  <a:pt x="0" y="23"/>
                  <a:pt x="1" y="22"/>
                </a:cubicBezTo>
                <a:lnTo>
                  <a:pt x="15" y="8"/>
                </a:lnTo>
                <a:lnTo>
                  <a:pt x="12" y="9"/>
                </a:lnTo>
                <a:cubicBezTo>
                  <a:pt x="11" y="9"/>
                  <a:pt x="10" y="9"/>
                  <a:pt x="9" y="8"/>
                </a:cubicBezTo>
                <a:cubicBezTo>
                  <a:pt x="9" y="7"/>
                  <a:pt x="8" y="7"/>
                  <a:pt x="8" y="6"/>
                </a:cubicBezTo>
                <a:cubicBezTo>
                  <a:pt x="8" y="5"/>
                  <a:pt x="8" y="4"/>
                  <a:pt x="9" y="3"/>
                </a:cubicBezTo>
                <a:cubicBezTo>
                  <a:pt x="10" y="3"/>
                  <a:pt x="10" y="2"/>
                  <a:pt x="11" y="2"/>
                </a:cubicBezTo>
                <a:lnTo>
                  <a:pt x="23" y="1"/>
                </a:lnTo>
                <a:cubicBezTo>
                  <a:pt x="24" y="0"/>
                  <a:pt x="24" y="0"/>
                  <a:pt x="25" y="1"/>
                </a:cubicBezTo>
                <a:cubicBezTo>
                  <a:pt x="26" y="1"/>
                  <a:pt x="26" y="1"/>
                  <a:pt x="27" y="2"/>
                </a:cubicBezTo>
                <a:cubicBezTo>
                  <a:pt x="28" y="2"/>
                  <a:pt x="28" y="3"/>
                  <a:pt x="28" y="4"/>
                </a:cubicBezTo>
                <a:cubicBezTo>
                  <a:pt x="28" y="5"/>
                  <a:pt x="28" y="6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" name="CustomShape 25"/>
          <p:cNvSpPr/>
          <p:nvPr/>
        </p:nvSpPr>
        <p:spPr>
          <a:xfrm>
            <a:off x="3513240" y="4705200"/>
            <a:ext cx="281520" cy="292680"/>
          </a:xfrm>
          <a:custGeom>
            <a:avLst/>
            <a:gdLst/>
            <a:ahLst/>
            <a:cxnLst/>
            <a:rect l="l" t="t" r="r" b="b"/>
            <a:pathLst>
              <a:path w="28" h="29">
                <a:moveTo>
                  <a:pt x="26" y="17"/>
                </a:moveTo>
                <a:cubicBezTo>
                  <a:pt x="26" y="18"/>
                  <a:pt x="26" y="18"/>
                  <a:pt x="25" y="19"/>
                </a:cubicBezTo>
                <a:cubicBezTo>
                  <a:pt x="25" y="20"/>
                  <a:pt x="24" y="20"/>
                  <a:pt x="23" y="20"/>
                </a:cubicBezTo>
                <a:cubicBezTo>
                  <a:pt x="22" y="20"/>
                  <a:pt x="21" y="20"/>
                  <a:pt x="20" y="19"/>
                </a:cubicBezTo>
                <a:cubicBezTo>
                  <a:pt x="20" y="18"/>
                  <a:pt x="20" y="17"/>
                  <a:pt x="20" y="16"/>
                </a:cubicBezTo>
                <a:lnTo>
                  <a:pt x="20" y="13"/>
                </a:lnTo>
                <a:lnTo>
                  <a:pt x="6" y="27"/>
                </a:lnTo>
                <a:cubicBezTo>
                  <a:pt x="6" y="28"/>
                  <a:pt x="5" y="28"/>
                  <a:pt x="4" y="29"/>
                </a:cubicBezTo>
                <a:cubicBezTo>
                  <a:pt x="3" y="29"/>
                  <a:pt x="2" y="28"/>
                  <a:pt x="1" y="27"/>
                </a:cubicBezTo>
                <a:cubicBezTo>
                  <a:pt x="0" y="27"/>
                  <a:pt x="0" y="26"/>
                  <a:pt x="0" y="25"/>
                </a:cubicBezTo>
                <a:cubicBezTo>
                  <a:pt x="0" y="24"/>
                  <a:pt x="0" y="23"/>
                  <a:pt x="1" y="22"/>
                </a:cubicBezTo>
                <a:lnTo>
                  <a:pt x="15" y="8"/>
                </a:lnTo>
                <a:lnTo>
                  <a:pt x="12" y="9"/>
                </a:lnTo>
                <a:cubicBezTo>
                  <a:pt x="11" y="9"/>
                  <a:pt x="10" y="9"/>
                  <a:pt x="9" y="8"/>
                </a:cubicBezTo>
                <a:cubicBezTo>
                  <a:pt x="9" y="7"/>
                  <a:pt x="8" y="7"/>
                  <a:pt x="8" y="6"/>
                </a:cubicBezTo>
                <a:cubicBezTo>
                  <a:pt x="8" y="5"/>
                  <a:pt x="8" y="4"/>
                  <a:pt x="9" y="3"/>
                </a:cubicBezTo>
                <a:cubicBezTo>
                  <a:pt x="10" y="3"/>
                  <a:pt x="10" y="2"/>
                  <a:pt x="11" y="2"/>
                </a:cubicBezTo>
                <a:lnTo>
                  <a:pt x="23" y="1"/>
                </a:lnTo>
                <a:cubicBezTo>
                  <a:pt x="24" y="0"/>
                  <a:pt x="24" y="0"/>
                  <a:pt x="25" y="1"/>
                </a:cubicBezTo>
                <a:cubicBezTo>
                  <a:pt x="26" y="1"/>
                  <a:pt x="26" y="1"/>
                  <a:pt x="27" y="2"/>
                </a:cubicBezTo>
                <a:cubicBezTo>
                  <a:pt x="28" y="2"/>
                  <a:pt x="28" y="3"/>
                  <a:pt x="28" y="4"/>
                </a:cubicBezTo>
                <a:cubicBezTo>
                  <a:pt x="28" y="5"/>
                  <a:pt x="28" y="6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7" name="CustomShape 26"/>
          <p:cNvSpPr/>
          <p:nvPr/>
        </p:nvSpPr>
        <p:spPr>
          <a:xfrm>
            <a:off x="2716200" y="5564160"/>
            <a:ext cx="28152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20"/>
                  <a:pt x="24" y="20"/>
                  <a:pt x="23" y="20"/>
                </a:cubicBezTo>
                <a:cubicBezTo>
                  <a:pt x="22" y="20"/>
                  <a:pt x="21" y="20"/>
                  <a:pt x="20" y="19"/>
                </a:cubicBezTo>
                <a:cubicBezTo>
                  <a:pt x="20" y="18"/>
                  <a:pt x="20" y="17"/>
                  <a:pt x="20" y="16"/>
                </a:cubicBezTo>
                <a:lnTo>
                  <a:pt x="20" y="13"/>
                </a:lnTo>
                <a:lnTo>
                  <a:pt x="6" y="27"/>
                </a:lnTo>
                <a:cubicBezTo>
                  <a:pt x="6" y="28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3"/>
                  <a:pt x="1" y="22"/>
                </a:cubicBezTo>
                <a:lnTo>
                  <a:pt x="15" y="8"/>
                </a:lnTo>
                <a:lnTo>
                  <a:pt x="12" y="8"/>
                </a:lnTo>
                <a:cubicBezTo>
                  <a:pt x="11" y="8"/>
                  <a:pt x="10" y="8"/>
                  <a:pt x="9" y="8"/>
                </a:cubicBezTo>
                <a:cubicBezTo>
                  <a:pt x="9" y="7"/>
                  <a:pt x="8" y="6"/>
                  <a:pt x="8" y="6"/>
                </a:cubicBezTo>
                <a:cubicBezTo>
                  <a:pt x="8" y="5"/>
                  <a:pt x="8" y="4"/>
                  <a:pt x="9" y="3"/>
                </a:cubicBezTo>
                <a:cubicBezTo>
                  <a:pt x="10" y="2"/>
                  <a:pt x="10" y="2"/>
                  <a:pt x="11" y="2"/>
                </a:cubicBezTo>
                <a:lnTo>
                  <a:pt x="23" y="0"/>
                </a:lnTo>
                <a:cubicBezTo>
                  <a:pt x="24" y="0"/>
                  <a:pt x="24" y="0"/>
                  <a:pt x="25" y="0"/>
                </a:cubicBezTo>
                <a:cubicBezTo>
                  <a:pt x="26" y="0"/>
                  <a:pt x="26" y="1"/>
                  <a:pt x="27" y="1"/>
                </a:cubicBezTo>
                <a:cubicBezTo>
                  <a:pt x="28" y="2"/>
                  <a:pt x="28" y="3"/>
                  <a:pt x="28" y="4"/>
                </a:cubicBezTo>
                <a:cubicBezTo>
                  <a:pt x="28" y="4"/>
                  <a:pt x="28" y="6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8" name="CustomShape 27"/>
          <p:cNvSpPr/>
          <p:nvPr/>
        </p:nvSpPr>
        <p:spPr>
          <a:xfrm>
            <a:off x="152280" y="36957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9" name="CustomShape 28"/>
          <p:cNvSpPr/>
          <p:nvPr/>
        </p:nvSpPr>
        <p:spPr>
          <a:xfrm>
            <a:off x="15228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0" name="CustomShape 29"/>
          <p:cNvSpPr/>
          <p:nvPr/>
        </p:nvSpPr>
        <p:spPr>
          <a:xfrm>
            <a:off x="15228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1" name="CustomShape 30"/>
          <p:cNvSpPr/>
          <p:nvPr/>
        </p:nvSpPr>
        <p:spPr>
          <a:xfrm>
            <a:off x="152280" y="61419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" name="CustomShape 31"/>
          <p:cNvSpPr/>
          <p:nvPr/>
        </p:nvSpPr>
        <p:spPr>
          <a:xfrm>
            <a:off x="3343320" y="4545000"/>
            <a:ext cx="614880" cy="6037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3" name="CustomShape 32"/>
          <p:cNvSpPr/>
          <p:nvPr/>
        </p:nvSpPr>
        <p:spPr>
          <a:xfrm>
            <a:off x="1755720" y="288612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4" name="CustomShape 33"/>
          <p:cNvSpPr/>
          <p:nvPr/>
        </p:nvSpPr>
        <p:spPr>
          <a:xfrm>
            <a:off x="949320" y="288612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5" name="CustomShape 34"/>
          <p:cNvSpPr/>
          <p:nvPr/>
        </p:nvSpPr>
        <p:spPr>
          <a:xfrm>
            <a:off x="1917720" y="3048120"/>
            <a:ext cx="28296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19"/>
                  <a:pt x="24" y="20"/>
                  <a:pt x="23" y="20"/>
                </a:cubicBezTo>
                <a:cubicBezTo>
                  <a:pt x="21" y="20"/>
                  <a:pt x="21" y="19"/>
                  <a:pt x="20" y="18"/>
                </a:cubicBezTo>
                <a:cubicBezTo>
                  <a:pt x="20" y="18"/>
                  <a:pt x="19" y="17"/>
                  <a:pt x="20" y="16"/>
                </a:cubicBezTo>
                <a:lnTo>
                  <a:pt x="20" y="12"/>
                </a:lnTo>
                <a:lnTo>
                  <a:pt x="6" y="27"/>
                </a:lnTo>
                <a:cubicBezTo>
                  <a:pt x="5" y="27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2"/>
                  <a:pt x="1" y="22"/>
                </a:cubicBezTo>
                <a:lnTo>
                  <a:pt x="15" y="7"/>
                </a:lnTo>
                <a:lnTo>
                  <a:pt x="12" y="8"/>
                </a:lnTo>
                <a:cubicBezTo>
                  <a:pt x="11" y="8"/>
                  <a:pt x="10" y="8"/>
                  <a:pt x="9" y="7"/>
                </a:cubicBezTo>
                <a:cubicBezTo>
                  <a:pt x="8" y="7"/>
                  <a:pt x="8" y="6"/>
                  <a:pt x="8" y="5"/>
                </a:cubicBezTo>
                <a:cubicBezTo>
                  <a:pt x="8" y="4"/>
                  <a:pt x="8" y="3"/>
                  <a:pt x="9" y="3"/>
                </a:cubicBezTo>
                <a:cubicBezTo>
                  <a:pt x="9" y="2"/>
                  <a:pt x="10" y="2"/>
                  <a:pt x="11" y="2"/>
                </a:cubicBezTo>
                <a:lnTo>
                  <a:pt x="23" y="0"/>
                </a:lnTo>
                <a:cubicBezTo>
                  <a:pt x="23" y="0"/>
                  <a:pt x="24" y="0"/>
                  <a:pt x="25" y="0"/>
                </a:cubicBezTo>
                <a:cubicBezTo>
                  <a:pt x="26" y="0"/>
                  <a:pt x="26" y="0"/>
                  <a:pt x="27" y="1"/>
                </a:cubicBezTo>
                <a:cubicBezTo>
                  <a:pt x="28" y="2"/>
                  <a:pt x="28" y="3"/>
                  <a:pt x="28" y="3"/>
                </a:cubicBezTo>
                <a:cubicBezTo>
                  <a:pt x="28" y="4"/>
                  <a:pt x="28" y="5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6" name="CustomShape 35"/>
          <p:cNvSpPr/>
          <p:nvPr/>
        </p:nvSpPr>
        <p:spPr>
          <a:xfrm>
            <a:off x="152280" y="288612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37" name="Picture 32"/>
          <p:cNvPicPr/>
          <p:nvPr/>
        </p:nvPicPr>
        <p:blipFill>
          <a:blip r:embed="rId16"/>
          <a:stretch/>
        </p:blipFill>
        <p:spPr>
          <a:xfrm>
            <a:off x="3851280" y="260280"/>
            <a:ext cx="1370520" cy="1027800"/>
          </a:xfrm>
          <a:prstGeom prst="rect">
            <a:avLst/>
          </a:prstGeom>
          <a:ln>
            <a:noFill/>
          </a:ln>
        </p:spPr>
      </p:pic>
      <p:sp>
        <p:nvSpPr>
          <p:cNvPr id="38" name="CustomShape 36"/>
          <p:cNvSpPr/>
          <p:nvPr/>
        </p:nvSpPr>
        <p:spPr>
          <a:xfrm>
            <a:off x="4243320" y="6111000"/>
            <a:ext cx="4897800" cy="576720"/>
          </a:xfrm>
          <a:prstGeom prst="rect">
            <a:avLst/>
          </a:prstGeom>
          <a:noFill/>
          <a:ln>
            <a:noFill/>
          </a:ln>
          <a:effectLst>
            <a:outerShdw dist="16800" dir="2700000" algn="ctr" rotWithShape="0">
              <a:schemeClr val="bg1">
                <a:alpha val="5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Department of Electrical Engineering </a:t>
            </a:r>
            <a:br/>
            <a:r>
              <a:rPr lang="en-US" sz="16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National Yunlin University of Science and Technology</a:t>
            </a:r>
            <a:endParaRPr lang="en-US" sz="1600" b="0" strike="noStrike" spc="-1">
              <a:latin typeface="Arial"/>
            </a:endParaRPr>
          </a:p>
        </p:txBody>
      </p:sp>
      <p:pic>
        <p:nvPicPr>
          <p:cNvPr id="39" name="Picture 10"/>
          <p:cNvPicPr/>
          <p:nvPr/>
        </p:nvPicPr>
        <p:blipFill>
          <a:blip r:embed="rId15"/>
          <a:stretch/>
        </p:blipFill>
        <p:spPr>
          <a:xfrm>
            <a:off x="3811680" y="6197760"/>
            <a:ext cx="430560" cy="421200"/>
          </a:xfrm>
          <a:prstGeom prst="rect">
            <a:avLst/>
          </a:prstGeom>
          <a:ln>
            <a:noFill/>
          </a:ln>
        </p:spPr>
      </p:pic>
      <p:sp>
        <p:nvSpPr>
          <p:cNvPr id="40" name="PlaceHolder 37"/>
          <p:cNvSpPr>
            <a:spLocks noGrp="1"/>
          </p:cNvSpPr>
          <p:nvPr>
            <p:ph type="title"/>
          </p:nvPr>
        </p:nvSpPr>
        <p:spPr>
          <a:xfrm>
            <a:off x="457200" y="273240"/>
            <a:ext cx="8228880" cy="11451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r>
              <a:rPr lang="en-US" sz="1800" b="0" strike="noStrike" spc="-1">
                <a:latin typeface="Arial"/>
              </a:rPr>
              <a:t>請按這裡編輯題名文字格式</a:t>
            </a:r>
          </a:p>
        </p:txBody>
      </p:sp>
      <p:sp>
        <p:nvSpPr>
          <p:cNvPr id="41" name="PlaceHolder 38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請按這裡編輯大綱文字格式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latin typeface="Arial"/>
              </a:rPr>
              <a:t>第二個大綱層次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第三個大綱層次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latin typeface="Arial"/>
              </a:rPr>
              <a:t>第四個大綱層次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第五個大綱層次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第六個大綱層次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第七個大綱層次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CustomShape 1"/>
          <p:cNvSpPr/>
          <p:nvPr/>
        </p:nvSpPr>
        <p:spPr>
          <a:xfrm>
            <a:off x="0" y="19080"/>
            <a:ext cx="9155520" cy="6844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9" name="CustomShape 2"/>
          <p:cNvSpPr/>
          <p:nvPr/>
        </p:nvSpPr>
        <p:spPr>
          <a:xfrm>
            <a:off x="0" y="0"/>
            <a:ext cx="9155520" cy="75240"/>
          </a:xfrm>
          <a:prstGeom prst="rect">
            <a:avLst/>
          </a:prstGeom>
          <a:solidFill>
            <a:srgbClr val="DC59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80" name="Picture 4"/>
          <p:cNvPicPr/>
          <p:nvPr/>
        </p:nvPicPr>
        <p:blipFill>
          <a:blip r:embed="rId14"/>
          <a:stretch/>
        </p:blipFill>
        <p:spPr>
          <a:xfrm>
            <a:off x="184320" y="192240"/>
            <a:ext cx="538560" cy="608400"/>
          </a:xfrm>
          <a:prstGeom prst="rect">
            <a:avLst/>
          </a:prstGeom>
          <a:ln>
            <a:noFill/>
          </a:ln>
        </p:spPr>
      </p:pic>
      <p:sp>
        <p:nvSpPr>
          <p:cNvPr id="81" name="CustomShape 3"/>
          <p:cNvSpPr/>
          <p:nvPr/>
        </p:nvSpPr>
        <p:spPr>
          <a:xfrm>
            <a:off x="0" y="914400"/>
            <a:ext cx="9154080" cy="548532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2" name="CustomShape 4"/>
          <p:cNvSpPr/>
          <p:nvPr/>
        </p:nvSpPr>
        <p:spPr>
          <a:xfrm flipV="1">
            <a:off x="0" y="6462360"/>
            <a:ext cx="9158760" cy="430560"/>
          </a:xfrm>
          <a:prstGeom prst="roundRect">
            <a:avLst>
              <a:gd name="adj" fmla="val 0"/>
            </a:avLst>
          </a:prstGeom>
          <a:solidFill>
            <a:srgbClr val="E85E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3" name="CustomShape 5"/>
          <p:cNvSpPr/>
          <p:nvPr/>
        </p:nvSpPr>
        <p:spPr>
          <a:xfrm>
            <a:off x="820800" y="6496200"/>
            <a:ext cx="7415640" cy="303120"/>
          </a:xfrm>
          <a:prstGeom prst="rect">
            <a:avLst/>
          </a:prstGeom>
          <a:noFill/>
          <a:ln>
            <a:noFill/>
          </a:ln>
          <a:effectLst>
            <a:outerShdw dist="16800" dir="2700000" algn="ctr" rotWithShape="0">
              <a:schemeClr val="bg1">
                <a:alpha val="5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Department of Electrical Engineering, National Yunlin University of Science and Technology</a:t>
            </a:r>
            <a:endParaRPr lang="en-US" sz="1400" b="0" strike="noStrike" spc="-1">
              <a:latin typeface="Arial"/>
            </a:endParaRPr>
          </a:p>
        </p:txBody>
      </p:sp>
      <p:pic>
        <p:nvPicPr>
          <p:cNvPr id="84" name="Picture 10"/>
          <p:cNvPicPr/>
          <p:nvPr/>
        </p:nvPicPr>
        <p:blipFill>
          <a:blip r:embed="rId15"/>
          <a:stretch/>
        </p:blipFill>
        <p:spPr>
          <a:xfrm>
            <a:off x="539640" y="6450120"/>
            <a:ext cx="402120" cy="394200"/>
          </a:xfrm>
          <a:prstGeom prst="rect">
            <a:avLst/>
          </a:prstGeom>
          <a:ln>
            <a:noFill/>
          </a:ln>
        </p:spPr>
      </p:pic>
      <p:sp>
        <p:nvSpPr>
          <p:cNvPr id="85" name="PlaceHolder 6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latin typeface="Arial"/>
              </a:rPr>
              <a:t>請按這裡編輯題名文字格式</a:t>
            </a:r>
          </a:p>
        </p:txBody>
      </p:sp>
      <p:sp>
        <p:nvSpPr>
          <p:cNvPr id="86" name="PlaceHolder 7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請按這裡編輯大綱文字格式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第二個大綱層次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第三個大綱層次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第四個大綱層次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第五個大綱層次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第六個大綱層次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第七個大綱層次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2.xml"/><Relationship Id="rId4" Type="http://schemas.openxmlformats.org/officeDocument/2006/relationships/image" Target="../media/image8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3.xml"/><Relationship Id="rId4" Type="http://schemas.openxmlformats.org/officeDocument/2006/relationships/image" Target="../media/image9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video" Target="../media/media1.mp4"/><Relationship Id="rId2" Type="http://schemas.microsoft.com/office/2007/relationships/media" Target="../media/media1.mp4"/><Relationship Id="rId1" Type="http://schemas.openxmlformats.org/officeDocument/2006/relationships/tags" Target="../tags/tag4.xml"/><Relationship Id="rId6" Type="http://schemas.openxmlformats.org/officeDocument/2006/relationships/image" Target="../media/image10.png"/><Relationship Id="rId5" Type="http://schemas.openxmlformats.org/officeDocument/2006/relationships/image" Target="../media/image4.png"/><Relationship Id="rId4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video" Target="../media/media2.mp4"/><Relationship Id="rId2" Type="http://schemas.microsoft.com/office/2007/relationships/media" Target="../media/media2.mp4"/><Relationship Id="rId1" Type="http://schemas.openxmlformats.org/officeDocument/2006/relationships/tags" Target="../tags/tag5.xml"/><Relationship Id="rId6" Type="http://schemas.openxmlformats.org/officeDocument/2006/relationships/image" Target="../media/image11.png"/><Relationship Id="rId5" Type="http://schemas.openxmlformats.org/officeDocument/2006/relationships/image" Target="../media/image4.png"/><Relationship Id="rId4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video" Target="../media/media3.mp4"/><Relationship Id="rId2" Type="http://schemas.microsoft.com/office/2007/relationships/media" Target="../media/media3.mp4"/><Relationship Id="rId1" Type="http://schemas.openxmlformats.org/officeDocument/2006/relationships/tags" Target="../tags/tag6.xml"/><Relationship Id="rId6" Type="http://schemas.openxmlformats.org/officeDocument/2006/relationships/image" Target="../media/image13.png"/><Relationship Id="rId5" Type="http://schemas.openxmlformats.org/officeDocument/2006/relationships/image" Target="../media/image4.png"/><Relationship Id="rId4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CustomShape 1"/>
          <p:cNvSpPr/>
          <p:nvPr/>
        </p:nvSpPr>
        <p:spPr>
          <a:xfrm>
            <a:off x="0" y="2997360"/>
            <a:ext cx="9034920" cy="78337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500" b="1" strike="noStrike" spc="-1" dirty="0">
                <a:solidFill>
                  <a:srgbClr val="000000"/>
                </a:solidFill>
                <a:latin typeface="Tahoma"/>
                <a:ea typeface="新細明體"/>
              </a:rPr>
              <a:t>Department of Electrical Engineering, National Yunlin University of Science and Technology</a:t>
            </a:r>
            <a:endParaRPr lang="en-US" sz="15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500" b="1" strike="noStrike" spc="-1" dirty="0">
                <a:solidFill>
                  <a:srgbClr val="000000"/>
                </a:solidFill>
                <a:latin typeface="Tahoma"/>
                <a:ea typeface="新細明體"/>
              </a:rPr>
              <a:t>E-mail: B10812006@yuntech.edu.tw</a:t>
            </a:r>
            <a:endParaRPr lang="en-US" sz="15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1500" b="0" strike="noStrike" spc="-1" dirty="0">
              <a:latin typeface="Arial"/>
            </a:endParaRPr>
          </a:p>
        </p:txBody>
      </p:sp>
      <p:sp>
        <p:nvSpPr>
          <p:cNvPr id="175" name="CustomShape 2"/>
          <p:cNvSpPr/>
          <p:nvPr/>
        </p:nvSpPr>
        <p:spPr>
          <a:xfrm>
            <a:off x="611280" y="1197000"/>
            <a:ext cx="7771320" cy="1438920"/>
          </a:xfrm>
          <a:prstGeom prst="rect">
            <a:avLst/>
          </a:prstGeom>
          <a:noFill/>
          <a:ln>
            <a:noFill/>
          </a:ln>
          <a:effectLst>
            <a:outerShdw dist="27691" dir="1573916">
              <a:srgbClr val="FF66FF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400" b="1" strike="noStrike" spc="-1" dirty="0" err="1">
                <a:solidFill>
                  <a:srgbClr val="000000"/>
                </a:solidFill>
                <a:latin typeface="Times New Roman"/>
                <a:ea typeface="標楷體"/>
              </a:rPr>
              <a:t>進度報告</a:t>
            </a:r>
            <a:endParaRPr lang="en-US" sz="3400" b="0" strike="noStrike" spc="-1" dirty="0">
              <a:latin typeface="Arial"/>
            </a:endParaRPr>
          </a:p>
        </p:txBody>
      </p:sp>
      <p:sp>
        <p:nvSpPr>
          <p:cNvPr id="176" name="CustomShape 3"/>
          <p:cNvSpPr/>
          <p:nvPr/>
        </p:nvSpPr>
        <p:spPr>
          <a:xfrm>
            <a:off x="2070000" y="4005360"/>
            <a:ext cx="5093280" cy="1654560"/>
          </a:xfrm>
          <a:prstGeom prst="rect">
            <a:avLst/>
          </a:prstGeom>
          <a:noFill/>
          <a:ln w="38160">
            <a:solidFill>
              <a:srgbClr val="CC99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90000"/>
              </a:lnSpc>
              <a:spcBef>
                <a:spcPts val="641"/>
              </a:spcBef>
            </a:pP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    Professor :</a:t>
            </a:r>
            <a:r>
              <a:rPr lang="zh-TW" alt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</a:t>
            </a: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洪崇文 博士</a:t>
            </a:r>
            <a:endParaRPr lang="en-US" sz="32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641"/>
              </a:spcBef>
            </a:pP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       Student : </a:t>
            </a:r>
            <a:r>
              <a:rPr lang="zh-TW" alt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李崎維</a:t>
            </a:r>
            <a:endParaRPr lang="en-US" sz="32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641"/>
              </a:spcBef>
            </a:pP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            Date : 12/31/202</a:t>
            </a:r>
            <a:r>
              <a:rPr lang="en-US" altLang="zh-TW" sz="3200" spc="-1" dirty="0">
                <a:solidFill>
                  <a:srgbClr val="282F86"/>
                </a:solidFill>
                <a:latin typeface="Times New Roman"/>
                <a:ea typeface="標楷體"/>
              </a:rPr>
              <a:t>4</a:t>
            </a:r>
            <a:endParaRPr lang="en-US" sz="3200" b="0" strike="noStrike" spc="-1" dirty="0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641"/>
              </a:spcBef>
            </a:pPr>
            <a:endParaRPr lang="en-US" sz="3200" b="0" strike="noStrike" spc="-1" dirty="0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720"/>
              </a:spcBef>
            </a:pPr>
            <a:endParaRPr lang="en-US" sz="32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lang="zh-TW" altLang="en-US" sz="3200" spc="-1" dirty="0">
                <a:solidFill>
                  <a:srgbClr val="282F8E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目前</a:t>
            </a:r>
            <a:r>
              <a:rPr lang="en-US" sz="3200" spc="-1" dirty="0" err="1">
                <a:solidFill>
                  <a:srgbClr val="282F8E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進度</a:t>
            </a:r>
            <a:endParaRPr lang="en-US" sz="3200" spc="-1" dirty="0">
              <a:solidFill>
                <a:srgbClr val="282F8E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1040870"/>
            <a:ext cx="8784000" cy="17023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solidFill>
                  <a:srgbClr val="282F8E"/>
                </a:solidFill>
                <a:latin typeface="+mj-ea"/>
              </a:rPr>
              <a:t> </a:t>
            </a:r>
            <a:endParaRPr lang="en-US" altLang="zh-TW" sz="2000" spc="-1" dirty="0">
              <a:solidFill>
                <a:srgbClr val="282F8E"/>
              </a:solidFill>
              <a:latin typeface="+mj-ea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en-US" altLang="zh-TW" sz="2000" spc="-1" dirty="0">
                <a:solidFill>
                  <a:srgbClr val="282F8E"/>
                </a:solidFill>
                <a:latin typeface="+mj-ea"/>
              </a:rPr>
              <a:t>PID</a:t>
            </a:r>
            <a:r>
              <a:rPr lang="zh-TW" altLang="en-US" sz="2000" spc="-1" dirty="0">
                <a:solidFill>
                  <a:srgbClr val="282F8E"/>
                </a:solidFill>
                <a:latin typeface="+mj-ea"/>
              </a:rPr>
              <a:t>參數調整 測試</a:t>
            </a:r>
            <a:endParaRPr lang="en-US" altLang="zh-TW" sz="2000" spc="-1" dirty="0">
              <a:solidFill>
                <a:srgbClr val="282F8E"/>
              </a:solidFill>
              <a:latin typeface="+mj-ea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zh-TW" altLang="en-US" sz="2000" dirty="0"/>
          </a:p>
          <a:p>
            <a:pPr marL="1080">
              <a:spcBef>
                <a:spcPts val="479"/>
              </a:spcBef>
              <a:buSzPct val="100000"/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596118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91198F9-6A6D-4417-8061-58F022323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023" y="270533"/>
            <a:ext cx="8229240" cy="443198"/>
          </a:xfrm>
        </p:spPr>
        <p:txBody>
          <a:bodyPr/>
          <a:lstStyle/>
          <a:p>
            <a:r>
              <a:rPr lang="en-US" altLang="zh-TW" sz="3200" spc="-1" dirty="0">
                <a:solidFill>
                  <a:srgbClr val="282F8E"/>
                </a:solidFill>
                <a:latin typeface="+mj-ea"/>
                <a:cs typeface="+mn-cs"/>
              </a:rPr>
              <a:t>Boost Converter</a:t>
            </a:r>
            <a:r>
              <a:rPr lang="zh-TW" altLang="en-US" sz="3200" spc="-1" dirty="0">
                <a:solidFill>
                  <a:srgbClr val="282F8E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規格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副標題 2">
                <a:extLst>
                  <a:ext uri="{FF2B5EF4-FFF2-40B4-BE49-F238E27FC236}">
                    <a16:creationId xmlns:a16="http://schemas.microsoft.com/office/drawing/2014/main" id="{AEC42443-06C2-4F5C-9BCD-6FFF4FFA66B6}"/>
                  </a:ext>
                </a:extLst>
              </p:cNvPr>
              <p:cNvSpPr>
                <a:spLocks noGrp="1"/>
              </p:cNvSpPr>
              <p:nvPr>
                <p:ph type="subTitle"/>
              </p:nvPr>
            </p:nvSpPr>
            <p:spPr>
              <a:xfrm>
                <a:off x="680139" y="1416675"/>
                <a:ext cx="6814457" cy="1521955"/>
              </a:xfrm>
            </p:spPr>
            <p:txBody>
              <a:bodyPr/>
              <a:lstStyle/>
              <a:p>
                <a:pPr marL="343980" indent="-342900">
                  <a:spcBef>
                    <a:spcPts val="479"/>
                  </a:spcBef>
                  <a:buSzPct val="100000"/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zh-TW" sz="2400" kern="0" dirty="0"/>
                          <m:t>V</m:t>
                        </m:r>
                      </m:e>
                      <m:sub>
                        <m:r>
                          <a:rPr lang="en-US" altLang="zh-TW" sz="2400" kern="0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</m:oMath>
                </a14:m>
                <a:r>
                  <a:rPr lang="en-US" altLang="zh-TW" sz="2400" kern="0" dirty="0"/>
                  <a:t> = 12V</a:t>
                </a:r>
              </a:p>
              <a:p>
                <a:pPr marL="343980" indent="-342900">
                  <a:spcBef>
                    <a:spcPts val="479"/>
                  </a:spcBef>
                  <a:buSzPct val="100000"/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zh-TW" sz="2400" kern="0" dirty="0"/>
                          <m:t>V</m:t>
                        </m:r>
                      </m:e>
                      <m:sub>
                        <m:r>
                          <a:rPr lang="en-US" altLang="zh-TW" sz="2400" kern="0" dirty="0"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  <m:r>
                      <a:rPr lang="en-US" altLang="zh-TW" sz="2400" kern="0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2400" kern="0" dirty="0"/>
                  <a:t>= 48V</a:t>
                </a:r>
              </a:p>
              <a:p>
                <a:pPr marL="343980" indent="-342900">
                  <a:spcBef>
                    <a:spcPts val="479"/>
                  </a:spcBef>
                  <a:buSzPct val="100000"/>
                  <a:buFont typeface="Arial" panose="020B0604020202020204" pitchFamily="34" charset="0"/>
                  <a:buChar char="•"/>
                </a:pPr>
                <a:r>
                  <a:rPr lang="en-US" altLang="zh-TW" sz="2400" kern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kern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kern="0" dirty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TW" sz="2400" kern="0" dirty="0"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</m:oMath>
                </a14:m>
                <a:r>
                  <a:rPr lang="en-US" altLang="zh-TW" sz="2400" kern="0" dirty="0"/>
                  <a:t>= 1A</a:t>
                </a:r>
              </a:p>
              <a:p>
                <a:pPr marL="343980" indent="-342900">
                  <a:spcBef>
                    <a:spcPts val="479"/>
                  </a:spcBef>
                  <a:buSzPct val="100000"/>
                  <a:buFont typeface="Arial" panose="020B0604020202020204" pitchFamily="34" charset="0"/>
                  <a:buChar char="•"/>
                </a:pPr>
                <a:r>
                  <a:rPr lang="en-US" altLang="zh-TW" sz="2400" kern="0" dirty="0"/>
                  <a:t> f = 100kHz</a:t>
                </a:r>
              </a:p>
            </p:txBody>
          </p:sp>
        </mc:Choice>
        <mc:Fallback>
          <p:sp>
            <p:nvSpPr>
              <p:cNvPr id="3" name="副標題 2">
                <a:extLst>
                  <a:ext uri="{FF2B5EF4-FFF2-40B4-BE49-F238E27FC236}">
                    <a16:creationId xmlns:a16="http://schemas.microsoft.com/office/drawing/2014/main" id="{AEC42443-06C2-4F5C-9BCD-6FFF4FFA66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/>
              </p:nvPr>
            </p:nvSpPr>
            <p:spPr>
              <a:xfrm>
                <a:off x="680139" y="1416675"/>
                <a:ext cx="6814457" cy="1521955"/>
              </a:xfrm>
              <a:blipFill>
                <a:blip r:embed="rId2"/>
                <a:stretch>
                  <a:fillRect l="-2596" t="-7600" b="-12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ustomShape 2">
            <a:extLst>
              <a:ext uri="{FF2B5EF4-FFF2-40B4-BE49-F238E27FC236}">
                <a16:creationId xmlns:a16="http://schemas.microsoft.com/office/drawing/2014/main" id="{12431C0F-D147-5B68-5B6D-1DA3EDE604D5}"/>
              </a:ext>
            </a:extLst>
          </p:cNvPr>
          <p:cNvSpPr/>
          <p:nvPr/>
        </p:nvSpPr>
        <p:spPr>
          <a:xfrm>
            <a:off x="-304632" y="931142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zh-TW" altLang="en-US" sz="2000" dirty="0"/>
          </a:p>
          <a:p>
            <a:pPr marL="1080">
              <a:spcBef>
                <a:spcPts val="479"/>
              </a:spcBef>
              <a:buSzPct val="100000"/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40191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FEC86-2FFD-AEE1-EF7E-A7E7C3048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712980-97AE-95D5-9197-E96782FE3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760" y="286773"/>
            <a:ext cx="8229240" cy="387798"/>
          </a:xfrm>
        </p:spPr>
        <p:txBody>
          <a:bodyPr/>
          <a:lstStyle/>
          <a:p>
            <a:r>
              <a:rPr lang="zh-TW" altLang="en-US" sz="2800" spc="-1" dirty="0">
                <a:solidFill>
                  <a:srgbClr val="282F8E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遭遇問題</a:t>
            </a:r>
            <a:endParaRPr lang="zh-TW" altLang="en-US" sz="2800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8C2A720D-1D1E-DE92-9163-FA6C3908E0C2}"/>
              </a:ext>
            </a:extLst>
          </p:cNvPr>
          <p:cNvSpPr txBox="1"/>
          <p:nvPr/>
        </p:nvSpPr>
        <p:spPr>
          <a:xfrm>
            <a:off x="447756" y="1249498"/>
            <a:ext cx="7175452" cy="2074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pc="-1" dirty="0">
                <a:solidFill>
                  <a:srgbClr val="282F8E"/>
                </a:solidFill>
                <a:latin typeface="+mj-ea"/>
              </a:rPr>
              <a:t>輸出電壓分成兩段</a:t>
            </a:r>
            <a:r>
              <a:rPr lang="en-US" altLang="zh-TW" spc="-1" dirty="0">
                <a:solidFill>
                  <a:srgbClr val="282F8E"/>
                </a:solidFill>
                <a:latin typeface="+mj-ea"/>
              </a:rPr>
              <a:t>(</a:t>
            </a:r>
            <a:r>
              <a:rPr lang="zh-TW" altLang="en-US" spc="-1" dirty="0">
                <a:solidFill>
                  <a:srgbClr val="282F8E"/>
                </a:solidFill>
                <a:latin typeface="+mj-ea"/>
              </a:rPr>
              <a:t>已解決</a:t>
            </a:r>
            <a:r>
              <a:rPr lang="en-US" altLang="zh-TW" spc="-1" dirty="0">
                <a:solidFill>
                  <a:srgbClr val="282F8E"/>
                </a:solidFill>
                <a:latin typeface="+mj-ea"/>
              </a:rPr>
              <a:t>)</a:t>
            </a: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pc="-1" dirty="0">
                <a:solidFill>
                  <a:srgbClr val="282F8E"/>
                </a:solidFill>
                <a:latin typeface="+mj-ea"/>
              </a:rPr>
              <a:t>開關過熱</a:t>
            </a:r>
            <a:r>
              <a:rPr lang="en-US" altLang="zh-TW" spc="-1" dirty="0">
                <a:solidFill>
                  <a:srgbClr val="282F8E"/>
                </a:solidFill>
                <a:latin typeface="+mj-ea"/>
              </a:rPr>
              <a:t>(</a:t>
            </a:r>
            <a:r>
              <a:rPr lang="zh-TW" altLang="en-US" spc="-1" dirty="0">
                <a:solidFill>
                  <a:srgbClr val="282F8E"/>
                </a:solidFill>
                <a:latin typeface="+mj-ea"/>
              </a:rPr>
              <a:t>已解決</a:t>
            </a:r>
            <a:r>
              <a:rPr lang="en-US" altLang="zh-TW" spc="-1" dirty="0">
                <a:solidFill>
                  <a:srgbClr val="282F8E"/>
                </a:solidFill>
                <a:latin typeface="+mj-ea"/>
              </a:rPr>
              <a:t>)</a:t>
            </a: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pc="-1" dirty="0">
              <a:solidFill>
                <a:srgbClr val="282F8E"/>
              </a:solidFill>
              <a:latin typeface="+mj-ea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pc="-1" dirty="0">
              <a:solidFill>
                <a:srgbClr val="282F8E"/>
              </a:solidFill>
              <a:latin typeface="+mj-ea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pc="-1" dirty="0">
              <a:solidFill>
                <a:srgbClr val="282F8E"/>
              </a:solidFill>
              <a:latin typeface="+mj-ea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zh-TW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1236752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 descr="一張含有 文字, 螢幕擷取畫面, 多媒體軟體, 繪圖軟體 的圖片&#10;&#10;自動產生的描述">
            <a:extLst>
              <a:ext uri="{FF2B5EF4-FFF2-40B4-BE49-F238E27FC236}">
                <a16:creationId xmlns:a16="http://schemas.microsoft.com/office/drawing/2014/main" id="{0693F8E4-D1DA-E279-DB71-0E20EE931F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988" y="1121735"/>
            <a:ext cx="8444023" cy="5066414"/>
          </a:xfrm>
          <a:prstGeom prst="rect">
            <a:avLst/>
          </a:prstGeom>
        </p:spPr>
      </p:pic>
      <p:sp>
        <p:nvSpPr>
          <p:cNvPr id="8" name="CustomShape 1">
            <a:extLst>
              <a:ext uri="{FF2B5EF4-FFF2-40B4-BE49-F238E27FC236}">
                <a16:creationId xmlns:a16="http://schemas.microsoft.com/office/drawing/2014/main" id="{C0DE84A3-4FCE-CD53-2283-F2B86BCDBC20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lang="zh-TW" altLang="en-US" sz="3200" spc="-1" dirty="0">
                <a:solidFill>
                  <a:srgbClr val="282F8E"/>
                </a:solidFill>
                <a:latin typeface="+mj-ea"/>
                <a:ea typeface="標楷體" panose="03000509000000000000" pitchFamily="65" charset="-120"/>
              </a:rPr>
              <a:t>輸出電壓分兩段</a:t>
            </a:r>
            <a:endParaRPr lang="en-US" sz="3200" spc="-1" dirty="0">
              <a:solidFill>
                <a:srgbClr val="282F8E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162146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 descr="一張含有 文字, 螢幕擷取畫面, 多媒體軟體, 繪圖軟體 的圖片&#10;&#10;自動產生的描述">
            <a:extLst>
              <a:ext uri="{FF2B5EF4-FFF2-40B4-BE49-F238E27FC236}">
                <a16:creationId xmlns:a16="http://schemas.microsoft.com/office/drawing/2014/main" id="{3A93CB11-D093-BDDD-CBC8-7533CD2638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838" y="1105787"/>
            <a:ext cx="8488323" cy="5092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5068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87DEF-D566-E2E2-784A-3CBB8F082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B66E0E0F-595D-1BD6-A129-B80D90C41D95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lang="zh-TW" altLang="en-US" sz="3200" spc="-1" dirty="0">
                <a:solidFill>
                  <a:srgbClr val="282F8E"/>
                </a:solidFill>
                <a:latin typeface="+mj-ea"/>
                <a:ea typeface="標楷體" panose="03000509000000000000" pitchFamily="65" charset="-120"/>
              </a:rPr>
              <a:t>電感電流飽和</a:t>
            </a:r>
            <a:endParaRPr lang="en-US" sz="3200" spc="-1" dirty="0">
              <a:solidFill>
                <a:srgbClr val="282F8E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446B0921-B942-F72E-1BB1-17B435235B2F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pic>
        <p:nvPicPr>
          <p:cNvPr id="3" name="圖片 2" descr="一張含有 文字, 螢幕擷取畫面, 行, 繪圖 的圖片&#10;&#10;自動產生的描述">
            <a:extLst>
              <a:ext uri="{FF2B5EF4-FFF2-40B4-BE49-F238E27FC236}">
                <a16:creationId xmlns:a16="http://schemas.microsoft.com/office/drawing/2014/main" id="{7D6171EC-690C-D2E4-F874-C350FB2E67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00" y="1040870"/>
            <a:ext cx="8784000" cy="5270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573482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6600C-DDBB-045C-EB54-29CD2B172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35C71692-281E-3DD6-B090-8F2F430DF199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endParaRPr lang="en-US" sz="3200" spc="-1" dirty="0">
              <a:solidFill>
                <a:srgbClr val="282F8E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B639B29-6DE9-65F4-F19D-1B792B5C50EC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156168DE-BC46-639F-2C56-EAF4EAEB16A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800" y="1040870"/>
            <a:ext cx="8761200" cy="525672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422873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BB3ACD-09F3-0F27-6414-2F562CC50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006B9738-E4BD-7A09-5E9C-D743FF262F91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lang="zh-TW" altLang="en-US" sz="3200" spc="-1" dirty="0">
                <a:solidFill>
                  <a:srgbClr val="282F8E"/>
                </a:solidFill>
                <a:latin typeface="+mj-ea"/>
                <a:ea typeface="標楷體" panose="03000509000000000000" pitchFamily="65" charset="-120"/>
              </a:rPr>
              <a:t>無</a:t>
            </a:r>
            <a:r>
              <a:rPr lang="en-US" altLang="zh-TW" sz="3200" spc="-1" dirty="0">
                <a:solidFill>
                  <a:srgbClr val="282F8E"/>
                </a:solidFill>
                <a:latin typeface="+mj-ea"/>
                <a:ea typeface="標楷體" panose="03000509000000000000" pitchFamily="65" charset="-120"/>
              </a:rPr>
              <a:t>PID</a:t>
            </a:r>
            <a:r>
              <a:rPr lang="zh-TW" altLang="en-US" sz="3200" spc="-1" dirty="0">
                <a:solidFill>
                  <a:srgbClr val="282F8E"/>
                </a:solidFill>
                <a:latin typeface="+mj-ea"/>
                <a:ea typeface="標楷體" panose="03000509000000000000" pitchFamily="65" charset="-120"/>
              </a:rPr>
              <a:t> 調整負載</a:t>
            </a:r>
            <a:endParaRPr lang="en-US" sz="3200" spc="-1" dirty="0">
              <a:solidFill>
                <a:srgbClr val="282F8E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BD4B2358-05C8-100B-281A-B60AB9DDC817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5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pic>
        <p:nvPicPr>
          <p:cNvPr id="2" name="無PID調抽載">
            <a:hlinkClick r:id="" action="ppaction://media"/>
            <a:extLst>
              <a:ext uri="{FF2B5EF4-FFF2-40B4-BE49-F238E27FC236}">
                <a16:creationId xmlns:a16="http://schemas.microsoft.com/office/drawing/2014/main" id="{E8A0C4B3-FCCE-197C-170F-63C8698E016D}"/>
              </a:ext>
            </a:extLst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0" y="1040870"/>
            <a:ext cx="9144000" cy="51435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5668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7145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0" mute="1">
                <p:cTn id="1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B5ED9E-19EF-7171-7456-95C0DDD78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D2E2B531-33E1-6A41-71B3-86C68BBFB724}"/>
              </a:ext>
            </a:extLst>
          </p:cNvPr>
          <p:cNvSpPr/>
          <p:nvPr/>
        </p:nvSpPr>
        <p:spPr>
          <a:xfrm>
            <a:off x="682920" y="0"/>
            <a:ext cx="836964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lang="zh-TW" altLang="en-US" sz="3200" spc="-1" dirty="0">
                <a:solidFill>
                  <a:srgbClr val="282F8E"/>
                </a:solidFill>
                <a:latin typeface="+mj-ea"/>
                <a:ea typeface="標楷體" panose="03000509000000000000" pitchFamily="65" charset="-120"/>
              </a:rPr>
              <a:t>加入</a:t>
            </a:r>
            <a:r>
              <a:rPr lang="en-US" altLang="zh-TW" sz="3200" spc="-1" dirty="0">
                <a:solidFill>
                  <a:srgbClr val="282F8E"/>
                </a:solidFill>
                <a:latin typeface="+mj-ea"/>
                <a:ea typeface="標楷體" panose="03000509000000000000" pitchFamily="65" charset="-120"/>
              </a:rPr>
              <a:t>PID</a:t>
            </a:r>
            <a:r>
              <a:rPr lang="zh-TW" altLang="en-US" sz="3200" spc="-1" dirty="0">
                <a:solidFill>
                  <a:srgbClr val="282F8E"/>
                </a:solidFill>
                <a:latin typeface="+mj-ea"/>
                <a:ea typeface="標楷體" panose="03000509000000000000" pitchFamily="65" charset="-120"/>
              </a:rPr>
              <a:t> 調整負載</a:t>
            </a:r>
            <a:endParaRPr lang="en-US" altLang="zh-TW" sz="3200" spc="-1" dirty="0">
              <a:solidFill>
                <a:srgbClr val="282F8E"/>
              </a:solidFill>
              <a:latin typeface="+mj-ea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B360BBA8-B58B-7BC2-024F-37FB02651403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5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pic>
        <p:nvPicPr>
          <p:cNvPr id="9" name="有PID調抽載">
            <a:hlinkClick r:id="" action="ppaction://media"/>
            <a:extLst>
              <a:ext uri="{FF2B5EF4-FFF2-40B4-BE49-F238E27FC236}">
                <a16:creationId xmlns:a16="http://schemas.microsoft.com/office/drawing/2014/main" id="{530D3EE6-624D-15B2-1355-AFF7F91D9802}"/>
              </a:ext>
            </a:extLst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0" y="1040870"/>
            <a:ext cx="9144000" cy="51435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02777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108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0F469-36FF-E00D-603E-9827AC618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8EF92B5-87B3-CDE6-FC52-587831F52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760" y="286773"/>
            <a:ext cx="8229240" cy="387798"/>
          </a:xfrm>
        </p:spPr>
        <p:txBody>
          <a:bodyPr/>
          <a:lstStyle/>
          <a:p>
            <a:r>
              <a:rPr lang="zh-TW" altLang="en-US" sz="2800" spc="-1" dirty="0">
                <a:solidFill>
                  <a:srgbClr val="282F8E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遭遇問題</a:t>
            </a:r>
            <a:endParaRPr lang="zh-TW" altLang="en-US" sz="2800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1F4FDA1A-8B73-F9E7-5F3A-FD8F695F19A3}"/>
              </a:ext>
            </a:extLst>
          </p:cNvPr>
          <p:cNvSpPr txBox="1"/>
          <p:nvPr/>
        </p:nvSpPr>
        <p:spPr>
          <a:xfrm>
            <a:off x="447756" y="1249498"/>
            <a:ext cx="7175452" cy="2416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pc="-1" dirty="0">
                <a:solidFill>
                  <a:srgbClr val="282F8E"/>
                </a:solidFill>
                <a:latin typeface="+mj-ea"/>
              </a:rPr>
              <a:t>更改輸入電壓無法回到</a:t>
            </a:r>
            <a:r>
              <a:rPr lang="en-US" altLang="zh-TW" spc="-1" dirty="0">
                <a:solidFill>
                  <a:srgbClr val="282F8E"/>
                </a:solidFill>
                <a:latin typeface="+mj-ea"/>
              </a:rPr>
              <a:t>48V(</a:t>
            </a:r>
            <a:r>
              <a:rPr lang="zh-TW" altLang="en-US" spc="-1" dirty="0">
                <a:solidFill>
                  <a:srgbClr val="282F8E"/>
                </a:solidFill>
                <a:latin typeface="+mj-ea"/>
              </a:rPr>
              <a:t>已解決</a:t>
            </a:r>
            <a:r>
              <a:rPr lang="en-US" altLang="zh-TW" spc="-1" dirty="0">
                <a:solidFill>
                  <a:srgbClr val="282F8E"/>
                </a:solidFill>
                <a:latin typeface="+mj-ea"/>
              </a:rPr>
              <a:t>)</a:t>
            </a:r>
            <a:r>
              <a:rPr lang="zh-TW" altLang="en-US" spc="-1" dirty="0">
                <a:solidFill>
                  <a:srgbClr val="282F8E"/>
                </a:solidFill>
                <a:latin typeface="+mj-ea"/>
              </a:rPr>
              <a:t> </a:t>
            </a:r>
            <a:endParaRPr lang="en-US" altLang="zh-TW" spc="-1" dirty="0">
              <a:solidFill>
                <a:srgbClr val="282F8E"/>
              </a:solidFill>
              <a:latin typeface="+mj-ea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pc="-1" dirty="0">
              <a:solidFill>
                <a:srgbClr val="282F8E"/>
              </a:solidFill>
              <a:latin typeface="+mj-ea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pc="-1" dirty="0">
              <a:solidFill>
                <a:srgbClr val="282F8E"/>
              </a:solidFill>
              <a:latin typeface="+mj-ea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pc="-1" dirty="0">
              <a:solidFill>
                <a:srgbClr val="282F8E"/>
              </a:solidFill>
              <a:latin typeface="+mj-ea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pc="-1" dirty="0">
              <a:solidFill>
                <a:srgbClr val="282F8E"/>
              </a:solidFill>
              <a:latin typeface="+mj-ea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pc="-1" dirty="0">
              <a:solidFill>
                <a:srgbClr val="282F8E"/>
              </a:solidFill>
              <a:latin typeface="+mj-ea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zh-TW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8919119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 descr="一張含有 文字, 螢幕擷取畫面, 多媒體軟體, 繪圖軟體 的圖片&#10;&#10;自動產生的描述">
            <a:extLst>
              <a:ext uri="{FF2B5EF4-FFF2-40B4-BE49-F238E27FC236}">
                <a16:creationId xmlns:a16="http://schemas.microsoft.com/office/drawing/2014/main" id="{C1BFA18E-B8DA-C9FF-C7C5-AA047D912E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43" y="988563"/>
            <a:ext cx="8914514" cy="5348708"/>
          </a:xfrm>
          <a:prstGeom prst="rect">
            <a:avLst/>
          </a:prstGeom>
        </p:spPr>
      </p:pic>
      <p:sp>
        <p:nvSpPr>
          <p:cNvPr id="5" name="CustomShape 1">
            <a:extLst>
              <a:ext uri="{FF2B5EF4-FFF2-40B4-BE49-F238E27FC236}">
                <a16:creationId xmlns:a16="http://schemas.microsoft.com/office/drawing/2014/main" id="{1E159391-06B2-0417-D51B-EB341EA0B594}"/>
              </a:ext>
            </a:extLst>
          </p:cNvPr>
          <p:cNvSpPr/>
          <p:nvPr/>
        </p:nvSpPr>
        <p:spPr>
          <a:xfrm>
            <a:off x="784771" y="159222"/>
            <a:ext cx="8244486" cy="72301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r>
              <a:rPr lang="zh-TW" altLang="en-US" sz="3200" spc="-1" dirty="0">
                <a:solidFill>
                  <a:srgbClr val="282F8E"/>
                </a:solidFill>
                <a:latin typeface="+mj-ea"/>
              </a:rPr>
              <a:t>更改輸入電壓無法回到</a:t>
            </a:r>
            <a:r>
              <a:rPr lang="en-US" altLang="zh-TW" sz="3200" spc="-1" dirty="0">
                <a:solidFill>
                  <a:srgbClr val="282F8E"/>
                </a:solidFill>
                <a:latin typeface="+mj-ea"/>
              </a:rPr>
              <a:t>48V</a:t>
            </a:r>
            <a:r>
              <a:rPr lang="zh-TW" altLang="en-US" sz="3200" spc="-1" dirty="0">
                <a:solidFill>
                  <a:srgbClr val="282F8E"/>
                </a:solidFill>
                <a:latin typeface="+mj-ea"/>
              </a:rPr>
              <a:t> </a:t>
            </a:r>
            <a:endParaRPr lang="en-US" altLang="zh-TW" sz="3200" spc="-1" dirty="0">
              <a:solidFill>
                <a:srgbClr val="282F8E"/>
              </a:solidFill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6963120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10F92E-6F5A-E46E-AC59-343AFBE53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6B46496A-161D-D0C7-8AC5-D0C7E7E206B6}"/>
              </a:ext>
            </a:extLst>
          </p:cNvPr>
          <p:cNvSpPr/>
          <p:nvPr/>
        </p:nvSpPr>
        <p:spPr>
          <a:xfrm>
            <a:off x="682920" y="0"/>
            <a:ext cx="836964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lang="zh-TW" altLang="en-US" sz="3200" spc="-1" dirty="0">
                <a:solidFill>
                  <a:srgbClr val="282F8E"/>
                </a:solidFill>
                <a:latin typeface="+mj-ea"/>
                <a:ea typeface="標楷體" panose="03000509000000000000" pitchFamily="65" charset="-120"/>
              </a:rPr>
              <a:t>加入</a:t>
            </a:r>
            <a:r>
              <a:rPr lang="en-US" altLang="zh-TW" sz="3200" spc="-1" dirty="0">
                <a:solidFill>
                  <a:srgbClr val="282F8E"/>
                </a:solidFill>
                <a:latin typeface="+mj-ea"/>
                <a:ea typeface="標楷體" panose="03000509000000000000" pitchFamily="65" charset="-120"/>
              </a:rPr>
              <a:t>PID</a:t>
            </a:r>
            <a:r>
              <a:rPr lang="zh-TW" altLang="en-US" sz="3200" spc="-1" dirty="0">
                <a:solidFill>
                  <a:srgbClr val="282F8E"/>
                </a:solidFill>
                <a:latin typeface="+mj-ea"/>
                <a:ea typeface="標楷體" panose="03000509000000000000" pitchFamily="65" charset="-120"/>
              </a:rPr>
              <a:t>     </a:t>
            </a:r>
            <a:r>
              <a:rPr lang="en-US" altLang="zh-TW" sz="3200" spc="-1" dirty="0">
                <a:solidFill>
                  <a:srgbClr val="282F8E"/>
                </a:solidFill>
                <a:latin typeface="+mj-ea"/>
                <a:ea typeface="標楷體" panose="03000509000000000000" pitchFamily="65" charset="-120"/>
              </a:rPr>
              <a:t>12V,15V,20V,24V,12V</a:t>
            </a:r>
            <a:r>
              <a:rPr lang="zh-TW" altLang="en-US" sz="3200" spc="-1" dirty="0">
                <a:solidFill>
                  <a:srgbClr val="282F8E"/>
                </a:solidFill>
                <a:latin typeface="+mj-ea"/>
                <a:ea typeface="標楷體" panose="03000509000000000000" pitchFamily="65" charset="-120"/>
              </a:rPr>
              <a:t>到</a:t>
            </a:r>
            <a:r>
              <a:rPr lang="en-US" altLang="zh-TW" sz="3200" spc="-1" dirty="0">
                <a:solidFill>
                  <a:srgbClr val="282F8E"/>
                </a:solidFill>
                <a:latin typeface="+mj-ea"/>
                <a:ea typeface="標楷體" panose="03000509000000000000" pitchFamily="65" charset="-120"/>
              </a:rPr>
              <a:t>48V</a:t>
            </a:r>
            <a:endParaRPr lang="en-US" sz="3200" spc="-1" dirty="0">
              <a:solidFill>
                <a:srgbClr val="282F8E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C7262134-BBB6-1C54-B6B4-251236315EE2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5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pic>
        <p:nvPicPr>
          <p:cNvPr id="2" name="固定抽載調輸入電壓">
            <a:hlinkClick r:id="" action="ppaction://media"/>
            <a:extLst>
              <a:ext uri="{FF2B5EF4-FFF2-40B4-BE49-F238E27FC236}">
                <a16:creationId xmlns:a16="http://schemas.microsoft.com/office/drawing/2014/main" id="{50227892-05A7-9A08-D088-A7CE07337F1A}"/>
              </a:ext>
            </a:extLst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61440" y="1132040"/>
            <a:ext cx="9021120" cy="507438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91917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581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16B9CA8A-B146-B2EF-1181-E123EB993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650" y="211062"/>
            <a:ext cx="8229240" cy="498598"/>
          </a:xfrm>
        </p:spPr>
        <p:txBody>
          <a:bodyPr/>
          <a:lstStyle/>
          <a:p>
            <a:r>
              <a:rPr lang="zh-TW" altLang="en-US" sz="3600" spc="-1" dirty="0">
                <a:solidFill>
                  <a:srgbClr val="282F8E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預計進度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32E39C81-BAA4-4820-7604-F82FAB8F11E6}"/>
              </a:ext>
            </a:extLst>
          </p:cNvPr>
          <p:cNvSpPr txBox="1"/>
          <p:nvPr/>
        </p:nvSpPr>
        <p:spPr>
          <a:xfrm>
            <a:off x="333735" y="1523476"/>
            <a:ext cx="53091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zh-TW" altLang="en-US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1AA806A-5F35-3E68-504B-CBB909CDBD48}"/>
              </a:ext>
            </a:extLst>
          </p:cNvPr>
          <p:cNvSpPr txBox="1"/>
          <p:nvPr/>
        </p:nvSpPr>
        <p:spPr>
          <a:xfrm>
            <a:off x="447756" y="1210997"/>
            <a:ext cx="7175452" cy="710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pc="-1" dirty="0">
              <a:solidFill>
                <a:srgbClr val="282F8E"/>
              </a:solidFill>
              <a:latin typeface="+mj-ea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zh-TW" altLang="en-US" sz="1800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0253A934-0E4F-953E-9A3D-1E2869F0F8AA}"/>
              </a:ext>
            </a:extLst>
          </p:cNvPr>
          <p:cNvSpPr txBox="1"/>
          <p:nvPr/>
        </p:nvSpPr>
        <p:spPr>
          <a:xfrm>
            <a:off x="447756" y="1249498"/>
            <a:ext cx="7175452" cy="2416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pc="-1" dirty="0">
              <a:solidFill>
                <a:srgbClr val="282F8E"/>
              </a:solidFill>
              <a:latin typeface="+mj-ea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pc="-1" dirty="0">
              <a:solidFill>
                <a:srgbClr val="282F8E"/>
              </a:solidFill>
              <a:latin typeface="+mj-ea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pc="-1" dirty="0">
              <a:solidFill>
                <a:srgbClr val="282F8E"/>
              </a:solidFill>
              <a:latin typeface="+mj-ea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pc="-1" dirty="0">
              <a:solidFill>
                <a:srgbClr val="282F8E"/>
              </a:solidFill>
              <a:latin typeface="+mj-ea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pc="-1" dirty="0">
              <a:solidFill>
                <a:srgbClr val="282F8E"/>
              </a:solidFill>
              <a:latin typeface="+mj-ea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pc="-1" dirty="0">
              <a:solidFill>
                <a:srgbClr val="282F8E"/>
              </a:solidFill>
              <a:latin typeface="+mj-ea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zh-TW" altLang="en-US" sz="18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7092978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C:\coolpt\TempSlide\B198.POT</Template>
  <TotalTime>188128</TotalTime>
  <Words>465</Words>
  <Application>Microsoft Office PowerPoint</Application>
  <PresentationFormat>如螢幕大小 (4:3)</PresentationFormat>
  <Paragraphs>78</Paragraphs>
  <Slides>14</Slides>
  <Notes>3</Notes>
  <HiddenSlides>0</HiddenSlides>
  <MMClips>3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14</vt:i4>
      </vt:variant>
    </vt:vector>
  </HeadingPairs>
  <TitlesOfParts>
    <vt:vector size="25" baseType="lpstr">
      <vt:lpstr>굴림</vt:lpstr>
      <vt:lpstr>標楷體</vt:lpstr>
      <vt:lpstr>Arial</vt:lpstr>
      <vt:lpstr>Cambria Math</vt:lpstr>
      <vt:lpstr>Courier New</vt:lpstr>
      <vt:lpstr>Symbol</vt:lpstr>
      <vt:lpstr>Tahoma</vt:lpstr>
      <vt:lpstr>Times New Roman</vt:lpstr>
      <vt:lpstr>Wingdings</vt:lpstr>
      <vt:lpstr>Office Theme</vt:lpstr>
      <vt:lpstr>Office Theme</vt:lpstr>
      <vt:lpstr>PowerPoint 簡報</vt:lpstr>
      <vt:lpstr>PowerPoint 簡報</vt:lpstr>
      <vt:lpstr>Boost Converter規格</vt:lpstr>
      <vt:lpstr>遭遇問題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遭遇問題</vt:lpstr>
      <vt:lpstr>PowerPoint 簡報</vt:lpstr>
      <vt:lpstr>PowerPoint 簡報</vt:lpstr>
      <vt:lpstr>預計進度</vt:lpstr>
    </vt:vector>
  </TitlesOfParts>
  <Company>大公司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TYM投影片</dc:title>
  <dc:subject/>
  <dc:creator>TYM</dc:creator>
  <dc:description/>
  <cp:lastModifiedBy>崎維 李</cp:lastModifiedBy>
  <cp:revision>2258</cp:revision>
  <dcterms:created xsi:type="dcterms:W3CDTF">2001-07-18T23:57:34Z</dcterms:created>
  <dcterms:modified xsi:type="dcterms:W3CDTF">2024-12-31T04:29:50Z</dcterms:modified>
  <dc:language>zh-TW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大公司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2</vt:i4>
  </property>
  <property fmtid="{D5CDD505-2E9C-101B-9397-08002B2CF9AE}" pid="9" name="PresentationFormat">
    <vt:lpwstr>如螢幕大小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20</vt:i4>
  </property>
</Properties>
</file>