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11"/>
  </p:notesMasterIdLst>
  <p:sldIdLst>
    <p:sldId id="256" r:id="rId4"/>
    <p:sldId id="492" r:id="rId5"/>
    <p:sldId id="1331" r:id="rId6"/>
    <p:sldId id="1332" r:id="rId7"/>
    <p:sldId id="1333" r:id="rId8"/>
    <p:sldId id="1330" r:id="rId9"/>
    <p:sldId id="493" r:id="rId10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331"/>
            <p14:sldId id="1332"/>
            <p14:sldId id="1333"/>
            <p14:sldId id="1330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077"/>
    <a:srgbClr val="C00000"/>
    <a:srgbClr val="FFFFFF"/>
    <a:srgbClr val="262699"/>
    <a:srgbClr val="262626"/>
    <a:srgbClr val="03FA10"/>
    <a:srgbClr val="0001FA"/>
    <a:srgbClr val="F70278"/>
    <a:srgbClr val="A9B00E"/>
    <a:srgbClr val="0094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F4936E-0967-4B34-A086-16E34D3876A0}" v="35" dt="2025-02-25T08:19:19.387"/>
    <p1510:client id="{C065BDDE-5C63-46A9-9B6A-2032DBF22F24}" v="17" dt="2025-02-25T13:14:10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54" autoAdjust="0"/>
    <p:restoredTop sz="96242" autoAdjust="0"/>
  </p:normalViewPr>
  <p:slideViewPr>
    <p:cSldViewPr snapToGrid="0">
      <p:cViewPr varScale="1">
        <p:scale>
          <a:sx n="106" d="100"/>
          <a:sy n="106" d="100"/>
        </p:scale>
        <p:origin x="20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C065BDDE-5C63-46A9-9B6A-2032DBF22F24}"/>
    <pc:docChg chg="undo redo custSel addSld delSld modSld modSection">
      <pc:chgData name="崎維 李" userId="d4390ee11c1fc6cf" providerId="LiveId" clId="{C065BDDE-5C63-46A9-9B6A-2032DBF22F24}" dt="2025-02-25T13:14:10.243" v="225"/>
      <pc:docMkLst>
        <pc:docMk/>
      </pc:docMkLst>
      <pc:sldChg chg="modSp mod">
        <pc:chgData name="崎維 李" userId="d4390ee11c1fc6cf" providerId="LiveId" clId="{C065BDDE-5C63-46A9-9B6A-2032DBF22F24}" dt="2025-02-25T13:14:10.243" v="225"/>
        <pc:sldMkLst>
          <pc:docMk/>
          <pc:sldMk cId="1759611898" sldId="492"/>
        </pc:sldMkLst>
        <pc:spChg chg="mod">
          <ac:chgData name="崎維 李" userId="d4390ee11c1fc6cf" providerId="LiveId" clId="{C065BDDE-5C63-46A9-9B6A-2032DBF22F24}" dt="2025-02-25T13:14:10.243" v="225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C065BDDE-5C63-46A9-9B6A-2032DBF22F24}" dt="2025-02-25T12:58:45.457" v="160" actId="20577"/>
        <pc:sldMkLst>
          <pc:docMk/>
          <pc:sldMk cId="1870929783" sldId="493"/>
        </pc:sldMkLst>
        <pc:spChg chg="mod">
          <ac:chgData name="崎維 李" userId="d4390ee11c1fc6cf" providerId="LiveId" clId="{C065BDDE-5C63-46A9-9B6A-2032DBF22F24}" dt="2025-02-25T12:58:45.457" v="160" actId="20577"/>
          <ac:spMkLst>
            <pc:docMk/>
            <pc:sldMk cId="1870929783" sldId="493"/>
            <ac:spMk id="6" creationId="{254CC07A-9104-BFF8-CC32-E6A910233C69}"/>
          </ac:spMkLst>
        </pc:spChg>
      </pc:sldChg>
      <pc:sldChg chg="modSp mod">
        <pc:chgData name="崎維 李" userId="d4390ee11c1fc6cf" providerId="LiveId" clId="{C065BDDE-5C63-46A9-9B6A-2032DBF22F24}" dt="2025-02-25T12:58:07.762" v="155" actId="14100"/>
        <pc:sldMkLst>
          <pc:docMk/>
          <pc:sldMk cId="1262116730" sldId="1330"/>
        </pc:sldMkLst>
        <pc:spChg chg="mod">
          <ac:chgData name="崎維 李" userId="d4390ee11c1fc6cf" providerId="LiveId" clId="{C065BDDE-5C63-46A9-9B6A-2032DBF22F24}" dt="2025-02-25T12:57:59.627" v="153" actId="20577"/>
          <ac:spMkLst>
            <pc:docMk/>
            <pc:sldMk cId="1262116730" sldId="1330"/>
            <ac:spMk id="3" creationId="{3AB11768-9374-C30B-05DF-F263567D567B}"/>
          </ac:spMkLst>
        </pc:spChg>
        <pc:picChg chg="mod">
          <ac:chgData name="崎維 李" userId="d4390ee11c1fc6cf" providerId="LiveId" clId="{C065BDDE-5C63-46A9-9B6A-2032DBF22F24}" dt="2025-02-25T12:58:04.891" v="154" actId="14100"/>
          <ac:picMkLst>
            <pc:docMk/>
            <pc:sldMk cId="1262116730" sldId="1330"/>
            <ac:picMk id="7" creationId="{F064A9F3-C026-C526-0A72-917E0D6336DC}"/>
          </ac:picMkLst>
        </pc:picChg>
        <pc:picChg chg="mod">
          <ac:chgData name="崎維 李" userId="d4390ee11c1fc6cf" providerId="LiveId" clId="{C065BDDE-5C63-46A9-9B6A-2032DBF22F24}" dt="2025-02-25T12:58:07.762" v="155" actId="14100"/>
          <ac:picMkLst>
            <pc:docMk/>
            <pc:sldMk cId="1262116730" sldId="1330"/>
            <ac:picMk id="9" creationId="{0FA0055C-5838-5DD9-4CE9-D085BCB93BF3}"/>
          </ac:picMkLst>
        </pc:picChg>
      </pc:sldChg>
      <pc:sldChg chg="addSp delSp modSp new mod">
        <pc:chgData name="崎維 李" userId="d4390ee11c1fc6cf" providerId="LiveId" clId="{C065BDDE-5C63-46A9-9B6A-2032DBF22F24}" dt="2025-02-25T13:13:05.672" v="199" actId="1076"/>
        <pc:sldMkLst>
          <pc:docMk/>
          <pc:sldMk cId="3606609377" sldId="1331"/>
        </pc:sldMkLst>
        <pc:spChg chg="del">
          <ac:chgData name="崎維 李" userId="d4390ee11c1fc6cf" providerId="LiveId" clId="{C065BDDE-5C63-46A9-9B6A-2032DBF22F24}" dt="2025-02-25T09:35:17.413" v="14" actId="478"/>
          <ac:spMkLst>
            <pc:docMk/>
            <pc:sldMk cId="3606609377" sldId="1331"/>
            <ac:spMk id="2" creationId="{57BD1B16-C1EA-5608-83B9-1B5A5B31FB23}"/>
          </ac:spMkLst>
        </pc:spChg>
        <pc:spChg chg="del">
          <ac:chgData name="崎維 李" userId="d4390ee11c1fc6cf" providerId="LiveId" clId="{C065BDDE-5C63-46A9-9B6A-2032DBF22F24}" dt="2025-02-25T09:35:32.496" v="21" actId="478"/>
          <ac:spMkLst>
            <pc:docMk/>
            <pc:sldMk cId="3606609377" sldId="1331"/>
            <ac:spMk id="3" creationId="{9D888937-073F-3000-DDE7-B692CC933080}"/>
          </ac:spMkLst>
        </pc:spChg>
        <pc:spChg chg="add del mod">
          <ac:chgData name="崎維 李" userId="d4390ee11c1fc6cf" providerId="LiveId" clId="{C065BDDE-5C63-46A9-9B6A-2032DBF22F24}" dt="2025-02-25T09:35:29.038" v="20" actId="478"/>
          <ac:spMkLst>
            <pc:docMk/>
            <pc:sldMk cId="3606609377" sldId="1331"/>
            <ac:spMk id="4" creationId="{4E2B1CFA-5B33-D713-F42C-008345C17AB0}"/>
          </ac:spMkLst>
        </pc:spChg>
        <pc:spChg chg="add mod">
          <ac:chgData name="崎維 李" userId="d4390ee11c1fc6cf" providerId="LiveId" clId="{C065BDDE-5C63-46A9-9B6A-2032DBF22F24}" dt="2025-02-25T09:37:22.273" v="105" actId="20577"/>
          <ac:spMkLst>
            <pc:docMk/>
            <pc:sldMk cId="3606609377" sldId="1331"/>
            <ac:spMk id="7" creationId="{6EBDBD1D-EFF9-F19C-57B3-46ADB4C1B0B9}"/>
          </ac:spMkLst>
        </pc:spChg>
        <pc:picChg chg="add mod">
          <ac:chgData name="崎維 李" userId="d4390ee11c1fc6cf" providerId="LiveId" clId="{C065BDDE-5C63-46A9-9B6A-2032DBF22F24}" dt="2025-02-25T13:13:05.672" v="199" actId="1076"/>
          <ac:picMkLst>
            <pc:docMk/>
            <pc:sldMk cId="3606609377" sldId="1331"/>
            <ac:picMk id="3" creationId="{BB35007E-0DF1-461B-A7FD-E1D005EC54D9}"/>
          </ac:picMkLst>
        </pc:picChg>
        <pc:picChg chg="add del mod modCrop">
          <ac:chgData name="崎維 李" userId="d4390ee11c1fc6cf" providerId="LiveId" clId="{C065BDDE-5C63-46A9-9B6A-2032DBF22F24}" dt="2025-02-25T13:10:55.853" v="161" actId="478"/>
          <ac:picMkLst>
            <pc:docMk/>
            <pc:sldMk cId="3606609377" sldId="1331"/>
            <ac:picMk id="6" creationId="{29477C84-FBB8-BD9C-6BE0-182261909978}"/>
          </ac:picMkLst>
        </pc:picChg>
      </pc:sldChg>
      <pc:sldChg chg="addSp delSp modSp new mod">
        <pc:chgData name="崎維 李" userId="d4390ee11c1fc6cf" providerId="LiveId" clId="{C065BDDE-5C63-46A9-9B6A-2032DBF22F24}" dt="2025-02-25T13:13:14.560" v="201" actId="1076"/>
        <pc:sldMkLst>
          <pc:docMk/>
          <pc:sldMk cId="3009819144" sldId="1332"/>
        </pc:sldMkLst>
        <pc:spChg chg="del">
          <ac:chgData name="崎維 李" userId="d4390ee11c1fc6cf" providerId="LiveId" clId="{C065BDDE-5C63-46A9-9B6A-2032DBF22F24}" dt="2025-02-25T13:11:24.609" v="171" actId="478"/>
          <ac:spMkLst>
            <pc:docMk/>
            <pc:sldMk cId="3009819144" sldId="1332"/>
            <ac:spMk id="2" creationId="{A7DB0976-6775-268B-2B3A-D943279B3537}"/>
          </ac:spMkLst>
        </pc:spChg>
        <pc:spChg chg="del">
          <ac:chgData name="崎維 李" userId="d4390ee11c1fc6cf" providerId="LiveId" clId="{C065BDDE-5C63-46A9-9B6A-2032DBF22F24}" dt="2025-02-25T13:11:26.844" v="172" actId="478"/>
          <ac:spMkLst>
            <pc:docMk/>
            <pc:sldMk cId="3009819144" sldId="1332"/>
            <ac:spMk id="3" creationId="{3F099DBA-9E9F-F39D-F3A6-DC56CF4DBB35}"/>
          </ac:spMkLst>
        </pc:spChg>
        <pc:picChg chg="add mod">
          <ac:chgData name="崎維 李" userId="d4390ee11c1fc6cf" providerId="LiveId" clId="{C065BDDE-5C63-46A9-9B6A-2032DBF22F24}" dt="2025-02-25T13:13:14.560" v="201" actId="1076"/>
          <ac:picMkLst>
            <pc:docMk/>
            <pc:sldMk cId="3009819144" sldId="1332"/>
            <ac:picMk id="5" creationId="{E983BD14-87FB-4849-8DC3-51E7FC25519B}"/>
          </ac:picMkLst>
        </pc:picChg>
      </pc:sldChg>
      <pc:sldChg chg="addSp delSp modSp new mod">
        <pc:chgData name="崎維 李" userId="d4390ee11c1fc6cf" providerId="LiveId" clId="{C065BDDE-5C63-46A9-9B6A-2032DBF22F24}" dt="2025-02-25T13:12:47.061" v="194" actId="1076"/>
        <pc:sldMkLst>
          <pc:docMk/>
          <pc:sldMk cId="3860805492" sldId="1333"/>
        </pc:sldMkLst>
        <pc:spChg chg="del">
          <ac:chgData name="崎維 李" userId="d4390ee11c1fc6cf" providerId="LiveId" clId="{C065BDDE-5C63-46A9-9B6A-2032DBF22F24}" dt="2025-02-25T13:12:31.547" v="186" actId="478"/>
          <ac:spMkLst>
            <pc:docMk/>
            <pc:sldMk cId="3860805492" sldId="1333"/>
            <ac:spMk id="2" creationId="{3B484A6D-D6B3-7D4E-EC17-8823C552640F}"/>
          </ac:spMkLst>
        </pc:spChg>
        <pc:spChg chg="del">
          <ac:chgData name="崎維 李" userId="d4390ee11c1fc6cf" providerId="LiveId" clId="{C065BDDE-5C63-46A9-9B6A-2032DBF22F24}" dt="2025-02-25T13:12:32.637" v="187" actId="478"/>
          <ac:spMkLst>
            <pc:docMk/>
            <pc:sldMk cId="3860805492" sldId="1333"/>
            <ac:spMk id="3" creationId="{AE122A13-BE7F-B387-ACB5-2DA3F8CBE8B2}"/>
          </ac:spMkLst>
        </pc:spChg>
        <pc:picChg chg="add mod">
          <ac:chgData name="崎維 李" userId="d4390ee11c1fc6cf" providerId="LiveId" clId="{C065BDDE-5C63-46A9-9B6A-2032DBF22F24}" dt="2025-02-25T13:12:47.061" v="194" actId="1076"/>
          <ac:picMkLst>
            <pc:docMk/>
            <pc:sldMk cId="3860805492" sldId="1333"/>
            <ac:picMk id="5" creationId="{2ADD6CBC-826E-FB94-D0FC-4349E4287ED0}"/>
          </ac:picMkLst>
        </pc:picChg>
      </pc:sldChg>
      <pc:sldChg chg="new del">
        <pc:chgData name="崎維 李" userId="d4390ee11c1fc6cf" providerId="LiveId" clId="{C065BDDE-5C63-46A9-9B6A-2032DBF22F24}" dt="2025-02-25T13:13:59.792" v="216" actId="47"/>
        <pc:sldMkLst>
          <pc:docMk/>
          <pc:sldMk cId="1647202379" sldId="1334"/>
        </pc:sldMkLst>
      </pc:sldChg>
      <pc:sldChg chg="addSp delSp modSp new del mod">
        <pc:chgData name="崎維 李" userId="d4390ee11c1fc6cf" providerId="LiveId" clId="{C065BDDE-5C63-46A9-9B6A-2032DBF22F24}" dt="2025-02-25T13:14:00.654" v="217" actId="47"/>
        <pc:sldMkLst>
          <pc:docMk/>
          <pc:sldMk cId="1384221738" sldId="1335"/>
        </pc:sldMkLst>
        <pc:spChg chg="del">
          <ac:chgData name="崎維 李" userId="d4390ee11c1fc6cf" providerId="LiveId" clId="{C065BDDE-5C63-46A9-9B6A-2032DBF22F24}" dt="2025-02-25T13:13:41.056" v="204" actId="478"/>
          <ac:spMkLst>
            <pc:docMk/>
            <pc:sldMk cId="1384221738" sldId="1335"/>
            <ac:spMk id="2" creationId="{B7489835-30A8-E815-0550-E6B2F6FCE3D3}"/>
          </ac:spMkLst>
        </pc:spChg>
        <pc:spChg chg="del">
          <ac:chgData name="崎維 李" userId="d4390ee11c1fc6cf" providerId="LiveId" clId="{C065BDDE-5C63-46A9-9B6A-2032DBF22F24}" dt="2025-02-25T13:13:41.898" v="205" actId="478"/>
          <ac:spMkLst>
            <pc:docMk/>
            <pc:sldMk cId="1384221738" sldId="1335"/>
            <ac:spMk id="3" creationId="{C9AAE655-BA48-0E6C-0587-163C52A71668}"/>
          </ac:spMkLst>
        </pc:spChg>
        <pc:picChg chg="add del mod">
          <ac:chgData name="崎維 李" userId="d4390ee11c1fc6cf" providerId="LiveId" clId="{C065BDDE-5C63-46A9-9B6A-2032DBF22F24}" dt="2025-02-25T13:13:57.989" v="215" actId="478"/>
          <ac:picMkLst>
            <pc:docMk/>
            <pc:sldMk cId="1384221738" sldId="1335"/>
            <ac:picMk id="5" creationId="{F79F8DB3-8BBF-D2AD-8A83-13210E09015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0825" cy="381000"/>
          </a:xfrm>
          <a:prstGeom prst="rect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3162300"/>
            <a:ext cx="9140825" cy="3733800"/>
          </a:xfrm>
          <a:prstGeom prst="rect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-33338" y="2847975"/>
            <a:ext cx="9140826" cy="4010025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755775" y="3695700"/>
            <a:ext cx="615950" cy="606425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1755775" y="4545013"/>
            <a:ext cx="615950" cy="604837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1755775" y="5402263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0" name="Oval 8"/>
          <p:cNvSpPr>
            <a:spLocks noChangeArrowheads="1"/>
          </p:cNvSpPr>
          <p:nvPr/>
        </p:nvSpPr>
        <p:spPr bwMode="auto">
          <a:xfrm>
            <a:off x="2562225" y="3695700"/>
            <a:ext cx="615950" cy="606425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2562225" y="4545013"/>
            <a:ext cx="615950" cy="604837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2" name="Oval 10"/>
          <p:cNvSpPr>
            <a:spLocks noChangeArrowheads="1"/>
          </p:cNvSpPr>
          <p:nvPr/>
        </p:nvSpPr>
        <p:spPr bwMode="auto">
          <a:xfrm>
            <a:off x="2562225" y="5402263"/>
            <a:ext cx="615950" cy="606425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3" name="Oval 11"/>
          <p:cNvSpPr>
            <a:spLocks noChangeArrowheads="1"/>
          </p:cNvSpPr>
          <p:nvPr/>
        </p:nvSpPr>
        <p:spPr bwMode="auto">
          <a:xfrm>
            <a:off x="949325" y="3695700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4" name="Oval 12"/>
          <p:cNvSpPr>
            <a:spLocks noChangeArrowheads="1"/>
          </p:cNvSpPr>
          <p:nvPr/>
        </p:nvSpPr>
        <p:spPr bwMode="auto">
          <a:xfrm>
            <a:off x="949325" y="4545013"/>
            <a:ext cx="615950" cy="604837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5" name="Oval 13"/>
          <p:cNvSpPr>
            <a:spLocks noChangeArrowheads="1"/>
          </p:cNvSpPr>
          <p:nvPr/>
        </p:nvSpPr>
        <p:spPr bwMode="auto">
          <a:xfrm>
            <a:off x="4149725" y="4545013"/>
            <a:ext cx="615950" cy="604837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949325" y="5402263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949325" y="6142038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341688" y="5402263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4149725" y="5402263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0" name="Freeform 18"/>
          <p:cNvSpPr>
            <a:spLocks/>
          </p:cNvSpPr>
          <p:nvPr/>
        </p:nvSpPr>
        <p:spPr bwMode="auto">
          <a:xfrm>
            <a:off x="1917700" y="3857625"/>
            <a:ext cx="284163" cy="282575"/>
          </a:xfrm>
          <a:custGeom>
            <a:avLst/>
            <a:gdLst>
              <a:gd name="T0" fmla="*/ 2147483647 w 28"/>
              <a:gd name="T1" fmla="*/ 2147483647 h 28"/>
              <a:gd name="T2" fmla="*/ 2147483647 w 28"/>
              <a:gd name="T3" fmla="*/ 2147483647 h 28"/>
              <a:gd name="T4" fmla="*/ 2147483647 w 28"/>
              <a:gd name="T5" fmla="*/ 2147483647 h 28"/>
              <a:gd name="T6" fmla="*/ 2147483647 w 28"/>
              <a:gd name="T7" fmla="*/ 2147483647 h 28"/>
              <a:gd name="T8" fmla="*/ 2147483647 w 28"/>
              <a:gd name="T9" fmla="*/ 2147483647 h 28"/>
              <a:gd name="T10" fmla="*/ 2147483647 w 28"/>
              <a:gd name="T11" fmla="*/ 2147483647 h 28"/>
              <a:gd name="T12" fmla="*/ 2147483647 w 28"/>
              <a:gd name="T13" fmla="*/ 2147483647 h 28"/>
              <a:gd name="T14" fmla="*/ 2147483647 w 28"/>
              <a:gd name="T15" fmla="*/ 2147483647 h 28"/>
              <a:gd name="T16" fmla="*/ 2147483647 w 28"/>
              <a:gd name="T17" fmla="*/ 2147483647 h 28"/>
              <a:gd name="T18" fmla="*/ 0 w 28"/>
              <a:gd name="T19" fmla="*/ 2147483647 h 28"/>
              <a:gd name="T20" fmla="*/ 2147483647 w 28"/>
              <a:gd name="T21" fmla="*/ 2147483647 h 28"/>
              <a:gd name="T22" fmla="*/ 2147483647 w 28"/>
              <a:gd name="T23" fmla="*/ 2147483647 h 28"/>
              <a:gd name="T24" fmla="*/ 2147483647 w 28"/>
              <a:gd name="T25" fmla="*/ 2147483647 h 28"/>
              <a:gd name="T26" fmla="*/ 2147483647 w 28"/>
              <a:gd name="T27" fmla="*/ 2147483647 h 28"/>
              <a:gd name="T28" fmla="*/ 2147483647 w 28"/>
              <a:gd name="T29" fmla="*/ 2147483647 h 28"/>
              <a:gd name="T30" fmla="*/ 2147483647 w 28"/>
              <a:gd name="T31" fmla="*/ 2147483647 h 28"/>
              <a:gd name="T32" fmla="*/ 2147483647 w 28"/>
              <a:gd name="T33" fmla="*/ 2147483647 h 28"/>
              <a:gd name="T34" fmla="*/ 2147483647 w 28"/>
              <a:gd name="T35" fmla="*/ 0 h 28"/>
              <a:gd name="T36" fmla="*/ 2147483647 w 28"/>
              <a:gd name="T37" fmla="*/ 0 h 28"/>
              <a:gd name="T38" fmla="*/ 2147483647 w 28"/>
              <a:gd name="T39" fmla="*/ 2147483647 h 28"/>
              <a:gd name="T40" fmla="*/ 2147483647 w 28"/>
              <a:gd name="T41" fmla="*/ 2147483647 h 28"/>
              <a:gd name="T42" fmla="*/ 2147483647 w 28"/>
              <a:gd name="T43" fmla="*/ 2147483647 h 28"/>
              <a:gd name="T44" fmla="*/ 2147483647 w 28"/>
              <a:gd name="T45" fmla="*/ 2147483647 h 2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" name="Freeform 19"/>
          <p:cNvSpPr>
            <a:spLocks/>
          </p:cNvSpPr>
          <p:nvPr/>
        </p:nvSpPr>
        <p:spPr bwMode="auto">
          <a:xfrm>
            <a:off x="2716213" y="3857625"/>
            <a:ext cx="282575" cy="282575"/>
          </a:xfrm>
          <a:custGeom>
            <a:avLst/>
            <a:gdLst>
              <a:gd name="T0" fmla="*/ 2147483647 w 28"/>
              <a:gd name="T1" fmla="*/ 2147483647 h 28"/>
              <a:gd name="T2" fmla="*/ 2147483647 w 28"/>
              <a:gd name="T3" fmla="*/ 2147483647 h 28"/>
              <a:gd name="T4" fmla="*/ 2147483647 w 28"/>
              <a:gd name="T5" fmla="*/ 2147483647 h 28"/>
              <a:gd name="T6" fmla="*/ 2147483647 w 28"/>
              <a:gd name="T7" fmla="*/ 2147483647 h 28"/>
              <a:gd name="T8" fmla="*/ 2147483647 w 28"/>
              <a:gd name="T9" fmla="*/ 2147483647 h 28"/>
              <a:gd name="T10" fmla="*/ 2147483647 w 28"/>
              <a:gd name="T11" fmla="*/ 2147483647 h 28"/>
              <a:gd name="T12" fmla="*/ 2147483647 w 28"/>
              <a:gd name="T13" fmla="*/ 2147483647 h 28"/>
              <a:gd name="T14" fmla="*/ 2147483647 w 28"/>
              <a:gd name="T15" fmla="*/ 2147483647 h 28"/>
              <a:gd name="T16" fmla="*/ 2147483647 w 28"/>
              <a:gd name="T17" fmla="*/ 2147483647 h 28"/>
              <a:gd name="T18" fmla="*/ 0 w 28"/>
              <a:gd name="T19" fmla="*/ 2147483647 h 28"/>
              <a:gd name="T20" fmla="*/ 2147483647 w 28"/>
              <a:gd name="T21" fmla="*/ 2147483647 h 28"/>
              <a:gd name="T22" fmla="*/ 2147483647 w 28"/>
              <a:gd name="T23" fmla="*/ 2147483647 h 28"/>
              <a:gd name="T24" fmla="*/ 2147483647 w 28"/>
              <a:gd name="T25" fmla="*/ 2147483647 h 28"/>
              <a:gd name="T26" fmla="*/ 2147483647 w 28"/>
              <a:gd name="T27" fmla="*/ 2147483647 h 28"/>
              <a:gd name="T28" fmla="*/ 2147483647 w 28"/>
              <a:gd name="T29" fmla="*/ 2147483647 h 28"/>
              <a:gd name="T30" fmla="*/ 2147483647 w 28"/>
              <a:gd name="T31" fmla="*/ 2147483647 h 28"/>
              <a:gd name="T32" fmla="*/ 2147483647 w 28"/>
              <a:gd name="T33" fmla="*/ 2147483647 h 28"/>
              <a:gd name="T34" fmla="*/ 2147483647 w 28"/>
              <a:gd name="T35" fmla="*/ 0 h 28"/>
              <a:gd name="T36" fmla="*/ 2147483647 w 28"/>
              <a:gd name="T37" fmla="*/ 0 h 28"/>
              <a:gd name="T38" fmla="*/ 2147483647 w 28"/>
              <a:gd name="T39" fmla="*/ 2147483647 h 28"/>
              <a:gd name="T40" fmla="*/ 2147483647 w 28"/>
              <a:gd name="T41" fmla="*/ 2147483647 h 28"/>
              <a:gd name="T42" fmla="*/ 2147483647 w 28"/>
              <a:gd name="T43" fmla="*/ 2147483647 h 28"/>
              <a:gd name="T44" fmla="*/ 2147483647 w 28"/>
              <a:gd name="T45" fmla="*/ 2147483647 h 2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0"/>
          <p:cNvSpPr>
            <a:spLocks/>
          </p:cNvSpPr>
          <p:nvPr/>
        </p:nvSpPr>
        <p:spPr bwMode="auto">
          <a:xfrm>
            <a:off x="2716213" y="4705350"/>
            <a:ext cx="282575" cy="293688"/>
          </a:xfrm>
          <a:custGeom>
            <a:avLst/>
            <a:gdLst>
              <a:gd name="T0" fmla="*/ 2147483647 w 28"/>
              <a:gd name="T1" fmla="*/ 2147483647 h 29"/>
              <a:gd name="T2" fmla="*/ 2147483647 w 28"/>
              <a:gd name="T3" fmla="*/ 2147483647 h 29"/>
              <a:gd name="T4" fmla="*/ 2147483647 w 28"/>
              <a:gd name="T5" fmla="*/ 2147483647 h 29"/>
              <a:gd name="T6" fmla="*/ 2147483647 w 28"/>
              <a:gd name="T7" fmla="*/ 2147483647 h 29"/>
              <a:gd name="T8" fmla="*/ 2147483647 w 28"/>
              <a:gd name="T9" fmla="*/ 2147483647 h 29"/>
              <a:gd name="T10" fmla="*/ 2147483647 w 28"/>
              <a:gd name="T11" fmla="*/ 2147483647 h 29"/>
              <a:gd name="T12" fmla="*/ 2147483647 w 28"/>
              <a:gd name="T13" fmla="*/ 2147483647 h 29"/>
              <a:gd name="T14" fmla="*/ 2147483647 w 28"/>
              <a:gd name="T15" fmla="*/ 2147483647 h 29"/>
              <a:gd name="T16" fmla="*/ 2147483647 w 28"/>
              <a:gd name="T17" fmla="*/ 2147483647 h 29"/>
              <a:gd name="T18" fmla="*/ 0 w 28"/>
              <a:gd name="T19" fmla="*/ 2147483647 h 29"/>
              <a:gd name="T20" fmla="*/ 2147483647 w 28"/>
              <a:gd name="T21" fmla="*/ 2147483647 h 29"/>
              <a:gd name="T22" fmla="*/ 2147483647 w 28"/>
              <a:gd name="T23" fmla="*/ 2147483647 h 29"/>
              <a:gd name="T24" fmla="*/ 2147483647 w 28"/>
              <a:gd name="T25" fmla="*/ 2147483647 h 29"/>
              <a:gd name="T26" fmla="*/ 2147483647 w 28"/>
              <a:gd name="T27" fmla="*/ 2147483647 h 29"/>
              <a:gd name="T28" fmla="*/ 2147483647 w 28"/>
              <a:gd name="T29" fmla="*/ 2147483647 h 29"/>
              <a:gd name="T30" fmla="*/ 2147483647 w 28"/>
              <a:gd name="T31" fmla="*/ 2147483647 h 29"/>
              <a:gd name="T32" fmla="*/ 2147483647 w 28"/>
              <a:gd name="T33" fmla="*/ 2147483647 h 29"/>
              <a:gd name="T34" fmla="*/ 2147483647 w 28"/>
              <a:gd name="T35" fmla="*/ 2147483647 h 29"/>
              <a:gd name="T36" fmla="*/ 2147483647 w 28"/>
              <a:gd name="T37" fmla="*/ 2147483647 h 29"/>
              <a:gd name="T38" fmla="*/ 2147483647 w 28"/>
              <a:gd name="T39" fmla="*/ 2147483647 h 29"/>
              <a:gd name="T40" fmla="*/ 2147483647 w 28"/>
              <a:gd name="T41" fmla="*/ 2147483647 h 29"/>
              <a:gd name="T42" fmla="*/ 2147483647 w 28"/>
              <a:gd name="T43" fmla="*/ 2147483647 h 29"/>
              <a:gd name="T44" fmla="*/ 2147483647 w 28"/>
              <a:gd name="T45" fmla="*/ 2147483647 h 29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3" name="Freeform 21"/>
          <p:cNvSpPr>
            <a:spLocks/>
          </p:cNvSpPr>
          <p:nvPr/>
        </p:nvSpPr>
        <p:spPr bwMode="auto">
          <a:xfrm>
            <a:off x="3513138" y="4705350"/>
            <a:ext cx="282575" cy="293688"/>
          </a:xfrm>
          <a:custGeom>
            <a:avLst/>
            <a:gdLst>
              <a:gd name="T0" fmla="*/ 2147483647 w 28"/>
              <a:gd name="T1" fmla="*/ 2147483647 h 29"/>
              <a:gd name="T2" fmla="*/ 2147483647 w 28"/>
              <a:gd name="T3" fmla="*/ 2147483647 h 29"/>
              <a:gd name="T4" fmla="*/ 2147483647 w 28"/>
              <a:gd name="T5" fmla="*/ 2147483647 h 29"/>
              <a:gd name="T6" fmla="*/ 2147483647 w 28"/>
              <a:gd name="T7" fmla="*/ 2147483647 h 29"/>
              <a:gd name="T8" fmla="*/ 2147483647 w 28"/>
              <a:gd name="T9" fmla="*/ 2147483647 h 29"/>
              <a:gd name="T10" fmla="*/ 2147483647 w 28"/>
              <a:gd name="T11" fmla="*/ 2147483647 h 29"/>
              <a:gd name="T12" fmla="*/ 2147483647 w 28"/>
              <a:gd name="T13" fmla="*/ 2147483647 h 29"/>
              <a:gd name="T14" fmla="*/ 2147483647 w 28"/>
              <a:gd name="T15" fmla="*/ 2147483647 h 29"/>
              <a:gd name="T16" fmla="*/ 2147483647 w 28"/>
              <a:gd name="T17" fmla="*/ 2147483647 h 29"/>
              <a:gd name="T18" fmla="*/ 0 w 28"/>
              <a:gd name="T19" fmla="*/ 2147483647 h 29"/>
              <a:gd name="T20" fmla="*/ 2147483647 w 28"/>
              <a:gd name="T21" fmla="*/ 2147483647 h 29"/>
              <a:gd name="T22" fmla="*/ 2147483647 w 28"/>
              <a:gd name="T23" fmla="*/ 2147483647 h 29"/>
              <a:gd name="T24" fmla="*/ 2147483647 w 28"/>
              <a:gd name="T25" fmla="*/ 2147483647 h 29"/>
              <a:gd name="T26" fmla="*/ 2147483647 w 28"/>
              <a:gd name="T27" fmla="*/ 2147483647 h 29"/>
              <a:gd name="T28" fmla="*/ 2147483647 w 28"/>
              <a:gd name="T29" fmla="*/ 2147483647 h 29"/>
              <a:gd name="T30" fmla="*/ 2147483647 w 28"/>
              <a:gd name="T31" fmla="*/ 2147483647 h 29"/>
              <a:gd name="T32" fmla="*/ 2147483647 w 28"/>
              <a:gd name="T33" fmla="*/ 2147483647 h 29"/>
              <a:gd name="T34" fmla="*/ 2147483647 w 28"/>
              <a:gd name="T35" fmla="*/ 2147483647 h 29"/>
              <a:gd name="T36" fmla="*/ 2147483647 w 28"/>
              <a:gd name="T37" fmla="*/ 2147483647 h 29"/>
              <a:gd name="T38" fmla="*/ 2147483647 w 28"/>
              <a:gd name="T39" fmla="*/ 2147483647 h 29"/>
              <a:gd name="T40" fmla="*/ 2147483647 w 28"/>
              <a:gd name="T41" fmla="*/ 2147483647 h 29"/>
              <a:gd name="T42" fmla="*/ 2147483647 w 28"/>
              <a:gd name="T43" fmla="*/ 2147483647 h 29"/>
              <a:gd name="T44" fmla="*/ 2147483647 w 28"/>
              <a:gd name="T45" fmla="*/ 2147483647 h 29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" name="Freeform 22"/>
          <p:cNvSpPr>
            <a:spLocks/>
          </p:cNvSpPr>
          <p:nvPr/>
        </p:nvSpPr>
        <p:spPr bwMode="auto">
          <a:xfrm>
            <a:off x="2716213" y="5564188"/>
            <a:ext cx="282575" cy="282575"/>
          </a:xfrm>
          <a:custGeom>
            <a:avLst/>
            <a:gdLst>
              <a:gd name="T0" fmla="*/ 2147483647 w 28"/>
              <a:gd name="T1" fmla="*/ 2147483647 h 28"/>
              <a:gd name="T2" fmla="*/ 2147483647 w 28"/>
              <a:gd name="T3" fmla="*/ 2147483647 h 28"/>
              <a:gd name="T4" fmla="*/ 2147483647 w 28"/>
              <a:gd name="T5" fmla="*/ 2147483647 h 28"/>
              <a:gd name="T6" fmla="*/ 2147483647 w 28"/>
              <a:gd name="T7" fmla="*/ 2147483647 h 28"/>
              <a:gd name="T8" fmla="*/ 2147483647 w 28"/>
              <a:gd name="T9" fmla="*/ 2147483647 h 28"/>
              <a:gd name="T10" fmla="*/ 2147483647 w 28"/>
              <a:gd name="T11" fmla="*/ 2147483647 h 28"/>
              <a:gd name="T12" fmla="*/ 2147483647 w 28"/>
              <a:gd name="T13" fmla="*/ 2147483647 h 28"/>
              <a:gd name="T14" fmla="*/ 2147483647 w 28"/>
              <a:gd name="T15" fmla="*/ 2147483647 h 28"/>
              <a:gd name="T16" fmla="*/ 2147483647 w 28"/>
              <a:gd name="T17" fmla="*/ 2147483647 h 28"/>
              <a:gd name="T18" fmla="*/ 0 w 28"/>
              <a:gd name="T19" fmla="*/ 2147483647 h 28"/>
              <a:gd name="T20" fmla="*/ 2147483647 w 28"/>
              <a:gd name="T21" fmla="*/ 2147483647 h 28"/>
              <a:gd name="T22" fmla="*/ 2147483647 w 28"/>
              <a:gd name="T23" fmla="*/ 2147483647 h 28"/>
              <a:gd name="T24" fmla="*/ 2147483647 w 28"/>
              <a:gd name="T25" fmla="*/ 2147483647 h 28"/>
              <a:gd name="T26" fmla="*/ 2147483647 w 28"/>
              <a:gd name="T27" fmla="*/ 2147483647 h 28"/>
              <a:gd name="T28" fmla="*/ 2147483647 w 28"/>
              <a:gd name="T29" fmla="*/ 2147483647 h 28"/>
              <a:gd name="T30" fmla="*/ 2147483647 w 28"/>
              <a:gd name="T31" fmla="*/ 2147483647 h 28"/>
              <a:gd name="T32" fmla="*/ 2147483647 w 28"/>
              <a:gd name="T33" fmla="*/ 2147483647 h 28"/>
              <a:gd name="T34" fmla="*/ 2147483647 w 28"/>
              <a:gd name="T35" fmla="*/ 0 h 28"/>
              <a:gd name="T36" fmla="*/ 2147483647 w 28"/>
              <a:gd name="T37" fmla="*/ 0 h 28"/>
              <a:gd name="T38" fmla="*/ 2147483647 w 28"/>
              <a:gd name="T39" fmla="*/ 2147483647 h 28"/>
              <a:gd name="T40" fmla="*/ 2147483647 w 28"/>
              <a:gd name="T41" fmla="*/ 2147483647 h 28"/>
              <a:gd name="T42" fmla="*/ 2147483647 w 28"/>
              <a:gd name="T43" fmla="*/ 2147483647 h 28"/>
              <a:gd name="T44" fmla="*/ 2147483647 w 28"/>
              <a:gd name="T45" fmla="*/ 2147483647 h 2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5" name="Oval 23"/>
          <p:cNvSpPr>
            <a:spLocks noChangeArrowheads="1"/>
          </p:cNvSpPr>
          <p:nvPr/>
        </p:nvSpPr>
        <p:spPr bwMode="auto">
          <a:xfrm>
            <a:off x="152400" y="3695700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152400" y="4545013"/>
            <a:ext cx="615950" cy="604837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152400" y="5402263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152400" y="6142038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3343275" y="4545013"/>
            <a:ext cx="615950" cy="604837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1755775" y="2886075"/>
            <a:ext cx="615950" cy="606425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31" name="Oval 29"/>
          <p:cNvSpPr>
            <a:spLocks noChangeArrowheads="1"/>
          </p:cNvSpPr>
          <p:nvPr/>
        </p:nvSpPr>
        <p:spPr bwMode="auto">
          <a:xfrm>
            <a:off x="949325" y="2886075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32" name="Freeform 30"/>
          <p:cNvSpPr>
            <a:spLocks/>
          </p:cNvSpPr>
          <p:nvPr/>
        </p:nvSpPr>
        <p:spPr bwMode="auto">
          <a:xfrm>
            <a:off x="1917700" y="3048000"/>
            <a:ext cx="284163" cy="282575"/>
          </a:xfrm>
          <a:custGeom>
            <a:avLst/>
            <a:gdLst>
              <a:gd name="T0" fmla="*/ 2147483647 w 28"/>
              <a:gd name="T1" fmla="*/ 2147483647 h 28"/>
              <a:gd name="T2" fmla="*/ 2147483647 w 28"/>
              <a:gd name="T3" fmla="*/ 2147483647 h 28"/>
              <a:gd name="T4" fmla="*/ 2147483647 w 28"/>
              <a:gd name="T5" fmla="*/ 2147483647 h 28"/>
              <a:gd name="T6" fmla="*/ 2147483647 w 28"/>
              <a:gd name="T7" fmla="*/ 2147483647 h 28"/>
              <a:gd name="T8" fmla="*/ 2147483647 w 28"/>
              <a:gd name="T9" fmla="*/ 2147483647 h 28"/>
              <a:gd name="T10" fmla="*/ 2147483647 w 28"/>
              <a:gd name="T11" fmla="*/ 2147483647 h 28"/>
              <a:gd name="T12" fmla="*/ 2147483647 w 28"/>
              <a:gd name="T13" fmla="*/ 2147483647 h 28"/>
              <a:gd name="T14" fmla="*/ 2147483647 w 28"/>
              <a:gd name="T15" fmla="*/ 2147483647 h 28"/>
              <a:gd name="T16" fmla="*/ 2147483647 w 28"/>
              <a:gd name="T17" fmla="*/ 2147483647 h 28"/>
              <a:gd name="T18" fmla="*/ 0 w 28"/>
              <a:gd name="T19" fmla="*/ 2147483647 h 28"/>
              <a:gd name="T20" fmla="*/ 2147483647 w 28"/>
              <a:gd name="T21" fmla="*/ 2147483647 h 28"/>
              <a:gd name="T22" fmla="*/ 2147483647 w 28"/>
              <a:gd name="T23" fmla="*/ 2147483647 h 28"/>
              <a:gd name="T24" fmla="*/ 2147483647 w 28"/>
              <a:gd name="T25" fmla="*/ 2147483647 h 28"/>
              <a:gd name="T26" fmla="*/ 2147483647 w 28"/>
              <a:gd name="T27" fmla="*/ 2147483647 h 28"/>
              <a:gd name="T28" fmla="*/ 2147483647 w 28"/>
              <a:gd name="T29" fmla="*/ 2147483647 h 28"/>
              <a:gd name="T30" fmla="*/ 2147483647 w 28"/>
              <a:gd name="T31" fmla="*/ 2147483647 h 28"/>
              <a:gd name="T32" fmla="*/ 2147483647 w 28"/>
              <a:gd name="T33" fmla="*/ 2147483647 h 28"/>
              <a:gd name="T34" fmla="*/ 2147483647 w 28"/>
              <a:gd name="T35" fmla="*/ 0 h 28"/>
              <a:gd name="T36" fmla="*/ 2147483647 w 28"/>
              <a:gd name="T37" fmla="*/ 0 h 28"/>
              <a:gd name="T38" fmla="*/ 2147483647 w 28"/>
              <a:gd name="T39" fmla="*/ 2147483647 h 28"/>
              <a:gd name="T40" fmla="*/ 2147483647 w 28"/>
              <a:gd name="T41" fmla="*/ 2147483647 h 28"/>
              <a:gd name="T42" fmla="*/ 2147483647 w 28"/>
              <a:gd name="T43" fmla="*/ 2147483647 h 28"/>
              <a:gd name="T44" fmla="*/ 2147483647 w 28"/>
              <a:gd name="T45" fmla="*/ 2147483647 h 2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3" name="Oval 31"/>
          <p:cNvSpPr>
            <a:spLocks noChangeArrowheads="1"/>
          </p:cNvSpPr>
          <p:nvPr/>
        </p:nvSpPr>
        <p:spPr bwMode="auto">
          <a:xfrm>
            <a:off x="152400" y="2886075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pic>
        <p:nvPicPr>
          <p:cNvPr id="34" name="Picture 32" descr="CBA06_1 복사본"/>
          <p:cNvPicPr>
            <a:picLocks noChangeAspect="1" noChangeArrowheads="1" noCrop="1"/>
          </p:cNvPicPr>
          <p:nvPr/>
        </p:nvPicPr>
        <p:blipFill>
          <a:blip r:embed="rId2" cstate="print">
            <a:lum bright="20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260350"/>
            <a:ext cx="13716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39"/>
          <p:cNvSpPr>
            <a:spLocks noChangeArrowheads="1"/>
          </p:cNvSpPr>
          <p:nvPr userDrawn="1"/>
        </p:nvSpPr>
        <p:spPr bwMode="auto">
          <a:xfrm>
            <a:off x="4243388" y="6107113"/>
            <a:ext cx="4899025" cy="585787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zh-TW" sz="1600" b="1">
                <a:solidFill>
                  <a:srgbClr val="0099FF"/>
                </a:solidFill>
                <a:latin typeface="Times New Roman" pitchFamily="18" charset="0"/>
                <a:ea typeface="新細明體" pitchFamily="18" charset="-120"/>
              </a:rPr>
              <a:t>Department of Electrical Engineering </a:t>
            </a:r>
            <a:br>
              <a:rPr kumimoji="0" lang="en-US" altLang="zh-TW" sz="1600" b="1">
                <a:solidFill>
                  <a:srgbClr val="0099FF"/>
                </a:solidFill>
                <a:latin typeface="Times New Roman" pitchFamily="18" charset="0"/>
                <a:ea typeface="新細明體" pitchFamily="18" charset="-120"/>
              </a:rPr>
            </a:br>
            <a:r>
              <a:rPr kumimoji="0" lang="en-US" altLang="zh-TW" sz="1600" b="1">
                <a:solidFill>
                  <a:srgbClr val="0099FF"/>
                </a:solidFill>
                <a:latin typeface="Times New Roman" pitchFamily="18" charset="0"/>
                <a:ea typeface="新細明體" pitchFamily="18" charset="-120"/>
              </a:rPr>
              <a:t>National Yunlin University of Science and Technology</a:t>
            </a:r>
          </a:p>
        </p:txBody>
      </p:sp>
      <p:pic>
        <p:nvPicPr>
          <p:cNvPr id="36" name="Picture 10" descr="C:\Users\Raier\Downloads\mark_bmp\logo\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588" y="6197600"/>
            <a:ext cx="4318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684213" y="1341438"/>
            <a:ext cx="7772400" cy="1066800"/>
          </a:xfrm>
          <a:effectLst>
            <a:outerShdw dist="28398" dir="1593903" algn="ctr" rotWithShape="0">
              <a:srgbClr val="FF66FF">
                <a:alpha val="50000"/>
              </a:srgbClr>
            </a:outerShdw>
          </a:effectLst>
        </p:spPr>
        <p:txBody>
          <a:bodyPr/>
          <a:lstStyle>
            <a:lvl1pPr algn="ctr">
              <a:defRPr sz="5000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28675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2819400"/>
            <a:ext cx="6400800" cy="804863"/>
          </a:xfrm>
        </p:spPr>
        <p:txBody>
          <a:bodyPr/>
          <a:lstStyle>
            <a:lvl1pPr marL="0" indent="0" algn="ctr">
              <a:buFontTx/>
              <a:buNone/>
              <a:defRPr sz="3600">
                <a:solidFill>
                  <a:srgbClr val="282F86"/>
                </a:solidFill>
              </a:defRPr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7" name="Rectangle 3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477000"/>
            <a:ext cx="1905000" cy="304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8" name="Rectangle 3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77000"/>
            <a:ext cx="2895600" cy="304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9" name="Rectangle 3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77000"/>
            <a:ext cx="1905000" cy="304800"/>
          </a:xfrm>
        </p:spPr>
        <p:txBody>
          <a:bodyPr/>
          <a:lstStyle>
            <a:lvl1pPr>
              <a:defRPr sz="14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A47F5F4-8B06-40F4-B8CD-752B1DB00C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95944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613BA-92E1-471D-9ABD-60FB8E452BB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69529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DFA821-0FE2-46EE-9BAF-CE934EF2FE1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99604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79388" y="1066800"/>
            <a:ext cx="4316412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316413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D5B748-2DD6-40CC-BB60-73E8D81D60C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31676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15126B-BFA2-4C33-97C5-2003A72E97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691044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8BB7D-DB23-49DF-9C8D-C9268229C0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683020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2360B-15B1-4586-9B50-80B7841589D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359787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5F6E62-2E43-4F44-A7C9-6304AB765E9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166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FC9270-7250-4269-8845-4887743D7AB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16305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52ED4-D42F-4762-9DE9-8A1F75E7E5A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87991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69100" y="104775"/>
            <a:ext cx="2195513" cy="62198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79388" y="104775"/>
            <a:ext cx="6437312" cy="62198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E0C186-47A0-4A80-A5F8-0D96DB054DC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633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4.emf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19050"/>
            <a:ext cx="9156700" cy="6845300"/>
          </a:xfrm>
          <a:prstGeom prst="rect">
            <a:avLst/>
          </a:prstGeom>
          <a:solidFill>
            <a:srgbClr val="FF8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56700" cy="76200"/>
          </a:xfrm>
          <a:prstGeom prst="rect">
            <a:avLst/>
          </a:prstGeom>
          <a:solidFill>
            <a:srgbClr val="DC59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pic>
        <p:nvPicPr>
          <p:cNvPr id="1028" name="Picture 4" descr="CB0247_5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" y="192088"/>
            <a:ext cx="5397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9" name="AutoShape 5"/>
          <p:cNvSpPr>
            <a:spLocks noChangeArrowheads="1"/>
          </p:cNvSpPr>
          <p:nvPr/>
        </p:nvSpPr>
        <p:spPr bwMode="auto">
          <a:xfrm>
            <a:off x="0" y="914400"/>
            <a:ext cx="9155113" cy="54864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 flipV="1">
            <a:off x="0" y="6464300"/>
            <a:ext cx="9159875" cy="43180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8570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1042988" y="104775"/>
            <a:ext cx="7491412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標題 </a:t>
            </a:r>
            <a:r>
              <a:rPr lang="en-US" altLang="zh-TW"/>
              <a:t>Title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066800"/>
            <a:ext cx="8785225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1</a:t>
            </a:r>
          </a:p>
          <a:p>
            <a:pPr lvl="1"/>
            <a:r>
              <a:rPr lang="en-US" altLang="zh-TW"/>
              <a:t>2</a:t>
            </a:r>
          </a:p>
          <a:p>
            <a:pPr lvl="2"/>
            <a:r>
              <a:rPr lang="en-US" altLang="zh-TW"/>
              <a:t>3</a:t>
            </a:r>
          </a:p>
          <a:p>
            <a:pPr lvl="3"/>
            <a:r>
              <a:rPr lang="en-US" altLang="zh-TW"/>
              <a:t>4</a:t>
            </a:r>
          </a:p>
          <a:p>
            <a:pPr lvl="4"/>
            <a:r>
              <a:rPr lang="en-US" altLang="zh-TW"/>
              <a:t>5</a:t>
            </a:r>
          </a:p>
        </p:txBody>
      </p:sp>
      <p:sp>
        <p:nvSpPr>
          <p:cNvPr id="2857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18275"/>
            <a:ext cx="19050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CFAD4"/>
                </a:solidFill>
                <a:latin typeface="-쉬리L" pitchFamily="18" charset="-127"/>
                <a:ea typeface="-쉬리L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57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035925" y="6021388"/>
            <a:ext cx="11080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CFAD4"/>
                </a:solidFill>
                <a:latin typeface="-쉬리L" pitchFamily="18" charset="-127"/>
                <a:ea typeface="-쉬리L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570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01013" y="6402388"/>
            <a:ext cx="862012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2000" b="1">
                <a:solidFill>
                  <a:srgbClr val="FCFAD4"/>
                </a:solidFill>
                <a:latin typeface="-쉬리L" pitchFamily="18" charset="-127"/>
                <a:ea typeface="-쉬리L" pitchFamily="18" charset="-127"/>
              </a:defRPr>
            </a:lvl1pPr>
          </a:lstStyle>
          <a:p>
            <a:pPr>
              <a:defRPr/>
            </a:pPr>
            <a:fld id="{FF7CDF8C-098D-4097-83E1-8402394827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6" name="Rectangle 15"/>
          <p:cNvSpPr>
            <a:spLocks noChangeArrowheads="1"/>
          </p:cNvSpPr>
          <p:nvPr/>
        </p:nvSpPr>
        <p:spPr bwMode="auto">
          <a:xfrm>
            <a:off x="820738" y="6494463"/>
            <a:ext cx="7416800" cy="3079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algn="ctr" eaLnBrk="1" latinLnBrk="0" hangingPunct="1">
              <a:defRPr/>
            </a:pPr>
            <a:r>
              <a:rPr kumimoji="0" lang="en-US" altLang="zh-TW" sz="1400" b="1">
                <a:solidFill>
                  <a:srgbClr val="0099FF"/>
                </a:solidFill>
                <a:latin typeface="Times New Roman" pitchFamily="18" charset="0"/>
                <a:ea typeface="新細明體" pitchFamily="18" charset="-120"/>
              </a:rPr>
              <a:t>Department of Electrical Engineering, National Yunlin University of Science and Technology</a:t>
            </a:r>
          </a:p>
        </p:txBody>
      </p:sp>
      <p:pic>
        <p:nvPicPr>
          <p:cNvPr id="1037" name="Picture 10" descr="C:\Users\Raier\Downloads\mark_bmp\logo\logo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6450013"/>
            <a:ext cx="40322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682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02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/25/2025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洗板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焊接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共模電感繞製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6EBDBD1D-EFF9-F19C-57B3-46ADB4C1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實體電路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 descr="一張含有 室內, 牆, 真空管 的圖片&#10;&#10;AI 產生的內容可能不正確。">
            <a:extLst>
              <a:ext uri="{FF2B5EF4-FFF2-40B4-BE49-F238E27FC236}">
                <a16:creationId xmlns:a16="http://schemas.microsoft.com/office/drawing/2014/main" id="{BB35007E-0DF1-461B-A7FD-E1D005EC5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64197" y="36396"/>
            <a:ext cx="5448993" cy="726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609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真空管, 機器, 電子工程, 電子產品 的圖片&#10;&#10;AI 產生的內容可能不正確。">
            <a:extLst>
              <a:ext uri="{FF2B5EF4-FFF2-40B4-BE49-F238E27FC236}">
                <a16:creationId xmlns:a16="http://schemas.microsoft.com/office/drawing/2014/main" id="{E983BD14-87FB-4849-8DC3-51E7FC255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63" y="920386"/>
            <a:ext cx="7245273" cy="543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819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電路, 電氣線路, 電子產品, 電子工程 的圖片&#10;&#10;AI 產生的內容可能不正確。">
            <a:extLst>
              <a:ext uri="{FF2B5EF4-FFF2-40B4-BE49-F238E27FC236}">
                <a16:creationId xmlns:a16="http://schemas.microsoft.com/office/drawing/2014/main" id="{2ADD6CBC-826E-FB94-D0FC-4349E4287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718" y="946414"/>
            <a:ext cx="7216563" cy="541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05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3D4642-E920-7CDB-CEC0-749F56238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遭遇問題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30BAED-1421-CAF5-82A7-44B62C35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3AB11768-9374-C30B-05DF-F263567D567B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2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單一電路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使用共模電感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調頻後電流不會上升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2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單一電路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使用共模電感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開關發熱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2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 descr="一張含有 文字, 多媒體, 電子裝置, 行動電話 的圖片&#10;&#10;AI 產生的內容可能不正確。">
            <a:extLst>
              <a:ext uri="{FF2B5EF4-FFF2-40B4-BE49-F238E27FC236}">
                <a16:creationId xmlns:a16="http://schemas.microsoft.com/office/drawing/2014/main" id="{F064A9F3-C026-C526-0A72-917E0D633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075" y="2054163"/>
            <a:ext cx="2746246" cy="3660834"/>
          </a:xfrm>
          <a:prstGeom prst="rect">
            <a:avLst/>
          </a:prstGeom>
        </p:spPr>
      </p:pic>
      <p:pic>
        <p:nvPicPr>
          <p:cNvPr id="9" name="圖片 8" descr="一張含有 文字 的圖片&#10;&#10;AI 產生的內容可能不正確。">
            <a:extLst>
              <a:ext uri="{FF2B5EF4-FFF2-40B4-BE49-F238E27FC236}">
                <a16:creationId xmlns:a16="http://schemas.microsoft.com/office/drawing/2014/main" id="{0FA0055C-5838-5DD9-4CE9-D085BCB93B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320" y="2056341"/>
            <a:ext cx="2746246" cy="366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116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447756" y="121099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180000" y="755191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共模電感測試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0170315 施博允進度報告">
  <a:themeElements>
    <a:clrScheme name="A104_凃毅銘_M9620101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104_凃毅銘_M962010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34" charset="-127"/>
            <a:ea typeface="굴림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34" charset="-127"/>
            <a:ea typeface="굴림" pitchFamily="34" charset="-127"/>
          </a:defRPr>
        </a:defPPr>
      </a:lstStyle>
    </a:lnDef>
  </a:objectDefaults>
  <a:extraClrSchemeLst>
    <a:extraClrScheme>
      <a:clrScheme name="A104_凃毅銘_M9620101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104_凃毅銘_M9620101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104_凃毅銘_M9620101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104_凃毅銘_M9620101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104_凃毅銘_M962010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104_凃毅銘_M962010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104_凃毅銘_M962010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189474</TotalTime>
  <Words>88</Words>
  <Application>Microsoft Office PowerPoint</Application>
  <PresentationFormat>如螢幕大小 (4:3)</PresentationFormat>
  <Paragraphs>25</Paragraphs>
  <Slides>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7</vt:i4>
      </vt:variant>
    </vt:vector>
  </HeadingPairs>
  <TitlesOfParts>
    <vt:vector size="18" baseType="lpstr">
      <vt:lpstr>굴림</vt:lpstr>
      <vt:lpstr>標楷體</vt:lpstr>
      <vt:lpstr>-쉬리L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20170315 施博允進度報告</vt:lpstr>
      <vt:lpstr>PowerPoint 簡報</vt:lpstr>
      <vt:lpstr>PowerPoint 簡報</vt:lpstr>
      <vt:lpstr>實體電路</vt:lpstr>
      <vt:lpstr>PowerPoint 簡報</vt:lpstr>
      <vt:lpstr>PowerPoint 簡報</vt:lpstr>
      <vt:lpstr>遭遇問題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崎維 李</cp:lastModifiedBy>
  <cp:revision>2262</cp:revision>
  <dcterms:created xsi:type="dcterms:W3CDTF">2001-07-18T23:57:34Z</dcterms:created>
  <dcterms:modified xsi:type="dcterms:W3CDTF">2025-02-25T13:14:12Z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