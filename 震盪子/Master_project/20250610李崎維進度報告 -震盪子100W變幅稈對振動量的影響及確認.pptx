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492" r:id="rId4"/>
    <p:sldId id="1510" r:id="rId5"/>
    <p:sldId id="1509" r:id="rId6"/>
    <p:sldId id="1497" r:id="rId7"/>
    <p:sldId id="1513" r:id="rId8"/>
    <p:sldId id="1511" r:id="rId9"/>
    <p:sldId id="1518" r:id="rId10"/>
    <p:sldId id="1514" r:id="rId11"/>
    <p:sldId id="1512" r:id="rId12"/>
    <p:sldId id="1517" r:id="rId13"/>
    <p:sldId id="1515" r:id="rId14"/>
    <p:sldId id="1516" r:id="rId15"/>
    <p:sldId id="493" r:id="rId1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10"/>
            <p14:sldId id="1509"/>
            <p14:sldId id="1497"/>
            <p14:sldId id="1513"/>
            <p14:sldId id="1511"/>
            <p14:sldId id="1518"/>
            <p14:sldId id="1514"/>
            <p14:sldId id="1512"/>
            <p14:sldId id="1517"/>
            <p14:sldId id="1515"/>
            <p14:sldId id="1516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FC05"/>
    <a:srgbClr val="0000FD"/>
    <a:srgbClr val="FB0275"/>
    <a:srgbClr val="B1A709"/>
    <a:srgbClr val="00CC99"/>
    <a:srgbClr val="3333CC"/>
    <a:srgbClr val="6868D9"/>
    <a:srgbClr val="00A077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10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並聯震盪子使用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56hr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兩顆中有一顆壞掉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_A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及 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壞掉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重鎖及換新加載頭都沒辦法震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可能造成損壞的原因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交叉測試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查找變幅桿相關文章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修改跟廠商開會時的報告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測試要給廠商看的震盪子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54AFE905-9EF3-451E-91DB-33E33A6A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261412"/>
            <a:ext cx="9144000" cy="1611770"/>
          </a:xfrm>
          <a:prstGeom prst="rect">
            <a:avLst/>
          </a:prstGeom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兩顆震盪子並聯時的相位及阻抗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EB4B2D-E062-4919-BD43-9DEBBB059509}"/>
              </a:ext>
            </a:extLst>
          </p:cNvPr>
          <p:cNvSpPr/>
          <p:nvPr/>
        </p:nvSpPr>
        <p:spPr>
          <a:xfrm>
            <a:off x="307898" y="4869564"/>
            <a:ext cx="8746101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232714D-BB7B-4231-8D0E-1579EE5BBC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25" y="1185855"/>
            <a:ext cx="4566323" cy="261618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675DE05-BA95-487E-A15B-27DEDAD171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71989"/>
            <a:ext cx="4590524" cy="26300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567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分別測試兩顆震盪子的相位及阻抗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相位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7FA26D6-8A17-43D4-8D40-30F49EB47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3320"/>
            <a:ext cx="4572000" cy="26194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48AD894-F45F-41C2-9BD6-EF2D88613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13320"/>
            <a:ext cx="4591271" cy="263047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D38BDA7-3C2C-4D39-9CA7-E8F399D379C9}"/>
              </a:ext>
            </a:extLst>
          </p:cNvPr>
          <p:cNvSpPr txBox="1"/>
          <p:nvPr/>
        </p:nvSpPr>
        <p:spPr>
          <a:xfrm>
            <a:off x="1359877" y="350719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A42A466-59DE-4A1C-8EE6-09AB558C6013}"/>
              </a:ext>
            </a:extLst>
          </p:cNvPr>
          <p:cNvSpPr txBox="1"/>
          <p:nvPr/>
        </p:nvSpPr>
        <p:spPr>
          <a:xfrm>
            <a:off x="6284778" y="3507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7198853-EAAD-431B-95D8-F89C47224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19" y="3876530"/>
            <a:ext cx="8459381" cy="103837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70A45267-8841-41A2-A6E0-25768A099967}"/>
              </a:ext>
            </a:extLst>
          </p:cNvPr>
          <p:cNvSpPr/>
          <p:nvPr/>
        </p:nvSpPr>
        <p:spPr>
          <a:xfrm>
            <a:off x="697467" y="4172409"/>
            <a:ext cx="8459382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62C2FA9-BF61-4FDA-A517-0BEBCA454ED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207"/>
          <a:stretch/>
        </p:blipFill>
        <p:spPr>
          <a:xfrm>
            <a:off x="682919" y="5028005"/>
            <a:ext cx="8459381" cy="103837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6EB4B2D-E062-4919-BD43-9DEBBB059509}"/>
              </a:ext>
            </a:extLst>
          </p:cNvPr>
          <p:cNvSpPr/>
          <p:nvPr/>
        </p:nvSpPr>
        <p:spPr>
          <a:xfrm>
            <a:off x="697467" y="5313455"/>
            <a:ext cx="8459382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FBAA7AE-33D9-4078-ADBB-12372379BA32}"/>
              </a:ext>
            </a:extLst>
          </p:cNvPr>
          <p:cNvSpPr txBox="1"/>
          <p:nvPr/>
        </p:nvSpPr>
        <p:spPr>
          <a:xfrm>
            <a:off x="46438" y="3714571"/>
            <a:ext cx="482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83867AD-8CB8-4B4A-AAF3-D2F7C5490A32}"/>
              </a:ext>
            </a:extLst>
          </p:cNvPr>
          <p:cNvSpPr txBox="1"/>
          <p:nvPr/>
        </p:nvSpPr>
        <p:spPr>
          <a:xfrm>
            <a:off x="46438" y="4945054"/>
            <a:ext cx="482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9398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分別測試兩顆震盪子的相位及阻抗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阻抗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74CE6EA-A9B4-4EF1-8338-5564B8A32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3320"/>
            <a:ext cx="4572000" cy="26194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F6A9B6B-0E64-404E-9615-0C8F3A98A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13320"/>
            <a:ext cx="4584849" cy="262679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D9DAF2-BB3D-4085-B47C-0C71BB3ECDEE}"/>
              </a:ext>
            </a:extLst>
          </p:cNvPr>
          <p:cNvSpPr txBox="1"/>
          <p:nvPr/>
        </p:nvSpPr>
        <p:spPr>
          <a:xfrm>
            <a:off x="1359877" y="350719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E0879D5-3A29-4163-9FC2-996284489B5C}"/>
              </a:ext>
            </a:extLst>
          </p:cNvPr>
          <p:cNvSpPr txBox="1"/>
          <p:nvPr/>
        </p:nvSpPr>
        <p:spPr>
          <a:xfrm>
            <a:off x="6284778" y="3507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119FA80-E1BA-477F-B046-79F7A78DD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19" y="3876530"/>
            <a:ext cx="8459381" cy="103837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5ECB080-CB14-42D7-98E4-175D6FE56BEA}"/>
              </a:ext>
            </a:extLst>
          </p:cNvPr>
          <p:cNvSpPr/>
          <p:nvPr/>
        </p:nvSpPr>
        <p:spPr>
          <a:xfrm>
            <a:off x="697467" y="4172409"/>
            <a:ext cx="8459382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29129C99-D53D-4CA4-8FBF-4F159A3FE4C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207"/>
          <a:stretch/>
        </p:blipFill>
        <p:spPr>
          <a:xfrm>
            <a:off x="682919" y="5028005"/>
            <a:ext cx="8459381" cy="103837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EF0C9A5-8F6C-4963-833A-4CA34910560D}"/>
              </a:ext>
            </a:extLst>
          </p:cNvPr>
          <p:cNvSpPr/>
          <p:nvPr/>
        </p:nvSpPr>
        <p:spPr>
          <a:xfrm>
            <a:off x="697467" y="5313455"/>
            <a:ext cx="8459382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C83B6B4-5707-4F8F-95D6-9B957F278E0A}"/>
              </a:ext>
            </a:extLst>
          </p:cNvPr>
          <p:cNvSpPr txBox="1"/>
          <p:nvPr/>
        </p:nvSpPr>
        <p:spPr>
          <a:xfrm>
            <a:off x="46438" y="3714571"/>
            <a:ext cx="482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695CF89-9E3C-45A3-8B9D-C7C4073CAEBA}"/>
              </a:ext>
            </a:extLst>
          </p:cNvPr>
          <p:cNvSpPr txBox="1"/>
          <p:nvPr/>
        </p:nvSpPr>
        <p:spPr>
          <a:xfrm>
            <a:off x="46438" y="4945054"/>
            <a:ext cx="482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震盪子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_B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79F22F-A5C2-4823-80FB-9DC877C98BB6}"/>
              </a:ext>
            </a:extLst>
          </p:cNvPr>
          <p:cNvSpPr/>
          <p:nvPr/>
        </p:nvSpPr>
        <p:spPr>
          <a:xfrm>
            <a:off x="4571999" y="1216284"/>
            <a:ext cx="531447" cy="206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350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747CA4FB-0163-4DEA-A87A-B9BA1F398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02525"/>
            <a:ext cx="9144000" cy="2684664"/>
          </a:xfrm>
          <a:prstGeom prst="rect">
            <a:avLst/>
          </a:prstGeom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兩顆震盪子並聯時的相位及阻抗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換新加載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EB4B2D-E062-4919-BD43-9DEBBB059509}"/>
              </a:ext>
            </a:extLst>
          </p:cNvPr>
          <p:cNvSpPr/>
          <p:nvPr/>
        </p:nvSpPr>
        <p:spPr>
          <a:xfrm>
            <a:off x="236847" y="4614180"/>
            <a:ext cx="8746101" cy="215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4B7F1A5-2F3A-487C-87F8-9241E1A7B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25" y="1171989"/>
            <a:ext cx="4591372" cy="26305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78273C-F7AF-4B57-88B6-49DDCFAE5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08" y="1171989"/>
            <a:ext cx="4591373" cy="263053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F0CFE48-A505-4A21-8D15-ABB0AD2F44EE}"/>
              </a:ext>
            </a:extLst>
          </p:cNvPr>
          <p:cNvSpPr/>
          <p:nvPr/>
        </p:nvSpPr>
        <p:spPr>
          <a:xfrm>
            <a:off x="198949" y="5973999"/>
            <a:ext cx="8746101" cy="215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59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879CFB-6ECC-4A65-9CB3-4541CC4E68EF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兩顆有其中一顆壞掉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_A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及震盪子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壞掉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交叉測試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壞掉的震盪子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拆開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分成震盪子及變幅桿兩部分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再拿一顆全新震盪子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及全新的變幅桿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將震盪子做掃頻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81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8CB627-15BE-4FD8-B540-3EE2D5C50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108"/>
            <a:ext cx="4572001" cy="26194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3BFC767-5757-4338-B896-83C947F2C4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193453"/>
            <a:ext cx="4572000" cy="261943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14FD02-E9AD-4B56-8EE9-3769F11D7133}"/>
              </a:ext>
            </a:extLst>
          </p:cNvPr>
          <p:cNvSpPr txBox="1"/>
          <p:nvPr/>
        </p:nvSpPr>
        <p:spPr>
          <a:xfrm>
            <a:off x="1729153" y="856204"/>
            <a:ext cx="1113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DC65CDF-F140-4008-80C5-6E537466243D}"/>
              </a:ext>
            </a:extLst>
          </p:cNvPr>
          <p:cNvSpPr txBox="1"/>
          <p:nvPr/>
        </p:nvSpPr>
        <p:spPr>
          <a:xfrm>
            <a:off x="6465526" y="844661"/>
            <a:ext cx="1113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803F3F-4D77-42B7-8B3C-E4963888B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8892"/>
            <a:ext cx="4571999" cy="26194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F89033F-3980-47DD-B83B-5D8CAE20FC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406" y="3796314"/>
            <a:ext cx="4601185" cy="26361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661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8CB627-15BE-4FD8-B540-3EE2D5C50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108"/>
            <a:ext cx="4572001" cy="26194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3BFC767-5757-4338-B896-83C947F2C4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193453"/>
            <a:ext cx="4572000" cy="261943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14FD02-E9AD-4B56-8EE9-3769F11D7133}"/>
              </a:ext>
            </a:extLst>
          </p:cNvPr>
          <p:cNvSpPr txBox="1"/>
          <p:nvPr/>
        </p:nvSpPr>
        <p:spPr>
          <a:xfrm>
            <a:off x="1729153" y="856204"/>
            <a:ext cx="1113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DC65CDF-F140-4008-80C5-6E537466243D}"/>
              </a:ext>
            </a:extLst>
          </p:cNvPr>
          <p:cNvSpPr txBox="1"/>
          <p:nvPr/>
        </p:nvSpPr>
        <p:spPr>
          <a:xfrm>
            <a:off x="6465526" y="844661"/>
            <a:ext cx="1113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</a:t>
            </a:r>
            <a:r>
              <a:rPr lang="en-US" altLang="zh-TW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803F3F-4D77-42B7-8B3C-E4963888B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8892"/>
            <a:ext cx="4571999" cy="26194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F89033F-3980-47DD-B83B-5D8CAE20FC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406" y="3796314"/>
            <a:ext cx="4601185" cy="26361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7721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879CFB-6ECC-4A65-9CB3-4541CC4E68EF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壞掉的震盪子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拆開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分成震盪子及變幅桿兩部分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再拿一顆全新震盪子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將震盪子做掃頻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裝全新的變幅桿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將全新震盪子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裝上從震盪子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拆下的變幅桿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B6CB48-DD84-47E7-A78B-92F923E62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2619624"/>
            <a:ext cx="2024516" cy="269874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B93B134-64D5-4BE8-A551-B721E36E4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67403" y="2956738"/>
            <a:ext cx="2698744" cy="202451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B3D0BE0-9D16-4C72-A6DE-6403A40C4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48522" y="2956738"/>
            <a:ext cx="2698746" cy="202451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E12266A-DA95-4A26-BCFE-2D2F7767D4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24005" y="2956738"/>
            <a:ext cx="2698745" cy="202451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965D48-0346-48E0-8324-541D9DD0C2F6}"/>
              </a:ext>
            </a:extLst>
          </p:cNvPr>
          <p:cNvSpPr txBox="1"/>
          <p:nvPr/>
        </p:nvSpPr>
        <p:spPr>
          <a:xfrm>
            <a:off x="926868" y="5318368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舊</a:t>
            </a:r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震盪子配新變幅桿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611BA76-5787-4AEE-89F6-FCA9974AB01D}"/>
              </a:ext>
            </a:extLst>
          </p:cNvPr>
          <p:cNvSpPr txBox="1"/>
          <p:nvPr/>
        </p:nvSpPr>
        <p:spPr>
          <a:xfrm>
            <a:off x="5640682" y="5261252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新震盪子配舊變幅桿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852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879CFB-6ECC-4A65-9CB3-4541CC4E68EF}"/>
              </a:ext>
            </a:extLst>
          </p:cNvPr>
          <p:cNvSpPr/>
          <p:nvPr/>
        </p:nvSpPr>
        <p:spPr>
          <a:xfrm>
            <a:off x="180000" y="1040870"/>
            <a:ext cx="8784000" cy="51422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965D48-0346-48E0-8324-541D9DD0C2F6}"/>
              </a:ext>
            </a:extLst>
          </p:cNvPr>
          <p:cNvSpPr txBox="1"/>
          <p:nvPr/>
        </p:nvSpPr>
        <p:spPr>
          <a:xfrm>
            <a:off x="919053" y="5871006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舊</a:t>
            </a:r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震盪子配新變幅桿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611BA76-5787-4AEE-89F6-FCA9974AB01D}"/>
              </a:ext>
            </a:extLst>
          </p:cNvPr>
          <p:cNvSpPr txBox="1"/>
          <p:nvPr/>
        </p:nvSpPr>
        <p:spPr>
          <a:xfrm>
            <a:off x="5935042" y="5871006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新震盪子配舊變幅桿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C30F45-3451-4EE6-B0F9-2D1B7A0AF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3320"/>
            <a:ext cx="4282831" cy="245376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81805B4-CAAE-43E8-8D00-9D8963076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7084"/>
            <a:ext cx="4282831" cy="245376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20E4E4B-184F-4B7D-BD33-E5FE69BF8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9" y="926366"/>
            <a:ext cx="4282831" cy="24537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BDA59CF-9B87-471D-B21D-9A3882C138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8" y="3367084"/>
            <a:ext cx="4282831" cy="24537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8439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交叉測試結果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879CFB-6ECC-4A65-9CB3-4541CC4E68EF}"/>
              </a:ext>
            </a:extLst>
          </p:cNvPr>
          <p:cNvSpPr/>
          <p:nvPr/>
        </p:nvSpPr>
        <p:spPr>
          <a:xfrm>
            <a:off x="180000" y="913320"/>
            <a:ext cx="8784000" cy="52697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裝全新的變幅桿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將全新震盪子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_C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裝上從震盪子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_B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拆下的變幅桿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使用新的變幅桿的震盪子可以震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使用舊的變幅桿的震盪子不能震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結論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大概是 變幅桿 有問題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變幅桿壞掉目前無法從其他方式測出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只能直接上電測試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B6CB48-DD84-47E7-A78B-92F923E62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2619624"/>
            <a:ext cx="2024516" cy="269874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B93B134-64D5-4BE8-A551-B721E36E4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67403" y="2956738"/>
            <a:ext cx="2698744" cy="202451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B3D0BE0-9D16-4C72-A6DE-6403A40C4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48522" y="2956738"/>
            <a:ext cx="2698746" cy="202451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E12266A-DA95-4A26-BCFE-2D2F7767D4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24005" y="2956738"/>
            <a:ext cx="2698745" cy="2024515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965D48-0346-48E0-8324-541D9DD0C2F6}"/>
              </a:ext>
            </a:extLst>
          </p:cNvPr>
          <p:cNvSpPr txBox="1"/>
          <p:nvPr/>
        </p:nvSpPr>
        <p:spPr>
          <a:xfrm>
            <a:off x="926868" y="5318368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舊</a:t>
            </a:r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震盪子配新變幅桿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611BA76-5787-4AEE-89F6-FCA9974AB01D}"/>
              </a:ext>
            </a:extLst>
          </p:cNvPr>
          <p:cNvSpPr txBox="1"/>
          <p:nvPr/>
        </p:nvSpPr>
        <p:spPr>
          <a:xfrm>
            <a:off x="5640682" y="5261252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新震盪子配舊變幅桿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341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交叉測試結果驗證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879CFB-6ECC-4A65-9CB3-4541CC4E68EF}"/>
              </a:ext>
            </a:extLst>
          </p:cNvPr>
          <p:cNvSpPr/>
          <p:nvPr/>
        </p:nvSpPr>
        <p:spPr>
          <a:xfrm>
            <a:off x="180000" y="913320"/>
            <a:ext cx="8784000" cy="52697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將之前學長測試到沒有辦法震的震盪子換一個變幅桿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就可以震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965D48-0346-48E0-8324-541D9DD0C2F6}"/>
              </a:ext>
            </a:extLst>
          </p:cNvPr>
          <p:cNvSpPr txBox="1"/>
          <p:nvPr/>
        </p:nvSpPr>
        <p:spPr>
          <a:xfrm>
            <a:off x="1569173" y="5300094"/>
            <a:ext cx="22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舊</a:t>
            </a:r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震盪子配新變幅桿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AE4330-1D54-4A02-9825-FEA1EC645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192"/>
            <a:ext cx="2714127" cy="361801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A292DC3-2881-43B3-B08C-70B126546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62181" y="2191137"/>
            <a:ext cx="3618019" cy="271412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3F679EB-10E3-4928-A658-1E9EDFA881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599" y="1426974"/>
            <a:ext cx="4253401" cy="243690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1DDB25B-D24D-4FF0-95A6-F9C4A0D133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098" y="3851683"/>
            <a:ext cx="4290401" cy="24581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5368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找到一顆波形正常但震不起來的全新震盪子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用不同鬆緊程度下去掃頻</a:t>
            </a:r>
            <a:endParaRPr kumimoji="1" lang="en-US" altLang="zh-TW" sz="2400" kern="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kumimoji="1" lang="zh-TW" altLang="en-US" sz="2400" kern="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窄波</a:t>
            </a:r>
            <a:endParaRPr kumimoji="1" lang="en-US" altLang="zh-TW" sz="2400" kern="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kumimoji="1" lang="en-US" altLang="zh-TW" sz="2400" kern="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</a:t>
            </a: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196668</TotalTime>
  <Words>561</Words>
  <Application>Microsoft Office PowerPoint</Application>
  <PresentationFormat>如螢幕大小 (4:3)</PresentationFormat>
  <Paragraphs>97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2317</cp:revision>
  <dcterms:created xsi:type="dcterms:W3CDTF">2001-07-18T23:57:34Z</dcterms:created>
  <dcterms:modified xsi:type="dcterms:W3CDTF">2025-06-10T03:01:54Z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